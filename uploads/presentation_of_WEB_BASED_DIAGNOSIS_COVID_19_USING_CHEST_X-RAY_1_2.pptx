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1"/>
  </p:sldMasterIdLst>
  <p:notesMasterIdLst>
    <p:notesMasterId r:id="rId42"/>
  </p:notesMasterIdLst>
  <p:sldIdLst>
    <p:sldId id="256" r:id="rId2"/>
    <p:sldId id="259" r:id="rId3"/>
    <p:sldId id="257" r:id="rId4"/>
    <p:sldId id="258" r:id="rId5"/>
    <p:sldId id="260" r:id="rId6"/>
    <p:sldId id="261" r:id="rId7"/>
    <p:sldId id="262" r:id="rId8"/>
    <p:sldId id="263" r:id="rId9"/>
    <p:sldId id="266" r:id="rId10"/>
    <p:sldId id="318" r:id="rId11"/>
    <p:sldId id="328" r:id="rId12"/>
    <p:sldId id="267" r:id="rId13"/>
    <p:sldId id="268" r:id="rId14"/>
    <p:sldId id="269" r:id="rId15"/>
    <p:sldId id="319" r:id="rId16"/>
    <p:sldId id="320" r:id="rId17"/>
    <p:sldId id="272" r:id="rId18"/>
    <p:sldId id="275" r:id="rId19"/>
    <p:sldId id="276" r:id="rId20"/>
    <p:sldId id="280" r:id="rId21"/>
    <p:sldId id="321" r:id="rId22"/>
    <p:sldId id="277" r:id="rId23"/>
    <p:sldId id="278" r:id="rId24"/>
    <p:sldId id="322" r:id="rId25"/>
    <p:sldId id="338" r:id="rId26"/>
    <p:sldId id="332" r:id="rId27"/>
    <p:sldId id="286" r:id="rId28"/>
    <p:sldId id="329" r:id="rId29"/>
    <p:sldId id="330" r:id="rId30"/>
    <p:sldId id="331" r:id="rId31"/>
    <p:sldId id="288" r:id="rId32"/>
    <p:sldId id="323" r:id="rId33"/>
    <p:sldId id="324" r:id="rId34"/>
    <p:sldId id="334" r:id="rId35"/>
    <p:sldId id="335" r:id="rId36"/>
    <p:sldId id="325" r:id="rId37"/>
    <p:sldId id="326" r:id="rId38"/>
    <p:sldId id="327" r:id="rId39"/>
    <p:sldId id="336" r:id="rId40"/>
    <p:sldId id="290" r:id="rId4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4026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BA8D45-1882-4175-A8E5-087B79347878}">
  <a:tblStyle styleId="{18BA8D45-1882-4175-A8E5-087B793478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83" autoAdjust="0"/>
    <p:restoredTop sz="90485" autoAdjust="0"/>
  </p:normalViewPr>
  <p:slideViewPr>
    <p:cSldViewPr snapToGrid="0">
      <p:cViewPr varScale="1">
        <p:scale>
          <a:sx n="95" d="100"/>
          <a:sy n="95" d="100"/>
        </p:scale>
        <p:origin x="917" y="72"/>
      </p:cViewPr>
      <p:guideLst/>
    </p:cSldViewPr>
  </p:slideViewPr>
  <p:notesTextViewPr>
    <p:cViewPr>
      <p:scale>
        <a:sx n="1" d="1"/>
        <a:sy n="1" d="1"/>
      </p:scale>
      <p:origin x="0" y="0"/>
    </p:cViewPr>
  </p:notesTextViewPr>
  <p:sorterViewPr>
    <p:cViewPr>
      <p:scale>
        <a:sx n="100" d="100"/>
        <a:sy n="100" d="100"/>
      </p:scale>
      <p:origin x="0" y="-73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9T12:54:32.253"/>
    </inkml:context>
    <inkml:brush xml:id="br0">
      <inkml:brushProperty name="width" value="0.05" units="cm"/>
      <inkml:brushProperty name="height" value="0.05" units="cm"/>
      <inkml:brushProperty name="color" value="#FFFFFF"/>
    </inkml:brush>
  </inkml:definitions>
  <inkml:trace contextRef="#ctx0" brushRef="#br0">142 98 4296,'0'0'408,"-2"-2"-263,-19-15 151,17 12-242,-1 1 0,0 0 0,0 0 0,0 0 0,0 0 1,-1 1-1,1 0 0,-12-4 0,17 7-38,10 9 88,60 44 1928,-69-53-1544,-14 0-294,8-1-162,0-1 0,0 0-1,0 0 1,0-1 0,0 1-1,1-1 1,-5-3 0,9 5 65,2 2-82,1 1-1,-1-1 1,1 1 0,-1 0-1,0 0 1,0-1-1,0 2 1,3 2 0,2 2 13,47 39 244,-53-46-193,-4-2-49,-17-16-4,-1 1-1,-1 1 1,-1 0 0,0 2-1,-36-17 1,111 72 135,60 49 211,-148-124-25,15 13-307,-30-22 0,173 143 929,-261-210-852,299 225-82,-285-214-12,231 168 321,-173-118-89,-7-5-174,109 79 120,63 40 39,-42-29 76,-56-36-235,-4-10-18,-1 2-56,0 0 0,0 0 0,-1 0 0,0 1 0,0 0 0,-1 0 0,0 0 1,0 1-1,0 0 0,-1 1 0,0 0 0,-12-6 0,20 10 0,51 33 42,20 27 127,-78-65-174,-8-8 11,0 0-1,-2 1 1,0 1 0,0 1 0,-33-17 0,70 40-13,1 0 0,-2 2 0,27 23 0,-32-25 0,-2-1 14,-43-38-12,20 16-2,-1 1 0,0 1 0,0 0 0,-20-11 0,60 37 0,0 1 0,36 31 0,-16-12 0,-93-92 17,35 45-16,-1 0 1,-14-9 0,-22-19 0,124 99-2,-63-51 0,-10-9 0,-1 2 0,0-1 0,0 0 0,1 1 0,-1-1 0,-1 1 0,1 0 0,0 0 0,-1 0 0,3 4 0,-12-18 0,-1 0 0,-1 1 0,0 0 0,0 1 0,-1 0 0,0 0 0,0 1 0,-21-13 0,63 42-1,59 49 0,-98-76-2,1-1 0,0 1-1,-7-11 1,-21-22-6,58 51 9,98 69 0,-131-88 0,1 0 0,0 0 0,0-1 0,-6-8 0,-21-20 0,-8 2 0,39 32 0,9 5 0,0-1 0,0 1 0,0 0 0,0 1 0,-1-1 0,1 1 0,4 5-1,6 4 3,34 26 67,-48-39-37,-10-2-8,-4-6-17,1 0 0,-22-19 1,-6-4 2,25 19-8,59 37 4,0-2 4,36 29 108,-242-200-84,157 144-34,48 32 36,63 55 0,-39-23 84,-67-60-112,-5-9 6,-21-19-2,-1 0-1,-40-30 1,90 69 1,-1 2 1,-1 0-1,0 2 0,-1 0 1,33 33-1,-60-55 12,-64-67-11,64 65-15,16 14 2,17 13 5,50 50 45,-106-102-43,20 22-8,-1 0-1,0 1 1,-1 0 0,0 1-1,0 0 1,-1 1 0,-27-15-1,37 23-5,16 6 1,-1 1 0,-1 0 0,1 1 0,16 13 0,23 12 7,-39-26 26,-12-8-5,-17-14 0,8 8-25,-7-7 7,2 1 4,-1 1-1,-24-17 1,39 30 15,2 1-22,1 0 0,-1 0 0,0 0 0,1 1 1,-1-1-1,0 1 0,0-1 0,4 4 0,1 1 3,43 31 20,54 37 55,-103-74-67,-5-7 11,1 0-19,0 2-1,0-1 1,-1 0-1,0 1 1,0-1-1,0 1 1,-1 0-1,0 1 1,0-1-1,-8-5 1,153 124 1,-313-269 4,221 187 18,66 47 40,-104-71-53,-8-5-5,1 0 0,0 0 0,0-1 1,0 0-1,0 1 0,0-1 0,1 0 0,-1-1 0,0 1 0,5 1 0,-11-10 46,-9-10-41,-1 0 0,0 1 0,-1 0 0,-1 1-1,0 0 1,-29-19 0,70 54-15,28 27 1,-31-26 5,0 0 0,31 19 0,-53-40 1,-11-7 9,-57-68 16,63 70-32,22 23 12,37 27 0,-118-122-20,72 87 5,1-1 1,20 14 0,6 5 1,-10-8 19,-26-20-18,0 0 0,0 0 1,0-1-1,0 1 0,0 0 1,0 0-1,0 0 0,0 0 0,0 0 1,0 0-1,0 0 0,0 0 1,0 0-1,0 0 0,0 0 0,0 0 1,0 0-1,0 0 0,0 0 0,0-1 1,0 1-1,0 0 0,0 0 1,0 0-1,0 0 0,0 0 0,0 0 1,0 0-1,0 0 0,1 0 1,-1 0-1,0 0 0,0 0 0,0 0 1,0 0-1,0 0 0,0 0 1,0 0-1,0 0 0,0 0 0,0 0 1,0 0-1,0 0 0,0 0 0,0 0 1,1 0-1,-14-16 7,-15-17 0,19 22-1,0 0-1,-20-18 1,92 71-4,-19-2-3,-32-28 5,1 0 0,0-1-1,27 18 1,-51-49 22,-14-13-20,-39-37 18,96 89 0,-4 6 2,-28-25-18,0-2-6,-1 1 1,0-1 0,0 0-1,0 0 1,0 0 0,0 1 0,0-1-1,-1 1 1,-2-4 0,0 0 2,-3-5 1,-15-17 12,45 37-18,14 22 0,-23-20 0,-1 0 0,29 17 0,-64-52 0,3 7-2,7 5-3,-1 0 1,0 2 0,0-1-1,-1 2 1,0-1 0,-21-7 0,34 15-4,3 2-47,8 7 46,-1 0-1,13 14 1,20 16 3,-39-35 6,1-1 0,-1 1 0,1-1 0,0 0 0,0 0 0,0 0 0,0-1 0,0 1 0,0-1 0,5 1 1,-9-3-1,0 1 0,0 0 0,1 0 0,-1 0 0,0 0 0,0 0 0,0 0 0,1-1 0,-1 1 0,0 0 0,0 0 0,0 0 0,0 0 0,0-1 0,0 1 0,1 0 0,-1 0 0,0-1 0,0 1 0,0 0 0,0 0 0,0 0 0,0-1 0,0 1 0,0 0 0,0 0 0,0-1 0,0 1 0,0 0 0,0 0 0,0 0 0,0-1 0,0 1 0,0 0 0,0 0 0,0-1 0,0 1 0,-1 0 0,1 0 0,0 0 0,0-1 0,0 1 0,0 0 0,-1 0 0,-3-11 0,-3 0-1,0 0 1,-1 1-1,0 0 1,0 0-1,-1 1 1,-15-13-1,18 17-7,-1 0 1,0 0-1,0 0 1,-1 1-1,1 0 1,-1 0-1,0 1 1,0 0-1,0 1 0,-16-4 1,23 6 1,0 0 0,0 0-1,0-1 1,0 1 0,0 0 0,0 0 0,0 0 0,0 0 0,0 1-1,0-1 1,0 0 0,0 0 0,0 0 0,1 1 0,-1-1 0,0 0-1,0 1 1,0-1 0,0 1 0,0-1 0,1 1 0,-2 1-1,1-2 3,1 1-1,0 0 1,0 0-1,-1 0 0,1 0 1,0-1-1,0 1 1,0 0-1,0 0 0,0 0 1,0 0-1,0-1 1,0 1-1,1 0 0,-1 0 1,0 0-1,0 0 1,1-1-1,0 2 0,1 3-6,1 0 0,-1-1 0,1 0 0,0 1-1,0-1 1,7 6 0,21 16-34,45 30 1,-75-55 44,0-1 1,0 1-1,0 0 0,1-1 1,-1 1-1,0-1 1,0 1-1,0-1 1,1 1-1,-1-1 1,0 0-1,0 0 1,3 1-1,-4-2 1,1 1-1,-1 0 1,0 0-1,1 0 1,-1 0-1,0 0 1,0-1-1,1 1 0,-1 0 1,0 0-1,0-1 1,1 1-1,-1 0 1,0 0-1,0-1 1,0 1-1,0 0 1,1-1-1,-1 1 1,0 0-1,0 0 0,0-1 1,0 1-1,0 0 1,0-1-1,0 1 1,0 0-1,0-1 1,0 1-1,0 0 1,0-1-1,0 1 1,-1-4 1,1 1 1,-1-1 0,0 1 0,0 0 0,-1-1 0,1 1 0,-1 0 0,-2-4 0,-2-1-1,0 0 0,0 0 0,-1 1 0,0 1 0,0-1 0,-1 1 0,0 0 0,0 0 0,0 1 1,-1 0-1,0 1 0,0 0 0,0 0 0,0 1 0,0 0 0,-1 1 0,0 0 0,-11-1 1,20 3-4,0-1 0,0 1 0,0 0 0,0 0 0,1 0 0,-1 0 0,0 0 0,0 0 1,0 0-1,0 0 0,0 0 0,1 1 0,-1-1 0,0 0 0,0 0 0,0 1 0,1-1 1,-1 1-1,0-1 0,1 1 0,-1-1 0,0 1 0,1-1 0,-1 1 0,0-1 0,1 1 1,-1 0-1,1-1 0,-1 2 0,1-1-3,0 0 0,0 1 1,0-1-1,0 0 0,0 1 1,1-1-1,-1 0 0,1 1 0,-1-1 1,1 0-1,-1 0 0,1 1 0,-1-1 1,1 0-1,2 2 0,4 6-20,1 0 0,0 0 0,9 7 0,-12-12 21,35 27-17,-37-29 19,-1 0 0,1 0 0,1 0 0,-1-1 1,0 1-1,0-1 0,1 0 0,-1 0 0,0 0 0,1-1 0,5 1 1,-8-1 0,-1 0 0,0 0 0,1 0 0,-1 0 0,1 0 0,-1 0 0,0 0 0,1 0 0,-1 0 0,1 0 0,-1-1 0,0 1 0,1 0 0,-1 0 0,0 0 0,1-1 0,-1 1 0,0 0 0,1 0 0,-1-1 0,0 1 0,0 0 0,1-1 0,-1 1 0,0 0 0,0-1 0,0 1 0,1 0 0,-1-1 0,0 1 0,0-1 0,0 1 0,0 0 0,0-1 0,0 1 0,0-1 0,0 1 0,0 0 0,0-1 0,0 0 0,-4-13 0,3 13 0,-1-4 0,0 1 0,-1-1 0,1 1 0,-1 0 0,-1 0 0,1 0 0,0 0 0,-1 0 0,0 1 0,0 0 0,0-1 0,-6-2 0,-6-3 0,0 1 0,-18-7 0,32 14 0,0 0-2,0 1 0,0-1 0,0 0 0,0 1 0,0 0 0,0 0 0,0 0 0,0-1 0,0 2 1,0-1-1,0 0 0,0 0 0,0 1 0,0-1 0,0 1 0,0-1 0,0 1 0,1 0 0,-3 1 1,3-1 0,0-1 0,0 1 0,1-1 0,-1 1 0,1 0 0,-1-1 0,0 1 0,1 0 0,-1 0 0,1 0 0,-1-1 0,1 1 0,0 0 0,-1 0 0,1 0 0,0 0 0,0 0 0,0 0 0,-1-1 0,1 1 0,0 0 0,0 0 0,0 0 0,0 0 0,1 0 0,-1 0 0,0 0 0,0 0 0,0 0 0,1-1 0,-1 1 0,0 0 0,1 0 0,-1 0 0,1 0 0,-1-1 0,1 1 0,0 0 0,-1-1 0,1 1 1,0 0-1,0 0 0,8 7-1,0 0 1,1 0 0,0-1 0,0 0 0,0-1 0,1 0 0,0-1 0,0 0 0,0-1 0,1 0 0,0-1 0,-1 0-1,1-1 1,0 0 0,21 0 0,-31-2 2,-1 0 0,1 0-1,-1 0 1,1 0 0,-1 0-1,1 0 1,-1 0-1,0 0 1,1-1 0,-1 1-1,1 0 1,-1-1 0,0 1-1,1-1 1,-1 0 0,0 0-1,0 1 1,1-1 0,-1 0-1,0 0 1,0 0 0,0 0-1,0 0 1,0 0 0,0 0-1,0-1 1,-1 1 0,1 0-1,0 0 1,-1-1 0,1 1-1,0-3 1,-1 2 0,0 1-1,0-1 1,0 0 0,-1 0 0,1 0 0,-1 0-1,1 1 1,-1-1 0,1 0 0,-1 1 0,0-1-1,0 0 1,0 1 0,0-1 0,0 1-1,0-1 1,-1 1 0,1 0 0,0-1 0,-1 1-1,1 0 1,-1 0 0,1 0 0,-4-1 0,-1-2-6,-1 1 0,0 1 1,1-1-1,-1 1 1,0 0-1,-1 1 1,-6-1-1,10 1 2,0 1 0,0-1-1,0 1 1,0 1-1,0-1 1,0 0 0,0 1-1,0 0 1,0 0 0,1 0-1,-1 0 1,0 1 0,1 0-1,-6 2 1,9-4-1,-1 1-1,1-1 1,-1 0 0,1 1 0,-1-1-1,1 0 1,-1 1 0,1-1 0,-1 1-1,1-1 1,0 1 0,-1-1 0,1 1-1,-1-1 1,1 1 0,0-1 0,0 1-1,-1-1 1,1 1 0,0 0 0,0-1-1,0 1 1,0-1 0,0 1-1,0 0 1,0-1 0,0 1 0,0 0-1,0-1 1,0 1 0,0 0 0,1 0-1,0 0 1,-1 0-1,1 1 1,0-1-1,0 0 1,0-1-1,0 1 1,0 0-1,1 0 1,-1 0-1,0-1 1,0 1-1,2 0 1,4 2-3,0 0 0,0-1 0,0 0 0,9 1 1,-4-2 2,38 3-3,-48-4 8,0 0 0,0 0 0,-1 0 0,1 0 0,0-1 1,0 1-1,0-1 0,-1 1 0,1-1 0,0 1 0,-1-1 0,1 0 0,0 0 0,-1 0 0,1 0 1,-1 0-1,1 0 0,-1 0 0,0-1 0,0 1 0,1 0 0,0-2 0,-2 1 0,1 1 0,-1-1 0,0 1 0,0-1 0,1 1-1,-1-1 1,0 1 0,-1-1 0,1 1 0,0-1 0,0 1 0,-1 0-1,1-1 1,0 1 0,-1-1 0,1 1 0,-1 0 0,0-1 0,0 1 0,1 0-1,-1-1 1,0 1 0,0 0 0,0 0 0,0 0 0,0 0 0,-1 0-1,1 0 1,0 0 0,0 1 0,-2-2 0,-4-3 3,0 1 1,-1-1-1,0 2 0,-7-4 1,6 4-10,1 0 1,-1 1 0,0 0 0,0 0-1,-17 0 1,26 2 3,-1 0 0,1 0-1,0 0 1,0 0-1,0 0 1,0 0 0,0 0-1,0 0 1,-1 0 0,1 0-1,0 0 1,0 0 0,0 0-1,0 0 1,0 0 0,0 0-1,-1 0 1,1 0 0,0 1-1,0-1 1,0 0-1,0 0 1,0 0 0,0 0-1,0 0 1,-1 0 0,1 0-1,0 0 1,0 1 0,0-1-1,0 0 1,0 0 0,0 0-1,0 0 1,0 0 0,0 0-1,0 0 1,0 1-1,0-1 1,0 0 0,0 0-1,0 0 1,0 0 0,0 0-1,0 1 1,4 7-25,8 5 4,-6-8 15,0 1 1,1-2 0,0 1-1,0-1 1,0 0 0,0 0 0,1-1-1,0 0 1,-1-1 0,1 1-1,0-1 1,0-1 0,10 1 0,-17-2 6,-1 0 0,0 0 0,0 0 0,1 0 0,-1 0 0,0 0 0,0 0 0,0-1 0,1 1 0,-1 0 0,0 0 0,0 0 1,0-1-1,1 1 0,-1 0 0,0 0 0,0 0 0,0-1 0,0 1 0,0 0 0,1 0 0,-1-1 0,0 1 0,0 0 0,0 0 0,0-1 1,0 1-1,0 0 0,0 0 0,0-1 0,0 1 0,0 0 0,0-1 0,0 1 0,0 0 0,0 0 0,0-1 0,0 1 0,-1 0 0,1 0 1,0-1-1,0 1 0,0 0 0,0 0 0,0 0 0,-1-1 0,1 1 0,0 0 0,-1-1 0,-5-11 6,2 8-4,0-1 0,0 1 0,-1-1-1,1 1 1,-1 1 0,0-1 0,-7-4 0,10 6-2,-1 1 1,1 0-1,0 0 0,0 0 1,-1 0-1,1 0 0,-1 0 0,1 1 1,-1-1-1,1 1 0,-1-1 1,1 1-1,-1 0 0,1 0 1,-1 0-1,0 1 0,1-1 1,-1 1-1,-4 1 0,7-2-1,-1 1 0,1-1-1,-1 0 1,1 1 0,-1-1 0,1 1-1,0 0 1,0-1 0,-1 1 0,1-1-1,0 1 1,0-1 0,-1 1-1,1 0 1,0-1 0,0 1 0,0 0-1,0-1 1,0 1 0,0 0 0,0-1-1,0 1 1,0-1 0,0 1-1,1 0 1,-1-1 0,0 1 0,0-1-1,0 1 1,1 0 0,-1-1 0,0 1-1,1-1 1,-1 1 0,1-1-1,-1 1 1,1 0 0,15 19-44,-12-16 40,0 0 0,0 0 0,0-1 0,0 0 0,8 5 0,-10-7 4,-1 0 0,1-1 0,0 1 0,0 0 0,0 0 0,-1-1 0,1 1 0,0-1 0,0 0 0,0 0 0,0 1 0,0-1 0,0-1 0,0 1 0,0 0 0,0 0 0,0-1 0,3 0 0,1-8-1741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9T12:56:52.467"/>
    </inkml:context>
    <inkml:brush xml:id="br0">
      <inkml:brushProperty name="width" value="0.05" units="cm"/>
      <inkml:brushProperty name="height" value="0.05" units="cm"/>
      <inkml:brushProperty name="color" value="#FFFFFF"/>
    </inkml:brush>
  </inkml:definitions>
  <inkml:trace contextRef="#ctx0" brushRef="#br0">112 137 1880,'0'0'104,"15"11"3440,-81-18-2248,36 3-423,29 4-649,2 1-181,0 1 1,0 0-1,0-1 1,0 1-1,0-1 0,0 0 1,0 1-1,0-1 1,1 0-1,-1 0 0,1 0 1,-1 0-1,1 0 0,-1 0 1,3 1-1,1 1 31,23 18 265,1-2 1,1-1-1,1-1 0,0-2 1,64 22-1,-94-37-191,-1-1-124,-1 0 0,0 0 0,1-1 0,-1 1 0,0 0 0,0 0 0,0 1 0,0-1 0,0 0-1,0 0 1,0 0 0,0 1 0,0-1 0,0 0 0,-3 0 0,1-1 20,-195-118 985,129 89-400,68 30-514,12 3 92,18 3-56,0 2 0,-1 1 1,0 1-1,48 24 1,-67-29-101,-8-4-36,-1 1 0,1-1 0,0 1 0,0-1 0,-1 1 1,1-1-1,0 0 0,0 1 0,0-1 0,0 0 0,-1 0 1,1 1-1,0-1 0,0 0 0,0 0 0,0 0 0,0 0 0,-1 0 1,1-1-1,2 1 0,-11-13 193,-24-17-29,10 13-119,0 2 0,-1 0 0,-1 2 1,-1 1-1,0 0 0,-36-10 0,60 21-49,4 2 2,79 26 68,137 66 0,-172-71-8,-38-19 41,-9-5-39,-18-13-8,-33-22-20,-34-12 13,55 33-18,1 0-1,-31-25 1,91 62 3,1-1 1,56 26-1,16 8 3,19 14 119,-245-152-33,51 42-101,-79-33-1,237 121 26,-28-20-9,-1 2 0,95 63 1,-206-110-8,-263-118-11,289 129-30,24 10-1,7 3 0,6 4 0,224 155 0,-221-155 3,13 11 10,-76-44 34,-3-7-34,-89-47 6,103 58-2,56 27-10,-1 1-1,1 0 1,15 12-1,2 1-1,3 0 0,-3 0 4,1-2 0,1-1 0,63 21 0,-109-43-4,1 0 0,1-1 0,-1 0 0,1 0 0,-1-1 0,-7-8 0,1 3 0,-149-103 43,208 121-22,16 12-18,73 36 1,-74-29-2,70 21 1,-63-29 5,-110-55-4,38 33-9,-50-38 0,-1 4 0,-114-59 0,322 179 3,12 7 1,-505-229-3,319 131-1,19 7 0,15 7 0,253 119 34,-259-122-31,7 5 10,1 0 0,0-1 0,0-1 0,0 0 0,0-1 0,18 3 0,-31-7-11,0 0-1,0-1 0,0 1 0,0 0 0,0 0 1,0-1-1,0 1 0,0 0 0,0 0 0,0-1 1,1 1-1,-1 0 0,0 0 0,-1-1 0,1 1 0,0 0 1,0 0-1,0-1 0,0 1 0,0 0 0,0 0 1,0 0-1,0-1 0,0 1 0,0 0 0,-1 0 1,1 0-1,0-1 0,0 1 0,0 0 0,0 0 0,0 0 1,-1-1-1,1 1 0,0 0 0,0 0 0,-1 0 1,1 0-1,0 0 0,0 0 0,0 0 0,-1-1 1,-11-11 10,-16-12 7,-2 2 0,0 1 0,-1 1 0,-1 1 0,0 2-1,-1 2 1,-37-13 0,59 24-10,229 112 30,-193-94-20,-267-124 5,97 48 14,163 69 5,34 8 0,-12-3-15,224 89 194,-261-100-154,-6-4-25,-16-10-6,-31-17-11,-23-7-14,-66-37 2,330 163 33,-43-24-14,13 14 31,-192-94-48,-52-32-1,-1-2-6,-10 3-9,306 163 0,-174-96 4,0-1 0,1-1-1,56 17 1,-100-43 0,-1 1 0,1 0 0,-12-8 0,-36-23 0,-1 2-1,-1 3 1,-2 3-1,-80-31 0,180 76 5,99 41 16,-53-11-3,45 21 22,-151-77-37,-32-22 0,-4-4-2,-99-50-4,243 120 0,27 26 0,32 14 2,-171-84 0,1-1-1,-36-26 1,-3-2-1,-162-89-1,253 145 0,48 16 0,-6-3 0,91 57 0,-125-64 0,-68-41 0,-99-60 0,124 76 0,-31-16-8,-44-15-1,130 50 6,157 62-9,-188-69 15,9 4 5,-21-11-4,-10-5-1,-8-7-1,-2 1 0,1 0 0,-1 1-1,-18-9 1,14 8 1,-25-18-1,38 21 5,10 5 8,11 4 13,17 10 8,52 29 0,-52-24-12,43 16 0,-300-125-29,184 74-8,31 13 12,6 2-1,15 2-1,23 7 1,1 5 2,0 2 0,37 19 0,-37-15 1,74 23 0,-113-42-1,0 1 0,0-1 0,0 0 0,1 0 0,-1 0 0,0 0 0,0 0 0,0 0 0,0 0 0,0 0 1,1 0-1,-1 0 0,0 0 0,0 0 0,0 0 0,0 0 0,1 0 0,-1 0 0,0 0 0,0 0 0,0 0 0,0 0 0,0 0 0,1 0 1,-1 0-1,0 0 0,0 0 0,0 0 0,0 0 0,1 0 0,-1 0 0,0 0 0,0 0 0,0-1 0,0 1 0,0 0 0,0 0 1,0 0-1,1 0 0,-1 0 0,0 0 0,0 0 0,0-1 0,0 1 0,0 0 0,0 0 0,-4-9 5,-13-9 1,-2 3-2,-1 2 0,0 1-1,-1 0 1,-40-15 0,-6-3 1,56 25-5,-13-8 0,60 17 0,34 18 2,-1 2 1,74 39-1,-17-8-1,-150-66-9,-44-24 0,-92-66-40,263 138-16,89 47 64,-230-101-36,-55-14-1,88 29 31,2 2 0,-1-1 0,1 0 0,0 0 0,-1-1 0,1 1 0,0-1-1,0 1 1,0-1 0,0 0 0,0 0 0,-5-5 0,9 6 6,0 1-1,1-1 1,-1 0-1,0 1 0,0-1 1,0 1-1,0 0 1,1-1-1,-1 1 0,0 0 1,0 0-1,3-1 0,20 3 21,0 0-1,1 1 0,-1 2 0,-1 0 0,41 15 0,-14-5 49,-73-22-53,1-2 0,-25-14 1,-12-5 3,53 24-23,21 5-7,38 10-11,-38-8 19,26 5 11,-18-5 4,36 11 0,-59-14-4,-3-1-4,0-1-1,-1 0 0,1 1 1,0 0-1,-1-1 1,-4 1-1,4-1-1,-143-49-53,271 56-58,-150-11 120,-123-22 32,128 26-48,10 0-4,-1 1 0,0 0 0,-17 1 0,34 4-3,-1-1 0,1 0 0,0-1 0,0 1 0,5 1 0,16 3 2,-1-1-1,1-2 0,0-1 1,27 1-1,-3-1 9,-9 1 14,-31-3 14,-30-3-8,-49-6 10,9 0-27,1 3-1,-87 3 1,139 2-15,-1 1 0,0 0 0,1 1 0,-14 3 0,21-4 13,0-1-1,0 1 0,0-1 1,0 1-1,0-1 0,1 0 0,-1 1 1,0-1-1,0 1 0,0-1 1,0 0-1,1 1 0,-1-1 0,0 0 1,0 1-1,1-1 0,-1 0 1,0 1-1,1-1 0,-1 0 0,0 1 1,1-1-1,-1 0 0,0 0 1,1 0-1,-1 1 0,1-1 0,12 9-6,8 0 7,0 0-1,0-2 1,1-1-1,33 6 0,24 7 2,36 18 47,-152-45-39,-41-15-1,44 11-6,-61-11 0,45 15-12,-1 3-1,0 2 1,0 3-1,1 1 0,-1 3 1,-71 14-1,118-17 8,1-1 0,1 1 1,-1-1 0,1 1 0,-1-1 0,1 1-1,0 0 1,-1 0 0,1 0 0,0 0-1,0 0 1,0 0 0,0 1 0,0-1-1,0 1 1,0-1 0,0 1 0,-2 3-1,5-5 3,0 1 0,-1 0 0,1-1 0,0 1 0,0-1-1,0 1 1,-1-1 0,1 1 0,0-1 0,0 1 0,0-1-1,0 0 1,0 1 0,0-1 0,0 0 0,0 0-1,2 0 1,0 1 0,29 4 0,47 3 0,0 0 27,43 3 179,-122-13-64,-6-4-99,-10-5-22,-14-5-4,0 0-1,-2 3 1,0 0 0,-36-9 0,-137-25 47,199 46-63,-225-34-16,262 40 16,0 1 0,34 11 0,-23-5 0,28 7 0,-2 2 0,-1 3-1,72 38 1,-134-59-201,-5-3 131,1 0 1,-1 1-1,0-1 1,1 1-1,-1-1 0,1 0 1,-1 0-1,1 1 1,-1-1-1,1 0 0,-1 0 1,1 1-1,0-1 1,-1 0-1,1 0 0,-1 0 1,1 0-1,-1 0 1,1 0-1,0 0 0,-1 0 1,1 0-1,-1 0 1,1 0-1,-1 0 0,1 0 1,-1-1-1,1 1 1,0 0-1,0-1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9T13:01:08.467"/>
    </inkml:context>
    <inkml:brush xml:id="br0">
      <inkml:brushProperty name="width" value="0.05" units="cm"/>
      <inkml:brushProperty name="height" value="0.05" units="cm"/>
      <inkml:brushProperty name="color" value="#FFFFFF"/>
    </inkml:brush>
  </inkml:definitions>
  <inkml:trace contextRef="#ctx0" brushRef="#br0">3106 152 4384,'0'0'416,"-11"-3"433,-179-20 1138,-307 4 1,288 34-603,245-6-744,467 16 748,-354-22-1100,-5-5 81,-68 0 26,-72 2-221,-5-1-56,-12-3 3,-25-2-19,-372-19 311,-3 30-120,26 26 417,442-31-235,-21 2-399,63-3 89,655 10 744,-627-7-598,-298-18-87,-503 37-169,341-2-55,320-18-1,14-2 0,5-1 0,12-2 0,409 7 43,-197 5-20,-35-15 30,-242-3-20,-248-18-18,-5 24-14,192 3-1,-444-3 16,766 12 90,133-3-18,-275-12-70,49-2 58,-161 4-37,-388 10-4,266-2-29,157-3-6,-293 11 0,207-4 0,-111 23 0,203-29 0,-1-1 0,1 0 0,-1 0 0,1 1 0,-1-1 0,1 1 0,0-1 0,-1 1 0,1 0 0,0-1 0,-1 1 0,-1 2 0,3-3 0,0 0 0,0 0 0,0 1 0,0-1 0,0 0 0,0 1 0,0-1 0,0 0 0,0 0 0,0 1 0,0-1 0,0 0 0,0 1 0,0-1 0,0 0 0,0 0 0,0 1 0,0-1 0,0 0 0,1 0 0,-1 1 0,0-1 0,0 0 0,0 0 0,0 1 0,1-1 0,-1 0 0,0 0 0,0 0 0,1 1 0,-1-1 0,0 0 0,0 0 0,1 0 0,-1 0 0,1 0 0,4 3 0,0 0 0,1-1 0,-1 0 0,12 2 0,11 1 0,0-1 0,0-2 0,48-1 0,87-14 0,-125 9 0,16-2 0,149-21 0,-203 27 0,0 0 0,0 0 0,0 0 0,0 0 0,0 0 0,0 0 0,0 0 0,0 0 0,0-1 0,0 1 0,0 0 0,0 0 0,0 0 0,0 0 0,0 0 0,0 0 0,0 0 0,0 0 0,0 0 0,0 0 0,0 0 0,0 0 0,0 0 0,0-1 0,0 1 0,0 0 0,0 0 0,0 0 0,0 0 0,0 0 0,0 0 0,0 0 0,0 0 0,0 0 0,0 0 0,0 0 0,0 0 0,1 0 0,-1 0 0,0 0 0,0 0 0,0 0 0,0 0-1,0 0 1,0 0 0,0 0 0,0 0 0,0 0 0,-12-3-2,-22 0-4,-306 3-25,197 2 14,-399 7-143,666-4 46,14-1 21,43-10-233,-205-3 188,-47-3 74,-1 3-1,-103-1 0,-147 21-99,319-10 160,-39 2-21,32 0-9,26 0-31,208 6-68,-31-3-72,-184-7 142,-16-4 23,-19-4-2,-18 2 17,-1 3 0,1 1 0,-1 2 1,0 2-1,-45 7 0,52-4-1,-73 18 1,111-22 24,-1 0-1,0 0 0,1 0 1,-1 0-1,0 0 1,1 0-1,-1 1 1,1-1-1,-1 0 1,0 0-1,1 1 1,-1-1-1,1 0 0,-1 1 1,1-1-1,-1 1 1,1-1-1,-1 1 1,1-1-1,0 1 1,-1-1-1,1 1 0,0-1 1,-1 1-1,1-1 1,-1 2-1,2-1 1,-1-1-1,0 1 0,0 0 1,1-1-1,-1 1 1,0 0-1,1 0 0,-1-1 1,1 1-1,-1-1 0,1 1 1,-1 0-1,1-1 1,-1 1-1,1-1 0,-1 1 1,1-1-1,0 1 1,4 2-7,0 0 0,-1-1 0,1 0 1,0 1-1,7 1 0,15 1-29,1-1-1,53 2 0,59-10-51,-70 1 45,-43 3 26,-14 0 2,-1 0 0,1-1 0,14-3 0,-27 4 16,1 0-1,-1 0 1,0 0-1,0 0 1,0 0-1,0 0 1,1 0-1,-1 0 1,0 0-1,0 0 1,0 0-1,0 0 1,0-1-1,1 1 1,-1 0-1,0 0 1,0 0-1,0 0 1,0 0-1,0 0 1,0-1-1,0 1 1,1 0-1,-1 0 1,0 0-1,0 0 0,0 0 1,0-1-1,0 1 1,0 0-1,0 0 1,0 0-1,0 0 1,0-1-1,0 1 1,0 0-1,0 0 1,0 0-1,0 0 1,0-1-1,0 1 1,0 0-1,0 0 1,0 0-1,0-1 1,-8-9-8,-12-6 6,6 10 1,-1 0 0,1 1 0,-1 0-1,0 1 1,-26-3 0,-80-3 2,100 9-1,-129 3 0,150-2-1,1 0 1,-1 0 0,0 0 0,0 0 0,0 0 0,0 0 0,0 0 0,0 0 0,0 0 0,0 0 0,0 0 0,1 0 0,-1 0 0,0 1 0,0-1 0,0 0 0,0 0 0,0 0 0,0 0 0,0 0-1,0 0 1,0 0 0,0 0 0,0 0 0,0 1 0,0-1 0,0 0 0,0 0 0,0 0 0,0 0 0,0 0 0,0 0 0,0 0 0,0 0 0,0 1 0,0-1 0,0 0 0,0 0 0,0 0 0,0 0 0,0 0-1,0 0 1,0 0 0,0 0 0,0 1 0,0-1 0,0 0 0,0 0 0,0 0 0,0 0 0,0 0 0,-1 0 0,1 0 0,0 0 0,0 0 0,0 0 0,0 0 0,0 0 0,9 5-4,17 1-3,1-1-1,0-1 1,-1-1 0,1-2 0,39-3 0,-11 2-6,159-1-54,-216 1 66,0 0 1,1 0-1,-1-1 0,0 1 1,0-1-1,1 1 0,-1-1 1,0 0-1,-2-1 0,-9-4 2,-23-3-1,-1 1 0,1 2 0,-40-1 0,-110 5 0,173 2 0,-11 1 0,-36 5 0,58-4 0,9 2 0,11 3 0,19-1 0,1-2 0,0-1 0,0-2 0,43-4 0,-33 2 0,280-16 0,-365 10 1,1-1 6,-59 0 25,-134 7 1,102 3 68,174 4-53,187-13-32,-51 0-14,-39 5-2,-218-7 16,-44 2 7,-22 1 152,404-3-134,-232 8-41,-66-9 0,6 5 0,0 3 0,-1 0 0,1 2 0,-1 0 0,0 2 0,-45 10 0,74-12 0,0 0 0,0 0 0,0 0 0,0 0 0,0 0 0,0 0 0,0 0 0,0 0 0,0 1 0,0-1 0,0 0 0,0 0 0,0 0 0,0 0 0,0 0 0,0 0 0,0 0 0,0 0-1,0 1 1,0-1 0,0 0 0,0 0 0,0 0 0,0 0 0,0 0 0,0 0 0,0 0 0,0 0 0,0 1 0,0-1 0,0 0 0,0 0 0,0 0 0,0 0 0,0 0 0,0 0 0,0 0-1,0 0 1,0 0 0,0 0 0,0 0 0,1 1 0,-1-1 0,0 0 0,0 0 0,0 0 0,0 0 0,0 0 0,0 0 0,0 0 0,0 0 0,0 0 0,1 0 0,-1 0 0,0 0 0,0 0-1,0 0 1,0 0 0,0 0 0,0 0 0,0 0 0,0 0 0,1 0 0,-1 0 0,0 0 0,0 0 0,0 0 0,0 0 0,0 0 0,10 3-6,29 3-2,0-2 0,1-2 0,76-5 0,-140-2 4,-23 0 1,-218 10 3,220-3 0,157-1 0,-50-3-6,-29 2-3,-1-1 1,37-7-1,-77 0-7,0 5 15,0 0 0,0 1 0,-1-1 0,0 2 0,1-1 0,-1 1 0,-9 0 0,-68 3-6,57-1 6,-90 9-6,101-7 5,1 1 0,-1 0 0,1 1 0,-28 13 0,45-18 2,-1 0 0,1 0 0,0 0 0,0 0-1,0 0 1,-1 0 0,1 1 0,0-1 0,0 0 0,0 0-1,0 0 1,0 1 0,-1-1 0,1 0 0,0 0 0,0 0 0,0 1-1,0-1 1,0 0 0,0 0 0,0 1 0,0-1 0,0 0-1,0 0 1,0 0 0,0 1 0,0-1 0,0 0 0,0 0-1,0 1 1,0-1 0,0 0 0,0 0 0,0 1 0,0-1 0,0 0-1,0 0 1,1 0 0,-1 1 0,0-1 0,0 0 0,0 0-1,0 0 1,0 0 0,1 1 0,-1-1 0,0 0 0,0 0 0,0 0-1,1 0 1,-1 0 0,0 0 0,0 1 0,0-1 0,1 0-1,-1 0 1,0 0 0,15 8-5,1-4-3,0 0 1,0-1 0,1-1 0,0 0 0,-1-1 0,32-2 0,-19 0-1,0 1-8,45-6 0,-73 6 16,-1 0 0,0 0 0,0 0 0,1 0 0,-1 0 0,0 0-1,0 0 1,1 0 0,-1 0 0,0 0 0,0 0 0,1-1 0,-1 1 0,0 0 0,0 0-1,1 0 1,-1 0 0,0-1 0,0 1 0,0 0 0,1 0 0,-1 0 0,0-1 0,0 1-1,0 0 1,0 0 0,0-1 0,0 1 0,1 0 0,-1 0 0,0-1 0,0 1 0,0 0 0,0 0-1,0-1 1,0 1 0,0 0 0,0 0 0,0-1 0,0 1 0,0 0 0,0 0 0,0-1-1,-1 1 1,1 0 0,0 0 0,0-1 0,0 1 0,0 0 0,0 0 0,0-1 0,-1 1-1,1 0 1,0 0 0,0 0 0,0-1 0,-1 1 0,1 0 0,0 0 0,0 0 0,0 0 0,-1-1-1,1 1 1,0 0 0,0 0 0,-1 0 0,-17-12 0,-1 5 0,-1 2 0,1 0 0,-1 1 0,-24-1 0,-84-1 5,110 6-3,-4-1 1,9 1-2,1-1 1,-1 2 0,-18 2-1,31-3 0,-1 0-1,0 0 0,0 1 0,0-1 0,0 0 0,0 0 0,1 1 0,-1-1 0,0 0 0,0 1 0,1-1 0,-1 1 0,0-1 0,0 1 0,1-1 0,-1 1 0,1 0 0,-1-1 0,0 2 0,0-1 0,1-1 0,0 1 0,0 0 0,0-1 0,0 1 0,0-1 0,0 1 0,0 0 0,0-1 0,0 1 0,0 0 0,0-1 0,1 1 0,-1-1 0,0 1 0,0-1 0,1 1 0,-1 0 0,0-1 0,1 1 0,2 3 0,-1-2-1,1 1 1,0 0 0,0 0 0,0-1 0,0 1-1,5 2 1,10 4-5,0-1 0,1 0 0,0-2 0,31 8 0,84 9-50,-105-18 40,79 8-80,-118-25 71,4 9 22,-1 0 1,1 0 0,-1 1 0,0-1-1,0 2 1,-12-3 0,-49-1 2,46 3-1,-1 1 0,-12-3 1,1 3 0,0 0 1,-1 3-1,-45 6 0,80-8-1,0 0 0,0 0 0,-1 0 0,1 0 0,0 0 0,0 1 0,0-1 0,-1 0 0,1 0 0,0 0 0,0 0 0,0 0 0,0 0 0,-1 0 0,1 0 0,0 1 0,0-1 0,0 0 0,0 0 0,0 0 0,-1 0 0,1 0 0,0 1 0,0-1 0,0 0 0,0 0 0,0 0 0,0 1 0,0-1 0,0 0 0,0 0 0,0 0 0,0 1 0,0-1 0,0 0 0,0 0 0,0 0 0,0 1 0,0-1 0,0 0 0,0 0 0,0 0 0,0 1 0,0-1 0,0 0 0,0 0 0,0 0 0,0 1 0,0-1 0,1 0 0,-1 0 0,0 0 0,0 0 0,0 0 0,0 1 0,0-1 0,1 0 0,-1 0 0,0 0 0,12 10-5,-4-6 2,0 0-1,1 0 1,0-1 0,-1 0 0,1 0-1,15 2 1,60 4-25,-67-8 22,28 3-9,-9 1-1,1-3-1,0-1 1,54-5 0,-96-3 8,0 3 8,-1 1 0,1 0 0,-1 1 0,0-1 0,0 1 0,0 0 0,-8-1 0,-49-6 0,51 8 0,-35-5 5,-1 3 1,1 2 0,-82 7-1,190-2-3,256-29-2,-154 9 0,49 0 0,171-16 0,-368 30 0,-15 2 0,0 0 0,0 0 0,0 0 0,0 0 0,-1 0 0,1 0 0,0 0 0,0-1 0,0 1 0,0 0 0,0 0 0,0 0 0,0 0 0,0 0 0,0 0 0,0 0 0,0 0 0,0 0 0,0 0 0,0-1 0,0 1 0,0 0 0,1 0 0,-1 0 0,0 0 0,0 0 0,0 0 0,0 0 0,0 0 0,0 0 0,0 0 0,0 0 0,0 0 0,0 0 0,0-1 0,0 1 0,0 0 0,0 0 0,0 0 0,0 0 0,1 0 0,-1 0 0,0 0 0,-10-3 0,-33-5 0,1 1 0,-49-1 0,-91 5 0,136 3 0,-283 17 0,317-14 0,9 1 0,5-3 0,-1 0 0,0 0 0,1 0 0,-1-1 0,1 1 0,-1 0 0,1-1 0,-1 1 0,1-1 0,-1 1 0,3-1 0,77 14 0,1-3 0,93-1 0,-49-3 0,-71-3 0,224 7 8,-279-11-8,1 0 0,-1 0 0,0 0 0,0 0 0,0 0 1,0 0-1,0 0 0,0 0 0,0 0 0,0 0 0,0 0 1,0 0-1,0 0 0,0 0 0,0 0 0,1 0 1,-1 0-1,0 0 0,0 0 0,0 0 0,0 0 0,0 0 1,0 0-1,0 0 0,0 0 0,0 0 0,0 0 1,0 0-1,0 0 0,0 0 0,1 0 0,-1 0 0,0 0 1,0 0-1,0 0 0,0-1 0,0 1 0,0 0 0,0 0 1,0 0-1,0 0 0,0 0 0,0 0 0,0 0 1,0 0-1,0 0 0,0 0 0,0 0 0,0 0 0,0 0 1,0-1-1,0 1 0,0 0 0,0 0 0,0 0 1,0 0-1,0 0 0,0 0 0,0 0 0,0 0 0,0 0 1,0 0-1,0 0 0,0 0 0,0-1 0,-7-4 8,-13-4 5,-16-1 4,0 2 1,-1 1 0,0 2 0,-46 0 0,55 3-10,-445-7 188,438 9-171,195 8 16,638 34-15,-798-42-26,0 0 1,0 0-1,0 0 1,0 0-1,0 0 0,0 0 1,0 0-1,0 0 1,0 0-1,0 0 1,0 0-1,0 0 1,0-1-1,0 1 0,0 0 1,0 0-1,0 0 1,0 0-1,0 0 1,0 0-1,0 0 1,0 0-1,0 0 0,0 0 1,0 0-1,0 0 1,0 0-1,0 0 1,0 0-1,0 0 1,0 0-1,0 0 0,0 0 1,0 0-1,1 0 1,-1-1-1,0 1 1,0 0-1,0 0 1,0 0-1,0 0 0,-12-5 13,-21-6 4,-30-1 33,-91-4 1,-68 9 78,156 6-81,24 3 40,42-2-86,0 0 0,0 0 0,0 0 1,0 0-1,0 0 0,0 0 0,0 0 0,0 0 0,0 0 0,0 0 0,0 0 0,0 1 0,0-1 0,0 0 0,0 0 0,0 0 0,0 0 0,0 0 0,0 0 0,0 0 0,0 0 0,0 0 1,0 0-1,0 0 0,0 0 0,0 0 0,0 0 0,0 1 0,25 0 17,217-2 22,220 9-9,-249 12 48,-269-37 26,-386-48 30,424 64-131,-10-3 13,0 2 0,-1 1 0,-49 4 0,78-3-18,0 0 1,0 0-1,0 0 0,0 0 0,0 0 1,0 0-1,-1 0 0,1 0 0,0 0 1,0 0-1,0 0 0,0 0 0,0 0 1,0 0-1,0 0 0,0 0 0,0 0 1,0 0-1,0 0 0,-1 0 1,1 1-1,0-1 0,0 0 0,0 0 1,0 0-1,0 0 0,0 0 0,0 0 1,0 0-1,0 0 0,0 0 0,0 0 1,0 0-1,0 0 0,0 0 0,0 0 1,0 0-1,0 1 0,0-1 0,-1 0 1,1 0-1,0 0 0,0 0 0,0 0 1,0 0-1,0 0 0,0 0 0,0 0 1,0 0-1,0 0 0,0 1 0,1-1 1,-1 0-1,0 0 0,0 0 0,0 0 1,0 0-1,0 0 0,0 0 0,0 0 1,0 0-1,0 0 0,0 0 1,0 0-1,0 0 0,0 1 0,0-1 1,0 0-1,0 0 0,9 5 11,16 5 1,23 1-4,0-2 0,1-3-1,49 1 1,-46-3-7,464 44-8,-469-44 6,-155-25 1,16 1 0,-390-35 55,449 55-35,33 0-20,0 0 0,0 0 0,0 0 0,0 0 1,0 0-1,0 0 0,0 0 0,0 0 0,-1 0 0,1 0 0,0 0 1,0 0-1,0 0 0,0 0 0,0 0 0,0 0 0,0 0 0,0 0 1,0 0-1,0 0 0,-1 0 0,1 1 0,0-1 0,0 0 0,0 0 1,0 0-1,0 0 0,0 0 0,0 0 0,0 0 0,0 0 0,0 0 1,0 0-1,0 0 0,0 0 0,0 1 0,0-1 0,0 0 0,0 0 1,0 0-1,-1 0 0,1 0 0,0 0 0,0 0 0,0 0 0,0 0 1,1 1-1,-1-1 0,0 0 0,0 0 0,0 0 0,0 0 0,0 0 1,0 0-1,0 0 0,0 0 0,0 0 0,0 0 0,0 0 0,0 1 1,0-1-1,0 0 0,0 0 0,0 0 0,0 0 0,16 8 4,24 6-4,55 10 0,-7-1 0,-86-22 0,33 9-2,0 1 0,-1 2-1,49 26 1,-83-39 2,0 0 0,0 0 0,0 0 0,0 0 0,0 0 0,1 0 0,-1 0 0,0 0 0,0 0 0,0 0 0,0 1 0,0-1 0,0 0 0,0 0 0,0 0 0,0 0 0,0 0 0,0 0-1,0 0 1,0 0 0,0 0 0,0 0 0,0 0 0,0 1 0,0-1 0,0 0 0,0 0 0,0 0 0,0 0 0,0 0 0,0 0 0,0 0 0,0 0 0,0 0 0,0 0 0,0 0 0,0 1 0,0-1 0,0 0 0,0 0 0,0 0 0,0 0 0,0 0 0,0 0 0,0 0 0,0 0-1,0 0 1,0 0 0,0 0 0,-1 0 0,1 0 0,0 0 0,0 0 0,0 1 0,0-1 0,0 0 0,0 0 0,0 0 0,0 0 0,0 0 0,0 0 0,-1 0 0,-9 3-2,-14 0-1,-41-1-1,-90-8 0,86 1 0,-71 4-1,128 3-3,11 1 5,7 1-1,6 0 0,1 0 0,-1-1-1,1 0 1,-1-1 0,1 0-1,17-1 1,-11 0 0,127 8-66,283-21 0,-425 12 68,28-5-6,-22 1 5,-10 4 3,0 0-1,0-1 1,0 1 0,0 0 0,0 0 0,0-1 0,0 1 0,-1 0-1,1 0 1,0-1 0,0 1 0,0 0 0,0 0 0,0-1-1,0 1 1,0 0 0,0 0 0,-1 0 0,1-1 0,0 1 0,0 0-1,0 0 1,0 0 0,-1 0 0,1 0 0,0-1 0,0 1-1,-1 0 1,1 0 0,0 0 0,0 0 0,0 0 0,-1 0 0,1 0-1,0 0 1,-1 0 0,-14-7-1,0 1-1,-1 0 1,0 1-1,-24-3 1,-72-7 2,61 10-2,-143-15 1,143 18-13,-93 7 0,132-1-14,17 1-4,20 6-6,27 3-22,79 11-1,-51-11 28,225 31-40,-305-44 72,1-1 0,-1 0 0,0 0 0,0 0 0,0 0 0,0 0 0,0 0 0,1 0 0,-1 0 0,0 1 0,0-1 0,0 0 0,0 0 0,0 0 0,1 0 0,-1 0 0,0 0 0,0 0 0,0 0 0,0 0 0,1 0 0,-1 0 0,0 0 0,0 0 0,0 0 0,0 0 0,1 0 0,-1 0 0,0-1 0,0 1 0,0 0 0,0 0 0,0 0 0,1 0 0,-1 0 0,0 0 0,0 0 0,0 0 0,0-1 0,0 1 0,0 0 0,1 0 0,-1 0 0,0 0 0,0 0 0,0-1 0,0 1 0,0 0 0,0 0 0,0 0 0,0 0 0,0 0 0,0-1 0,0 1 0,0 0 0,0 0 0,0 0 0,0-1 0,0 1 0,0 0 0,0 0 0,0 0 0,0 0 0,0 0 0,0-1 0,0 1 0,0 0 0,0 0 0,-1 0 0,-10-10 0,1 5 1,-1 0 0,1 0 0,-1 1 0,0 0 0,-19-3 0,-62-7 9,83 13-10,-91-9 41,-190 4 0,380 19-35,131 2-20,135 13-20,-352-28 34,7 1-16,-22-6 0,-63-17 12,-1 3 0,-84-9-1,6 1 2,195 20 5,445 2 4,-430 7-6,125 5-1,-172-7-7,-10-2 5,-8-2 1,8 4 2,-29-7-4,0 0 0,-40-3 1,7 1-2,-282-33-14,338 42 11,8 3 5,7 1 1,18 4-1,1-1 0,-1-2-1,47 4 1,-28-4 0,378 42 1,-421-47 2,19 2 0,-18-4 1,-12-3 0,-39-10 17,1 2 1,-75-11-1,72 15-1,-23-5 49,0 4 0,-83-2 0,154 12-63,0 0-1,0-1 0,0 1 0,0 0 0,1 0 0,-1 0 0,0 0 0,0 1 0,0-1 0,0 0 0,0 0 0,1 0 0,-1 1 1,0-1-1,0 0 0,0 1 0,1-1 0,-1 1 0,-1 0 0,2-1-1,1 1 0,-1-1 1,0 1-1,1-1 0,-1 1 0,0-1 1,0 1-1,1-1 0,-1 1 0,1-1 0,-1 0 1,1 1-1,-1-1 0,0 0 0,1 1 0,-1-1 1,1 0-1,-1 1 0,1-1 0,0 0 1,39 16 17,40 1-3,89 7 0,-98-16-13,171 19 29,-242-27-31,0 0 0,-1 0-1,1 0 1,0 0 0,0 0 0,0 0 0,0 0 0,0 0 0,0 0 0,0 0-1,0-1 1,0 1 0,0 0 0,0 0 0,0 0 0,1 0 0,-1 0 0,0 0 0,0 0-1,0 0 1,0 0 0,0 0 0,0 0 0,0 0 0,0 0 0,0 0 0,0 0-1,0 0 1,0 0 0,0-1 0,0 1 0,0 0 0,0 0 0,0 0 0,0 0-1,0 0 1,0 0 0,0 0 0,1 0 0,-1 0 0,0 0 0,0 0 0,0 0-1,0 0 1,0 0 0,0 0 0,0 0 0,0 0 0,0 0 0,0 0 0,0 0 0,0 0-1,0 0 1,0 0 0,1 0 0,-1 0 0,0 0 0,0 0 0,0 1 0,-8-7 23,-12-4 3,-35-10 86,-93-20 1,107 30-65,25 7-24,11 3-11,10 1-1,414 47-1,-263-36-10,-21-1-2,-150-18 3,-20-3 1,-81-15 12,-166-14 0,281 39-16,-21-2 4,15 3 1,11 2 2,30 7-3,0-2 0,1-1-1,57 3 1,-21-2-2,465 63-2,-589-88 8,-530-84 32,576 101-40,11 3 0,13 2 0,360 55-5,-173-30 2,-50-7 3,-286-60 0,-325-45 24,498 97-24,210 40 0,-10-3 0,-208-44 0,-23-7 0,1 2 0,-1-1 0,-1 1 0,20 9 0,-52-13 0,-207-29 0,20 2 0,-3 15 0,247 26 0,96 15 0,25 5 0,-145-30 0,-10-3 0,0 1 0,0-1 0,0 0 0,0 0 0,0 0 0,0 0 0,0 0 0,0 0 0,0 1 0,0-1 0,0 0 0,0 0 0,0 0 0,0 0 0,0 0 0,0 0 0,0 1 0,0-1 0,0 0 0,0 0 0,0 0 0,0 0 0,0 0 0,0 0 0,0 0 0,0 0 0,-1 1 0,1-1 0,0 0 0,0 0 0,0 0 0,0 0 0,0 0 0,0 0 0,0 0 0,-1 0 0,1 0 0,0 0 0,0 0 0,0 0 0,0 0 0,0 0 0,0 0 0,-1 0 0,1 0 0,0 0 0,0 0 0,0 0 0,0 0 0,0 0 0,0 0 0,-1 0 0,1 0 0,0 0 0,0 0 0,0 0 0,0 0 0,0 0 0,-13 2 0,-34-3 0,-81-12 0,14 0 0,228 19 0,82 22 0,4 1 0,-142-23 0,82-2 0,-139-4 0,0 0 0,0 0 0,-1 0 0,1 0 0,0 0 0,0 0 0,0 0 0,0 0 0,0 0 0,-1 0 0,1 0 0,0-1 0,0 1 0,0 0 0,-1 0 0,1-1 0,0 1 0,-1-1 0,1 1 0,0-1 0,-1 1 0,1-1 0,0 1 0,-1-1 0,2-1 0,-2 1 0,-1 0 0,1 1 0,0-1 0,0 0 0,-1 0 0,1 0 0,0 0 0,-1 0 0,1 1 0,-1-1 0,1 0 0,-1 0 0,1 1 0,-1-1 0,1 0 0,-1 1 0,0-1 0,-1 0 0,-6-6 0,-1 1 0,-16-9 0,-10-3 0,-2 2 0,0 2 0,-53-13 0,-121-16 0,208 43 0,8 3 0,12 3 0,110 24 0,222 24 0,-341-53 0,13 0 0,-19-4 0,-11-4 0,-10-3 0,0 2 1,-1 0-1,0 1 0,-32-7 0,17 5 1,25 6 0,-273-68 51,323 92-36,30 1-8,140 25-1,-117-29-5,185 34-2,-294-61 0,-19-6 0,-210-49 36,-8 18 21,166 32-46,74 13 55,35 6-21,482 93 148,-479-93-182,-14-2 0,0-1-1,0-1 1,0 0 0,22 0-1,-33-2-7,0 1-1,-1-1 0,1 0 1,-1 1-1,1-1 1,-1 0-1,1 1 0,-1-1 1,0 1-1,1-1 0,-1 1 1,0-1-1,1 1 0,-1-1 1,0 1-1,-1-1 0,-35-15 27,-1 2 0,0 2 0,-71-14-1,62 16-8,-164-28 60,210 38-79,0 0 0,0-1 0,-1 1 0,1 0 0,0 0 0,0 0 0,0 0 0,0 0 0,0 0 0,0 0 0,-1 0 0,1 0 0,0 1 0,0-1 0,0 0 0,0 1 0,0-1 0,0 1 0,0-1 0,0 1 0,0-1 0,0 1 0,-1 1 0,2-1 0,1 0 0,-1 0-1,0 0 1,1 0 0,-1 0-1,1 0 1,-1 0 0,1 0-1,0 0 1,-1 0 0,1 0-1,0 0 1,0-1 0,0 1-1,-1 0 1,1 0-1,0-1 1,0 1 0,0 0-1,0-1 1,0 1 0,0-1-1,3 1 1,33 16 1,0-2 1,2-2-1,76 17 0,-75-21-2,21 8 0,54 11 0,-97-25 0,0 0 0,0-2 0,0 0 0,23-1 0,-39 0 0,-1 0 0,0 0 0,0 0 0,0-1 0,1 1 0,-1 0 0,0 0 0,0 0 0,0-1 0,0 1 0,0-1 0,0 1 0,1-1 0,-1 1 0,0-1 0,-1 0 0,1 1 0,0-1 0,1-1 0,-2 1 0,0 1 0,0-1 0,0 1 0,0-1 0,0 0 0,0 1 0,0-1 0,0 1 0,0-1 0,0 0 0,0 1 0,-1-1 0,1 1 0,0-1 0,0 0 0,-1 1 0,1-1 0,0 1 0,-1-1 0,1 1 0,-1 0 0,1-1 0,-1 1 0,0-1 0,-6-5 0,-1 0 0,1 0 0,-13-5 0,-16-8 1,-1 2 0,-1 2 0,0 2 0,-1 1 0,0 1-1,-1 3 1,-69-6 0,93 15-5,12 6-6,4-6 9,1 0 0,-1 0 0,1 1 0,0-1 0,-1 0 0,1 0 0,0 0 0,0 0 0,0 0 0,0 0 0,0 0 0,0-1 0,0 1 0,0 0 0,0 0 0,0-1 0,0 1 0,2 0 0,31 13-24,0-1 1,2-1-1,71 13 0,-71-18 6,15 5-5,1 0-16,0-1 0,92 5 0,-144-16 40,0 0 0,0 1-1,1-1 1,-1 0-1,0 0 1,0 0-1,1 0 1,-1 0 0,0 0-1,0 0 1,1 0-1,-1 0 1,0 0 0,0 0-1,1 0 1,-1 0-1,0 0 1,0 0-1,1 0 1,-1 0 0,0 0-1,0 0 1,1 0-1,-1-1 1,0 1-1,0 0 1,1 0 0,-1 0-1,0 0 1,0 0-1,0-1 1,1 1 0,-1 0-1,0 0 1,0 0-1,0-1 1,0 1-1,0 0 1,1 0 0,-1-1-1,0 1 1,0 0-1,0 0 1,0-1-1,0 1 1,-11-11-6,-21-7 1,-10-3 0,-1 3 1,0 1 0,-85-20-1,228 71 5,264 64-72,-364-98 72,0 0-1,0 0 0,0 0 0,0 0 0,0 0 1,0 0-1,0 0 0,0 0 0,0 0 0,0 0 1,0 0-1,0 0 0,0 0 0,0-1 0,0 1 1,1 0-1,-1 0 0,0 0 0,0 0 0,0 0 1,0 0-1,0 0 0,0 0 0,0 0 0,0 0 1,0 0-1,0 0 0,0 0 0,0 0 0,0 0 0,0 0 1,0 0-1,0 0 0,0 0 0,1 0 0,-1 0 1,0 0-1,0 0 0,0 0 0,0 0 0,0 0 1,0 0-1,0 0 0,0 0 0,-8-6-18,-17-7 2,-80-25-11,-203-47 0,302 83 28,-13-1-4,19 3 4,0 0 0,0 0 0,0 0-1,0 0 1,0 0 0,0 0 0,0 0 0,0 0 0,0 0-1,0 0 1,0 0 0,0 0 0,0 0 0,0 0-1,0 1 1,0-1 0,0 0 0,0 0 0,0 0-1,0 0 1,0 0 0,0 0 0,0 0 0,0 0 0,0 0-1,0 0 1,0 0 0,0 0 0,0 0 0,0 0-1,0 0 1,0 0 0,0 0 0,0 1 0,0-1 0,0 0-1,0 0 1,0 0 0,0 0 0,0 0 0,0 0-1,-1 0 1,1 0 0,0 0 0,0 0 0,0 0 0,0 0-1,0 0 1,30 12-9,141 40-60,221 38 0,-391-90 69,-1 0 0,0 0 0,1 0 0,-1 0 0,0 1 0,1-1 0,-1 0-1,1 0 1,-1 0 0,0 0 0,1 0 0,-1 0 0,0 0 0,1 0 0,-1 0 0,1 0-1,-1 0 1,0 0 0,1 0 0,-1-1 0,0 1 0,1 0 0,-1 0 0,0 0-1,1 0 1,-1-1 0,0 1 0,1 0 0,-9-8-3,-21-7 1,-213-71 2,159 60 0,-52-13 0,314 99 8,170 34 176,-386-119-9,-215-71 12,176 70-151,41 14-22,-63-20 48,105 41-38,10 2-18,0-1-1,0 0 1,1-2 0,0 0 0,32 9-1,-28-10-1,119 37 25,189 33 0,-321-76-27,-1 1 0,0 0 1,-1-1-1,1-1 1,9 1-1,-17-1-1,0 0-1,0 0 0,0 0 0,0 0 1,1 0-1,-1 0 0,0 0 0,0 0 1,0-1-1,0 1 0,1 0 0,-1 0 1,0 0-1,0 0 0,0 0 0,0 0 1,1 0-1,-1 0 0,0 0 0,0-1 1,0 1-1,0 0 0,0 0 0,0 0 1,0 0-1,0 0 0,1-1 0,-1 1 0,0 0 1,0 0-1,0 0 0,0 0 0,0-1 1,0 1-1,0 0 0,0 0 0,0 0 1,0 0-1,0-1 0,0 1 0,0 0 1,0 0-1,0 0 0,0 0 0,0-1 1,0 1-1,0 0 0,-1 0 0,1 0 1,0 0-1,0-1 0,0 1 0,0 0 1,0 0-1,0 0 0,0 0 0,-1 0 1,1 0-1,0-1 0,0 1 0,0 0 1,0 0-1,0 0 0,-1 0 0,1 0 1,0 0-1,0 0 0,0 0 0,-13-11 9,-2 2-3,1 1 0,-2 0 1,1 1-1,-29-9 0,-71-13 21,86 23-15,-66-13 22,116 31-28,237 69-6,-180-58 0,-53-16 0,-51-24 0,-259-75-65,239 79 58,43 12-16,5 2 7,10 4 1,21 7 5,429 90-46,-462-102 56,0 0 0,0 0 0,0 0 0,0 0 0,0 0 0,0 0 0,0 0 0,0 0 0,1 0 0,-1 1 0,0-1 0,0 0-1,0 0 1,0 0 0,0 0 0,0 0 0,0 0 0,1 0 0,-1 0 0,0 0 0,0 0 0,0 0 0,0 0 0,0 0 0,0 0 0,0 0-1,1 0 1,-1 0 0,0 0 0,0 0 0,0-1 0,0 1 0,0 0 0,0 0 0,0 0 0,0 0 0,1 0 0,-1 0 0,0 0 0,0 0-1,0 0 1,0 0 0,0 0 0,0-1 0,0 1 0,0 0 0,0 0 0,0 0 0,0 0 0,0 0 0,0 0 0,0 0 0,0 0 0,0-1-1,0 1 1,0 0 0,0 0 0,0 0 0,0 0 0,0 0 0,0 0 0,0 0 0,0-1 0,0 1 0,-8-9-6,-17-10 0,-27-7 6,-2 1 0,-1 3 0,-73-19 0,39 13 2,79 26 8,19 7-5,20 9 1,216 70 19,-102-35 7,-128-45-27,-17-7 0,-23-12 1,21 12-6,-42-20 8,0 1 0,-2 2 0,0 3-1,-74-18 1,115 37-5,10 5 0,12 8 0,18 3-3,1-1 0,66 22 0,-49-19 0,36 12 0,-241-74 4,-195-26-1,403 84-16,168 30 2,85 21-4,-111-22 15,-193-45 0,-11-5 0,-17-5 0,-33-11 0,-198-69 0,174 65 0,-99-17 0,172 41 0,8 3 0,14 6 0,274 60 0,-113-31 0,-85-17 2,-113-32 7,5 1-4,-54-17 23,-141-35 0,54 19 22,184 57-37,270 76-12,-74-26-33,-11-4 0,-200-60 34,-15-6 2,-16-10 8,-14-5 15,-1 2 0,-1 1 0,-57-19 0,-126-31 136,170 55-109,-18-5 179,343 87 31,-86-24-120,-160-36-115,-17-4 7,1-1 0,-1 0 0,1-1 0,14 1-1,-46-16 55,-11-2-55,-2 2 0,0 1 0,-54-13 0,-12-3 47,99 28-72,17 7 27,413 96 94,-429-103-118,-12-6 4,-69-25 24,-142-33-1,155 46-15,61 17-23,-13-4 16,15 3-9,12 3-6,119 32 2,-53-13-4,124 38-1,-99-27 0,-216-74 0,-13-4 0,23 11 1,-36-10-3,593 159-69,-416-104 65,-17-4 1,30 5 0,-85-27 5,11 5 0,-3 0 0,-1 2 0,-53-11 0,79 21 0,7 1-2,14 5-2,26 7-4,291 79-10,-410-119 18,13 3 0,51 21 0,10 2 0,-1 1 0,1-1 0,0 0 0,-1 0 0,1 0 0,0 0 0,0-1 0,0 0 0,0 1 0,-4-4 0,8 4 0,0 1 0,0 0 0,0-1 0,0 1 0,0 0 0,0-1 0,1 1 0,-1 0 0,0 0 0,0 0 0,0 0 0,0 0 0,0 0 0,0 0 0,2 1 0,103 19 0,-66-12 0,44 5 0,-84-13 0,0 0 0,0 0 0,0 0 0,0 0 0,0 0 0,0 0 0,0-1 0,1 1 0,-1 0 0,0 0 0,0 0 0,0 0 0,0 0 0,0 0 0,0 0 0,0 0 0,0 0 0,0 0 0,0 0 0,0 0 0,0 0 0,0 0 0,0 0 0,0 0 0,0 0 0,0 0 0,0 0 0,0-1 0,1 1 0,-1 0 0,0 0 0,0 0 0,0 0 0,0 0 0,0 0 0,0 0 0,0 0 0,0 0 0,-12-5 0,-18-4 0,-83-18 0,-60-17 0,207 53 0,62 9 0,-9-3 0,77 20 0,-532-96-32,479 79 32,165 30 0,-155-21 0,-179-27-1,-230-48-40,214 34 13,53 9 19,-17-2-56,51-1 19,6 3 44,-1 1 1,1 1 0,0 0-1,33 1 1,80 8-1,-79-2 1,-135-10-4,22 0-8,-93 4-1,139 5-17,23 2 13,23 1 3,91 7-13,117 14-1,-187-23 13,-74-12 9,7 2 6,-17-3-11,-1 1-1,-53-6 1,-68 4-43,73 6-6,465 54-226,-315-37 135,-106-20 125,-343-52-217,264 50 68,-198 10-1,299 0 146,3 0-138,21 0 82,379 17-233,-214-14 16,-114 0 56,-62-1 163,-7 1 74,-18 1-8,0 0-1,0-2 1,0-1 0,-1-1-1,-29-3 1,-2 1-11,-182 3-233,395-6 108,101 4 159,-141 9-4,88 3 0,-220-13 0,-1-1 0,-30-8 0,-9-1 0,-208-12-32,124 13-78,346 23 85,84 7 0,-339-34 25,-260-13-49,246 24 42,435 37 33,-356-33 15,0 0 0,0-2 1,22-2-1,-59-5 16,10 3-47,-33-6 11,0 2-1,-57-4 1,-95 2-13,169 10-8,11 1 0,93 16 15,18 3-11,80 12 27,-174-31-31,0 0 1,0 0-1,0 0 1,0 0-1,0 0 1,0 0-1,0 0 1,0 0-1,0 0 1,0 0-1,-1 0 1,1 0 0,0 0-1,0 0 1,0 0-1,0 1 1,0-1-1,0 0 1,0 0-1,0 0 1,0 0-1,0 0 1,0 0-1,0 0 1,0 0-1,0 0 1,0 0-1,0 0 1,0 0-1,0 0 1,1 0-1,-1 1 1,0-1-1,0 0 1,0 0-1,0 0 1,0 0-1,0 0 1,0 0-1,0 0 1,0 0 0,-14 4 6,-19 2-4,-192-1 7,63-3-6,16 1-14,34-1-13,-142 20 0,239-20 20,7-1 0,-1 0 0,0 0 1,1 1-1,-1 0 0,1 1 1,0 0-1,-15 8 0,23-11 3,0 0-1,0 1 1,0-1 0,0 0-1,0 0 1,0 1 0,1-1-1,-1 0 1,0 0 0,0 1-1,0-1 1,0 0 0,0 1-1,1-1 1,-1 0 0,0 0-1,0 0 1,0 1 0,1-1-1,-1 0 1,0 0 0,0 0 0,1 0-1,-1 1 1,0-1 0,0 0-1,1 0 1,-1 0 0,0 0-1,1 0 1,-1 0 0,0 0-1,0 0 1,1 0 0,-1 0-1,0 0 1,1 0 0,-1 0-1,0 0 1,1 0-1,14 3-1,35 0-1,74-6 0,-54-1 4,-50 3 18,32-7 1,-30 4 35,-38-3 17,-48-1-30,0 2 0,-72 4-1,80 2-31,-72 4 4,64-1-11,148 4-3,98-7 8,-348-13 22,89 5-26,-321-24-2211,383 31-8899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0:32:12.769"/>
    </inkml:context>
    <inkml:brush xml:id="br0">
      <inkml:brushProperty name="width" value="0.025" units="cm"/>
      <inkml:brushProperty name="height" value="0.025" units="cm"/>
      <inkml:brushProperty name="color" value="#FFFFFF"/>
    </inkml:brush>
  </inkml:definitions>
  <inkml:trace contextRef="#ctx0" brushRef="#br0">0 1 15224,'0'0'1032,"3"23"-521,6-7 1,10 12-336,-1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05.565"/>
    </inkml:context>
    <inkml:brush xml:id="br0">
      <inkml:brushProperty name="width" value="0.025" units="cm"/>
      <inkml:brushProperty name="height" value="0.025" units="cm"/>
      <inkml:brushProperty name="color" value="#FFFFFF"/>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06.749"/>
    </inkml:context>
    <inkml:brush xml:id="br0">
      <inkml:brushProperty name="width" value="0.025" units="cm"/>
      <inkml:brushProperty name="height" value="0.02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19.589"/>
    </inkml:context>
    <inkml:brush xml:id="br0">
      <inkml:brushProperty name="width" value="0.025" units="cm"/>
      <inkml:brushProperty name="height" value="0.025" units="cm"/>
      <inkml:brushProperty name="color" value="#FFFFFF"/>
    </inkml:brush>
  </inkml:definitions>
  <inkml:trace contextRef="#ctx0" brushRef="#br0">929 75 24575,'649'0'0,"-642"0"0,0 0 0,0 1 0,0-1 0,10 4 0,-17-4 0,1 0 0,-1 0 0,0 0 0,0 0 0,0 0 0,1 0 0,-1 0 0,0 0 0,0 0 0,1 0 0,-1 0 0,0 0 0,0 0 0,0 0 0,1 0 0,-1 1 0,0-1 0,0 0 0,0 0 0,0 0 0,1 0 0,-1 0 0,0 1 0,0-1 0,0 0 0,0 0 0,0 0 0,0 1 0,1-1 0,-1 0 0,0 0 0,0 0 0,0 1 0,0-1 0,0 1 0,-8 3 0,-16 1 0,-88 2 0,-118-7 0,88-2 0,-659 2 0,1619 0 0,-1948 0 0,2438 0 0,-1336 0 0,-20-1 0,0 3 0,-73 11 0,-14 17 0,79-15 0,-1-3 0,0-3 0,-101 5 0,90-16 0,63-1 0,11-1 0,13-3 0,26-4 0,1 3 0,0 1 0,54-1 0,145 8 0,-104 2 0,413-2 0,-1262 0 0,705 0 0,-1 0 0,0 0 0,0 0 0,0-1 0,0 1 0,1-1 0,-1 0 0,0 0 0,1-1 0,-1 1 0,1-1 0,-7-3 0,8 3 0,1 1 0,-1-1 0,1 0 0,-1 0 0,1 0 0,0 1 0,-1-1 0,1 0 0,0 0 0,0-1 0,1 1 0,-1 0 0,0 0 0,1 0 0,-1-1 0,1 1 0,0 0 0,0-1 0,0 1 0,0 0 0,0 0 0,0-1 0,1-2 0,-1 2 0,1 0 0,0 0 0,-1 0 0,1 0 0,0 0 0,1 0 0,-1 1 0,0-1 0,1 0 0,0 0 0,-1 1 0,1-1 0,0 1 0,0 0 0,4-4 0,-2 3 0,1 0 0,-1 1 0,1-1 0,-1 1 0,1-1 0,0 1 0,0 1 0,8-3 0,7 1 0,0 0 0,1 2 0,35 1 0,-43 0 0,85 1 0,94 3 0,-116 7 0,9 1 0,-62-11 0,0 1 0,39 10 0,-56-11 0,0 1 0,0 0 0,0 0 0,0 0 0,0 1 0,-1 0 0,1 0 0,-1 0 0,0 1 0,0 0 0,0 0 0,0 0 0,-1 1 0,8 8 0,-11-11 0,0 0 0,1 0 0,-1 0 0,0 0 0,0 0 0,0 1 0,-1-1 0,1 0 0,0 0 0,-1 1 0,1-1 0,-1 0 0,0 1 0,0-1 0,0 0 0,0 1 0,0-1 0,-1 1 0,0 3 0,0-4 0,-1 1 0,1-1 0,-1 1 0,1-1 0,-1 0 0,0 1 0,0-1 0,0 0 0,0 0 0,0 0 0,-1-1 0,1 1 0,-5 2 0,-6 2 0,0-1 0,0 0 0,-1-1 0,1 0 0,-20 2 0,-11-1 0,-1-2 0,-74-4 0,36-1 0,81 2 0,-24-1 0,17-3 0,8 4 0,1-1 0,0 1 0,0 0 0,0-1 0,0 1 0,0 0 0,0 0 0,0-1 0,0 1 0,0 0 0,1-1 0,-1 1 0,0 0 0,0 0 0,0-1 0,0 1 0,0 0 0,0 0 0,0-1 0,1 1 0,-1 0 0,0 0 0,0 0 0,0-1 0,1 1 0,-1 0 0,0 0 0,0 0 0,1 0 0,-1-1 0,0 1 0,0 0 0,1 0 0,-1 0 0,6-4 0,0 1 0,0 0 0,0 1 0,0-1 0,1 1 0,-1 0 0,14-1 0,52-4 0,-55 6 0,248-3 0,-174 5 0,-86-1 0,0 0 0,1 1 0,-1 0 0,0 0 0,9 3 0,-13-4 0,0 0 0,-1 1 0,1-1 0,0 0 0,-1 0 0,1 1 0,-1-1 0,1 1 0,-1-1 0,1 0 0,-1 1 0,1-1 0,-1 1 0,1-1 0,-1 1 0,0 0 0,1-1 0,-1 1 0,0-1 0,1 1 0,-1 0 0,0 0 0,0 0 0,0 0 0,0 0 0,-1 0 0,1 0 0,0 0 0,-1 0 0,1 0 0,-1 0 0,1 0 0,-1 0 0,1 0 0,-1-1 0,0 1 0,1 0 0,-1 0 0,0-1 0,0 1 0,1 0 0,-3 0 0,-1 3 0,-1-1 0,0 0 0,0-1 0,0 1 0,-1-1 0,1 0 0,-1 0 0,1-1 0,-8 2 0,-54 4 0,53-6 0,-261 2 0,143-5 0,125 2 0,0-1 0,0 1 0,0-2 0,0 1 0,0-1 0,-10-4 0,16 6 0,0 0 0,0 0 0,0-1 0,0 1 0,0-1 0,0 1 0,0-1 0,0 0 0,0 1 0,0-1 0,0 0 0,0 1 0,0-1 0,1 0 0,-1 0 0,0 0 0,1 0 0,-1 0 0,1 0 0,-1 0 0,1 0 0,-1 0 0,1 0 0,-1 0 0,1 0 0,0 0 0,0 0 0,0 0 0,0-1 0,0 1 0,0 0 0,0 0 0,0 0 0,0 0 0,0 0 0,0 0 0,1 0 0,-1-1 0,0 1 0,1 0 0,-1 0 0,1 0 0,0 0 0,-1 0 0,1 1 0,-1-1 0,1 0 0,0 0 0,0 0 0,1-1 0,3-3 0,1 0 0,0 0 0,0 0 0,0 1 0,1 0 0,-1 0 0,1 0 0,0 1 0,0 0 0,0 1 0,1-1 0,7 0 0,5-2 0,0 2 0,0 1 0,29 0 0,283 5 0,-2076-3 0,1786-1 0,-18 0 0,1 1 0,0 1 0,-1 1 0,27 6 0,61 12 0,-51-10 0,157 36 0,-176-41 0,-37-6 0,0 1 0,0 0 0,0 1 0,0-1 0,0 1 0,0 0 0,0 0 0,0 1 0,0 0 0,0-1 0,0 2 0,8 4 0,-13-7 0,1 0 0,-1 1 0,0-1 0,1 0 0,-1 1 0,1-1 0,-1 1 0,0-1 0,0 0 0,1 1 0,-1-1 0,0 1 0,0-1 0,1 1 0,-1-1 0,0 1 0,0-1 0,0 1 0,0-1 0,0 1 0,0-1 0,0 1 0,0-1 0,0 1 0,0-1 0,0 1 0,0-1 0,0 1 0,0-1 0,0 1 0,-1 0 0,0 0 0,1 0 0,-1 0 0,0-1 0,0 1 0,0 0 0,0 0 0,0-1 0,0 1 0,-1-1 0,1 1 0,0-1 0,-2 1 0,-35 7 0,-187-6 0,111-4 0,79 2 0,21 2 0,0-2 0,0 0 0,-1-1 0,-22-4 0,37 5 0,-1 0 0,1 0 0,0 0 0,0 0 0,-1 0 0,1 0 0,0 0 0,0 0 0,-1 0 0,1 0 0,0 0 0,-1 0 0,1-1 0,0 1 0,0 0 0,0 0 0,-1 0 0,1 0 0,0 0 0,0 0 0,-1-1 0,1 1 0,0 0 0,0 0 0,0 0 0,0 0 0,-1-1 0,1 1 0,0 0 0,0 0 0,0-1 0,0 1 0,0 0 0,0 0 0,-1-1 0,1 1 0,0 0 0,0 0 0,0-1 0,0 1 0,0 0 0,0 0 0,0-1 0,0 1 0,0-1 0,13-6 0,23-4 0,113-21 0,-112 26 0,0 2 0,0 2 0,69 4 0,-26 0 0,-12-2 0,-40 0 0,-25 0 0,-9 0 0,-393 0 0,397 0 0,-34-3 0,35 3 0,0 0 0,0-1 0,0 1 0,0 0 0,0 0 0,0-1 0,0 1 0,0 0 0,0-1 0,0 1 0,0-1 0,0 1 0,0-1 0,0 0 0,1 1 0,-1-1 0,0 0 0,0 0 0,1 1 0,-1-1 0,0 0 0,1 0 0,-1 0 0,1 0 0,-1 0 0,1 0 0,0 0 0,-1 0 0,1-1 0,0 0 0,0 1 0,1 0 0,-1 0 0,1 0 0,0 0 0,-1 0 0,1 0 0,0 0 0,-1 0 0,1 0 0,0 0 0,0 0 0,0 1 0,0-1 0,0 0 0,0 1 0,0-1 0,0 0 0,2 0 0,27-13 0,-21 10 0,6-3 47,1 2 0,-1 0-1,1 0 1,1 2 0,-1 0 0,18-1-1,101 2-903,-98 3 22,-13-1-5991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43.225"/>
    </inkml:context>
    <inkml:brush xml:id="br0">
      <inkml:brushProperty name="width" value="0.025" units="cm"/>
      <inkml:brushProperty name="height" value="0.025" units="cm"/>
      <inkml:brushProperty name="color" value="#FFFFFF"/>
    </inkml:brush>
  </inkml:definitions>
  <inkml:trace contextRef="#ctx0" brushRef="#br0">934 52 24575,'-551'0'0,"647"-1"0,115 3 0,-149 5 0,75 19 0,-95-17 0,80 18 0,-44-6 0,-60-15 0,1 0 0,0-2 0,0 0 0,22 2 0,151-7 0,41 2 0,-205 6 0,-23-2 0,-18 1 0,-9-1 0,-31 13 0,36-11 0,1-1 0,-1-1 0,-34 5 0,-15-6 0,-70-6 0,37 0 0,49 3 0,28 1 0,1-2 0,-1 0 0,0-2 0,1 0 0,-24-6 0,-57-15 0,75 17 0,-2 2 0,-1 1 0,0 1 0,-43 3 0,-41-2 0,112 1 0,-1-1 0,0 1 0,1-1 0,0 0 0,-1 0 0,1 0 0,0 0 0,-1-1 0,1 1 0,0-1 0,0 1 0,0-1 0,0 0 0,0 0 0,1 0 0,-1 0 0,0 0 0,1 0 0,-1 0 0,1 0 0,0-1 0,0 1 0,0 0 0,0-1 0,0 1 0,1-1 0,-1 1 0,1-1 0,-1 1 0,1-1 0,0 0 0,0 1 0,0-1 0,1 1 0,-1-1 0,0 0 0,1 1 0,0-1 0,0 1 0,-1-1 0,1 1 0,1 0 0,-1-1 0,0 1 0,1 0 0,-1 0 0,1 0 0,-1 0 0,1 0 0,0 0 0,0 0 0,0 1 0,0-1 0,3-1 0,2 0 0,0 1 0,0 0 0,0 0 0,1 0 0,-1 1 0,1 0 0,8 1 0,57 3 0,-31-1 0,470 1 0,-308-4 0,-826 1 0,1138 0 0,-509-1 0,-1 2 0,1-1 0,-1 1 0,1 0 0,11 3 0,-17-4 0,0 0 0,0 1 0,0-1 0,0 1 0,0-1 0,-1 1 0,1-1 0,0 1 0,0 0 0,0-1 0,0 1 0,-1 0 0,1 0 0,0 0 0,-1-1 0,1 1 0,0 0 0,-1 0 0,1 0 0,-1 0 0,0 0 0,1 0 0,-1 0 0,0 0 0,0 0 0,1 1 0,-1-1 0,0 0 0,0 0 0,0 0 0,0 0 0,0 0 0,-1 0 0,1 0 0,0 0 0,0 0 0,-1 0 0,1 0 0,-1 0 0,1 0 0,-1 0 0,1 0 0,-1 0 0,0 1 0,-4 6 0,-1 0 0,1-1 0,-1 0 0,0 0 0,-1 0 0,0-1 0,0 0 0,0 0 0,-9 4 0,-8 5 0,-42 19 0,43-25 0,-1 0 0,0-2 0,0 0 0,-1-2 0,1-1 0,-1-1 0,0-1 0,-1-1 0,-34-3 0,13 1 0,25 2 0,-36-5 0,55 3 0,0 1 0,0-1 0,0 0 0,0-1 0,1 1 0,-1 0 0,0-1 0,1 0 0,-1 1 0,1-1 0,-1 0 0,1 0 0,0 0 0,0-1 0,0 1 0,0-1 0,0 1 0,1-1 0,-1 1 0,1-1 0,-1 0 0,1 0 0,0 0 0,0 0 0,0 0 0,1 0 0,-1 0 0,1 0 0,0 0 0,0 0 0,0 0 0,0 0 0,0 0 0,0 0 0,1 0 0,0 0 0,-1 0 0,1 0 0,0 0 0,1 0 0,-1 0 0,0 1 0,1-1 0,0 0 0,-1 1 0,5-5 0,18-20 0,-11 12 0,28-26 0,-36 38 0,-1-1 0,1 1 0,0 0 0,0 0 0,0 1 0,0-1 0,0 1 0,1 0 0,-1 0 0,0 1 0,9-1 0,41-2 0,71 6 0,-33 0 0,233-2 0,-962 0 0,1106 0 0,-467 0 0,43 3 0,-44-2 0,-1-1 0,1 0 0,0 0 0,-1 1 0,1-1 0,-1 1 0,1 0 0,-1-1 0,1 1 0,-1 0 0,1 0 0,-1 0 0,0 0 0,1 0 0,-1 0 0,0 0 0,0 0 0,0 0 0,0 1 0,0-1 0,0 0 0,0 1 0,1 2 0,-2-3 0,0 0 0,0-1 0,0 1 0,0 0 0,0-1 0,0 1 0,0 0 0,0-1 0,0 1 0,0-1 0,0 1 0,-1 0 0,1-1 0,0 1 0,0 0 0,-1-1 0,1 1 0,0-1 0,-1 1 0,1-1 0,-1 1 0,1-1 0,0 1 0,-1-1 0,1 0 0,-1 1 0,0-1 0,0 1 0,-20 8 0,19-8 0,-28 8 0,-1-1 0,0-2 0,-49 4 0,-99-3 0,157-6 0,-30 0 0,-152-5 0,203 4 0,1 0 0,-1 0 0,0 0 0,0 0 0,0 0 0,1 0 0,-1 0 0,0 0 0,0-1 0,1 1 0,-1 0 0,0 0 0,0-1 0,1 1 0,-1-1 0,0 1 0,1 0 0,-1-1 0,0 1 0,1-1 0,-1 0 0,1 0 0,0 1 0,0-1 0,0 1 0,1-1 0,-1 1 0,0-1 0,1 1 0,-1-1 0,0 1 0,1-1 0,-1 1 0,0 0 0,1-1 0,-1 1 0,1 0 0,-1-1 0,1 1 0,-1 0 0,1 0 0,-1-1 0,1 1 0,36-14 0,-8 7 0,0 2 0,1 1 0,33 0 0,94 5 0,-56 1 0,-392-2 0,651 0 0,-737 0 0,718 0 0,-332 0 0,0 1 0,0 0 0,0 0 0,0 1 0,0 0 0,0 1 0,15 6 0,-24-9 0,0 0 0,0 0 0,1 0 0,-1 0 0,0 0 0,0 0 0,0 0 0,0 0 0,0 0 0,0 0 0,0 1 0,0-1 0,0 0 0,0 0 0,1 0 0,-1 0 0,0 0 0,0 0 0,0 0 0,0 0 0,0 1 0,0-1 0,0 0 0,0 0 0,0 0 0,0 0 0,0 0 0,0 0 0,0 0 0,0 1 0,0-1 0,0 0 0,0 0 0,0 0 0,0 0 0,0 0 0,0 0 0,0 0 0,0 1 0,-1-1 0,1 0 0,0 0 0,0 0 0,0 0 0,0 0 0,0 0 0,0 0 0,0 0 0,0 0 0,0 0 0,0 1 0,-1-1 0,1 0 0,0 0 0,0 0 0,0 0 0,0 0 0,0 0 0,0 0 0,0 0 0,-1 0 0,-8 4 0,-14 1 0,1 0 0,-1-1 0,-33 1 0,-76-4 0,88-1 0,14-2 0,23 2 0,23 1 0,62 10 0,24 1 0,-76-10 0,-1 1 0,1 1 0,-1 1 0,26 9 0,-49-14 0,-1 0 0,0 0 0,0 1 0,0-1 0,0 0 0,0 1 0,0-1 0,0 1 0,0-1 0,0 1 0,0-1 0,0 1 0,0 0 0,0-1 0,0 1 0,0 0 0,0 0 0,-1 0 0,1 0 0,0 0 0,0 2 0,-1-3 0,0 1 0,-1 0 0,1-1 0,-1 1 0,1 0 0,-1-1 0,0 1 0,1 0 0,-1-1 0,0 1 0,1-1 0,-1 1 0,0-1 0,1 1 0,-1-1 0,0 0 0,0 1 0,0-1 0,1 0 0,-1 0 0,-1 1 0,-11 2 0,0 0 0,-20 2 0,-304 2 0,212-9 0,125 2 0,0 0 0,0 0 0,0 0 0,0 0 0,0 0 0,0 0 0,0 0 0,0 0 0,0 0 0,0-1 0,0 1 0,0 0 0,0 0 0,0 0 0,0 0 0,0 0 0,0 0 0,0 0 0,0 0 0,0 0 0,0 0 0,-1 0 0,1-1 0,0 1 0,0 0 0,0 0 0,0 0 0,0 0 0,0 0 0,0 0 0,0 0 0,0 0 0,0 0 0,0 0 0,0 0 0,-1 0 0,19-6 0,25-4 0,24 4 0,97 5 0,-84 3 0,-80-2 0,0 0 0,1 0 0,-1 0 0,0 0 0,0 0 0,0 0 0,1 1 0,-1-1 0,0 0 0,0 0 0,1 0 0,-1 0 0,0 0 0,0 0 0,1 0 0,-1 0 0,0 0 0,0 0 0,1 0 0,-1 0 0,0 0 0,0-1 0,0 1 0,1 0 0,-1 0 0,0 0 0,0 0 0,1 0 0,-1 0 0,0-1 0,0 1 0,0 0 0,0 0 0,1 0 0,-1 0 0,0-1 0,0 1 0,0 0 0,0 0 0,0 0 0,1-1 0,-1 1 0,-12-7 0,-24-6 0,-8 1 0,-1 2 0,-74-8 0,-97 8 0,195 11 0,16-1 0,0 1 0,0-1 0,0 0 0,0 0 0,0-1 0,0 0 0,0 1 0,-7-4 0,12 4 0,-1 0 0,1 0 0,-1 0 0,1 0 0,-1 0 0,1-1 0,0 1 0,-1 0 0,1 0 0,-1 0 0,1-1 0,0 1 0,-1 0 0,1-1 0,0 1 0,0 0 0,-1-1 0,1 1 0,0 0 0,0-1 0,-1 1 0,1-1 0,0 1 0,0-1 0,0 1 0,0 0 0,0-1 0,-1 1 0,1-1 0,0 1 0,0-1 0,0 1 0,0-1 0,12-12 0,22-5 0,-11 12 0,0 0 0,0 1 0,1 1 0,35-1 0,102 7 0,-68 1 0,29-3 0,-617 0 0,875 0 0,-375-1 0,0 1 0,0 1 0,0-1 0,1 1 0,7 2 0,-13-3 0,0 0 0,0 0 0,0 0 0,0 0 0,0 0 0,0 0 0,-1 0 0,1 0 0,0 0 0,0 0 0,0 0 0,0 0 0,0 0 0,0 0 0,0 1 0,0-1 0,0 0 0,-1 0 0,1 0 0,0 0 0,0 0 0,0 0 0,0 0 0,0 0 0,0 1 0,0-1 0,0 0 0,0 0 0,0 0 0,0 0 0,0 0 0,0 0 0,0 0 0,0 1 0,0-1 0,0 0 0,0 0 0,0 0 0,0 0 0,0 0 0,0 0 0,0 0 0,0 1 0,0-1 0,0 0 0,0 0 0,0 0 0,0 0 0,1 0 0,-1 0 0,0 0 0,0 0 0,0 0 0,0 0 0,0 1 0,0-1 0,0 0 0,0 0 0,0 0 0,1 0 0,-1 0 0,-10 2 0,0 0 0,0 0 0,0-1 0,-18 0 0,6 0 0,-450 5 0,347-7 0,494 1 0,-345-2 0,-17-2 0,-16-3 0,-5 2 0,0 0 0,0 2 0,-1-1 0,-18 0 0,-65-4 0,67 7 0,-178-4 0,207 5 0,0 0 0,0-1 0,0 1 0,0-1 0,0 1 0,0-1 0,0 0 0,0 1 0,0-1 0,0 0 0,1 0 0,-1-1 0,0 1 0,1 0 0,-3-2 0,4 2 0,-1 1 0,1 0 0,0-1 0,0 1 0,-1 0 0,1-1 0,0 1 0,0-1 0,0 1 0,0-1 0,0 1 0,-1 0 0,1-1 0,0 1 0,0-1 0,0 1 0,0-1 0,0 1 0,0-1 0,0 1 0,1 0 0,-1-1 0,0 1 0,0-1 0,0 1 0,0-1 0,1 0 0,0 0 0,0 0 0,0 0 0,0 1 0,0-1 0,0 0 0,0 0 0,0 1 0,0-1 0,0 0 0,0 1 0,0-1 0,0 1 0,2-1 0,17-3 0,0 0 0,0 2 0,0 0 0,0 1 0,0 1 0,25 3 0,12 0 0,120-3 0,-449 0 0,531 0 0,-866 0 0,693-1 0,105 2 0,-49 16 0,-106-11 0,-21-5 0,-1 2 0,1 0 0,0 1 0,-1 0 0,0 1 0,21 11 0,-34-16 0,-1 0 0,1 1 0,-1-1 0,1 0 0,-1 0 0,1 0 0,-1 1 0,0-1 0,1 0 0,-1 1 0,0-1 0,1 0 0,-1 1 0,0-1 0,1 0 0,-1 1 0,0-1 0,1 1 0,-1-1 0,0 0 0,0 1 0,0-1 0,0 1 0,1-1 0,-1 1 0,0-1 0,0 1 0,0-1 0,0 1 0,0-1 0,0 1 0,0-1 0,0 1 0,0-1 0,0 0 0,-1 2 0,0-1 0,0 0 0,0 0 0,0-1 0,0 1 0,-1 0 0,1 0 0,0-1 0,-1 1 0,1-1 0,0 1 0,-1-1 0,-1 1 0,-46 6 0,-259-3 0,197-6 0,617 2 0,-991 0 0,851 0 0,-362 0 0,30 2 0,-32-2 0,1 0 0,-1 1 0,-1-1 0,1 1 0,0-1 0,0 1 0,0 0 0,0 0 0,0 0 0,0 0 0,-1 0 0,1 0 0,2 2 0,-4-3 0,0 0 0,0 0 0,0 1 0,1-1 0,-1 0 0,0 0 0,0 0 0,0 1 0,0-1 0,0 0 0,0 1 0,1-1 0,-1 0 0,0 0 0,0 1 0,0-1 0,0 0 0,0 0 0,0 1 0,0-1 0,0 0 0,0 1 0,0-1 0,0 0 0,0 0 0,-1 1 0,1-1 0,0 0 0,0 0 0,0 1 0,0-1 0,0 0 0,0 0 0,-1 1 0,1-1 0,0 0 0,-13 8 0,-17 0 0,-25-2 0,0-2 0,-77-5 0,74 0 0,288 1 0,-637 0 0,469 0 0,95 14 0,-101-8 0,0-3 0,58-4 0,56 3 0,-166-2 0,0 1 0,1-1 0,-1 1 0,0 0 0,0 0 0,1 0 0,3 3 0,-8-4 0,0 0 0,0 0 0,0 0 0,0 0 0,0 0 0,1 0 0,-1 0 0,0 0 0,0 0 0,0 0 0,0 0 0,0 0 0,0 0 0,0 0 0,0 0 0,0 0 0,0 1 0,0-1 0,1 0 0,-1 0 0,0 0 0,0 0 0,0 0 0,0 0 0,0 0 0,0 0 0,0 0 0,0 1 0,0-1 0,0 0 0,0 0 0,0 0 0,0 0 0,0 0 0,0 0 0,0 0 0,0 1 0,0-1 0,0 0 0,0 0 0,0 0 0,0 0 0,0 0 0,0 0 0,0 0 0,0 0 0,0 0 0,-1 1 0,1-1 0,0 0 0,0 0 0,0 0 0,0 0 0,0 0 0,0 0 0,0 0 0,0 0 0,0 0 0,0 0 0,-1 0 0,1 0 0,0 0 0,0 0 0,-12 4 0,-16 0 0,-364-1 0,251-4 0,1455 1 0,-1289-1 0,51-10 0,9 0 0,88 10 0,-126 1 0,-1118 0 0,1066 0 0,-1 0 0,0 0 0,1-1 0,-10-2 0,15 3 0,-1 0 0,1 0 0,-1 0 0,1-1 0,0 1 0,-1 0 0,1 0 0,-1 0 0,1-1 0,-1 1 0,1 0 0,0-1 0,-1 1 0,1 0 0,0-1 0,-1 1 0,1-1 0,0 1 0,-1 0 0,1-1 0,0 1 0,0-1 0,0 1 0,-1-1 0,1 0 0,1 0 0,-1 0 0,0 0 0,1 0 0,-1 1 0,0-1 0,1 0 0,-1 0 0,1 0 0,-1 1 0,1-1 0,-1 0 0,1 1 0,0-1 0,-1 0 0,1 1 0,0-1 0,1 0 0,7-5 0,-1 1 0,1 0 0,0 0 0,1 1 0,-1 0 0,1 1 0,0 0 0,-1 1 0,1 0 0,15-2 0,14 2 0,54 2 0,-58 0 0,300-12 0,54 2 0,-290 11 0,-95 0 0,-14 3 0,-21 4 0,-65 7 0,-131 4 0,-105-17 0,241-2 0,-477-2 0,1631 2 0,-1038 2 0,-25 0 0,-6 0 0,-49 6 0,-509 24 0,2-31 0,326-2 0,1331 1 0,-1374-10 0,-292-48 0,449 43 0,-190 2 0,274 11 0,22-5 0,16 7 0,0 0 0,0-1 0,0 1 0,0 0 0,0-1 0,0 1 0,0 0 0,0-1 0,0 1 0,-1-1 0,2 1 0,-1 0 0,0-1 0,0 1 0,0 0 0,0-1 0,0 1 0,0 0 0,0-1 0,0 1 0,0-1 0,1 1 0,-1 0 0,0 0 0,0-1 0,1 1 0,-1 0 0,0-1 0,0 1 0,1 0 0,-1 0 0,0-1 0,0 1 0,1 0 0,-1 0 0,0 0 0,1-1 0,3-1 0,0-1 0,0 1 0,0 0 0,0 1 0,0-1 0,1 0 0,-1 1 0,0 0 0,8-1 0,44-2 0,-42 3 0,411-1 0,-221 4 0,1161-2 0,-2734 0 0,1503-1 0,156 3 0,-178 10 0,18 0 0,-88-12 0,-23-1 0,0 1 0,0 1 0,0 1 0,20 4 0,-28-1 0,-14-2 0,-22 0 0,-447 2 0,264-7 0,-240 2 0,1150 42 0,-533-28 0,-15 3 0,-62-6 0,146-1 0,-480-9 0,102-3 0,-173 1 0,-350 3 0,291 28 0,262-18 0,16-7 0,1115-8 0,-552 5 0,-485-2 0,-17-1 0,0 2 0,1 1 0,-39 8 0,-14 10 0,0-4 0,-118 7 0,54-22 0,-90 6 0,-205 8 0,801-16 0,-340 0 0,0-1 0,0-1 0,0-1 0,0 0 0,0-2 0,19-8 0,-12 5 0,46-11 0,-37 15 0,0 2 0,63 3 0,-63 1 0,0-1 0,60-9 0,-17-1 0,0 4 0,132 6 0,-88 2 0,-100-3 0,-1 0 0,1-1 0,29-8 0,-29 7 0,-1 0 0,39 0 0,-6 2 0,-49 0 0,-1 1 0,1 0 0,-1-1 0,0 0 0,0 1 0,1-1 0,-1 0 0,0 0 0,0 0 0,0 0 0,0-1 0,0 1 0,0 0 0,3-4 0,-5 5 0,1-1 0,-1 1 0,0 0 0,1-1 0,-1 1 0,0 0 0,0-1 0,0 1 0,0 0 0,1-1 0,-1 1 0,0-1 0,0 1 0,0-1 0,0 1 0,0 0 0,0-1 0,0 1 0,0-1 0,0 1 0,0 0 0,0-1 0,0 1 0,0-1 0,-1 1 0,1 0 0,0-1 0,0 1 0,-1-1 0,0 0 0,0 0 0,0 0 0,0 0 0,0 0 0,0 1 0,-1-1 0,1 0 0,0 1 0,-1-1 0,1 1 0,0-1 0,-1 1 0,-2-1 0,-36-5 0,0 2 0,0 2 0,-62 4 0,34-1 0,-841 1 0,961-2 0,203 3 0,2 22 0,-133-1 0,-59-10 0,1-2 0,0-3 0,76-1 0,-114-7 0,-20 1 0,-22 3 0,-28 1 0,-1-1 0,-68-3 0,61-1 0,-690 0 0,388-2 0,362 0 0,0 0 0,0-1 0,10-2 0,9-3 0,83-9 0,144-3 0,117 19 0,-157 3 0,504-3 0,-657-3 0,103-18 0,-106 11 0,118-4 0,-63 15-1365,-96-1-5461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50.058"/>
    </inkml:context>
    <inkml:brush xml:id="br0">
      <inkml:brushProperty name="width" value="0.025" units="cm"/>
      <inkml:brushProperty name="height" value="0.02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51.636"/>
    </inkml:context>
    <inkml:brush xml:id="br0">
      <inkml:brushProperty name="width" value="0.025" units="cm"/>
      <inkml:brushProperty name="height" value="0.025" units="cm"/>
      <inkml:brushProperty name="color" value="#FFFFFF"/>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53.590"/>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54.525"/>
    </inkml:context>
    <inkml:brush xml:id="br0">
      <inkml:brushProperty name="width" value="0.025" units="cm"/>
      <inkml:brushProperty name="height" value="0.025" units="cm"/>
      <inkml:brushProperty name="color" value="#FFFFFF"/>
    </inkml:brush>
  </inkml:definitions>
  <inkml:trace contextRef="#ctx0" brushRef="#br0">0 1030 24575,'26'-48'-9195,"1"1"4844,7-7 3492,19-24 4220,22-36-1289,14-24 1443,46-74 1942,-109 160-5457,-23 43 0,1 0 0,0 0 0,1 0 0,0 1 0,1 0 0,0 0 0,0 0 0,0 1 0,1-1 0,13-9 0,-10 10 0,-1 2 0,2-1 0,-1 1 0,0 1 0,1 0 0,0 0 0,0 1 0,0 1 0,15-2 0,-17 2 0,1-1 0,-1 0 0,0 0 0,1-1 0,-2 0 0,15-9 0,-12 6 0,0 1 0,1 1 0,14-6 0,-10 7-170,0-2-1,0 0 0,-1-1 1,0 0-1,0-1 0,-1-1 1,17-13-1,-17 9-6655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0T13:01:56.028"/>
    </inkml:context>
    <inkml:brush xml:id="br0">
      <inkml:brushProperty name="width" value="0.025" units="cm"/>
      <inkml:brushProperty name="height" value="0.025" units="cm"/>
      <inkml:brushProperty name="color" value="#FFFFFF"/>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646285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9957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130a3bcc392_0_18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130a3bcc392_0_18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750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30a3bcc39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30a3bcc39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9446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130a3bcc39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130a3bcc39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6624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130325dc6fa_0_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130325dc6fa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8410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130a3bcc392_0_18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130a3bcc392_0_18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2589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130a3bcc392_0_18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130a3bcc392_0_18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967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30325dc6fa_0_5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30325dc6fa_0_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9175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130a3bcc392_0_18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2" name="Google Shape;1082;g130a3bcc392_0_18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77590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30a3bcc392_0_186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30a3bcc392_0_18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794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130a3bcc392_0_18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130a3bcc392_0_18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3405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130a3bcc392_0_18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6" name="Google Shape;1336;g130a3bcc392_0_18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3199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6"/>
        <p:cNvGrpSpPr/>
        <p:nvPr/>
      </p:nvGrpSpPr>
      <p:grpSpPr>
        <a:xfrm>
          <a:off x="0" y="0"/>
          <a:ext cx="0" cy="0"/>
          <a:chOff x="0" y="0"/>
          <a:chExt cx="0" cy="0"/>
        </a:xfrm>
      </p:grpSpPr>
      <p:sp>
        <p:nvSpPr>
          <p:cNvPr id="1447" name="Google Shape;1447;g130a3bcc392_0_18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8" name="Google Shape;1448;g130a3bcc392_0_18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6198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130a3bcc392_0_18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9" name="Google Shape;1599;g130a3bcc392_0_18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2520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g130a3bcc392_0_18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5" name="Google Shape;1635;g130a3bcc392_0_18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1228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p:cNvGrpSpPr/>
        <p:nvPr/>
      </p:nvGrpSpPr>
      <p:grpSpPr>
        <a:xfrm>
          <a:off x="0" y="0"/>
          <a:ext cx="0" cy="0"/>
          <a:chOff x="0" y="0"/>
          <a:chExt cx="0" cy="0"/>
        </a:xfrm>
      </p:grpSpPr>
      <p:sp>
        <p:nvSpPr>
          <p:cNvPr id="2067" name="Google Shape;2067;g130a3bcc392_0_18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8" name="Google Shape;2068;g130a3bcc392_0_18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0842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130a3bcc392_0_18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7" name="Google Shape;1727;g130a3bcc392_0_18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82285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g130a3bcc392_0_18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5" name="Google Shape;1765;g130a3bcc392_0_18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003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9"/>
        <p:cNvGrpSpPr/>
        <p:nvPr/>
      </p:nvGrpSpPr>
      <p:grpSpPr>
        <a:xfrm>
          <a:off x="0" y="0"/>
          <a:ext cx="0" cy="0"/>
          <a:chOff x="0" y="0"/>
          <a:chExt cx="0" cy="0"/>
        </a:xfrm>
      </p:grpSpPr>
      <p:sp>
        <p:nvSpPr>
          <p:cNvPr id="2210" name="Google Shape;2210;g1317c64396f_1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1" name="Google Shape;2211;g1317c64396f_1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17513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6"/>
        <p:cNvGrpSpPr/>
        <p:nvPr/>
      </p:nvGrpSpPr>
      <p:grpSpPr>
        <a:xfrm>
          <a:off x="0" y="0"/>
          <a:ext cx="0" cy="0"/>
          <a:chOff x="0" y="0"/>
          <a:chExt cx="0" cy="0"/>
        </a:xfrm>
      </p:grpSpPr>
      <p:sp>
        <p:nvSpPr>
          <p:cNvPr id="2307" name="Google Shape;2307;g130a3bcc392_0_18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8" name="Google Shape;2308;g130a3bcc392_0_185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170938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6"/>
        <p:cNvGrpSpPr/>
        <p:nvPr/>
      </p:nvGrpSpPr>
      <p:grpSpPr>
        <a:xfrm>
          <a:off x="0" y="0"/>
          <a:ext cx="0" cy="0"/>
          <a:chOff x="0" y="0"/>
          <a:chExt cx="0" cy="0"/>
        </a:xfrm>
      </p:grpSpPr>
      <p:sp>
        <p:nvSpPr>
          <p:cNvPr id="2307" name="Google Shape;2307;g130a3bcc392_0_18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8" name="Google Shape;2308;g130a3bcc392_0_185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5450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6"/>
        <p:cNvGrpSpPr/>
        <p:nvPr/>
      </p:nvGrpSpPr>
      <p:grpSpPr>
        <a:xfrm>
          <a:off x="0" y="0"/>
          <a:ext cx="0" cy="0"/>
          <a:chOff x="0" y="0"/>
          <a:chExt cx="0" cy="0"/>
        </a:xfrm>
      </p:grpSpPr>
      <p:sp>
        <p:nvSpPr>
          <p:cNvPr id="2307" name="Google Shape;2307;g130a3bcc392_0_18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8" name="Google Shape;2308;g130a3bcc392_0_185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7350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130a3bcc39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130a3bcc39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79297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4"/>
        <p:cNvGrpSpPr/>
        <p:nvPr/>
      </p:nvGrpSpPr>
      <p:grpSpPr>
        <a:xfrm>
          <a:off x="0" y="0"/>
          <a:ext cx="0" cy="0"/>
          <a:chOff x="0" y="0"/>
          <a:chExt cx="0" cy="0"/>
        </a:xfrm>
      </p:grpSpPr>
      <p:sp>
        <p:nvSpPr>
          <p:cNvPr id="2395" name="Google Shape;2395;g130a3bcc392_0_18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6" name="Google Shape;2396;g130a3bcc392_0_18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4707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535000"/>
            <a:ext cx="3977100" cy="3036600"/>
          </a:xfrm>
          <a:prstGeom prst="rect">
            <a:avLst/>
          </a:prstGeom>
        </p:spPr>
        <p:txBody>
          <a:bodyPr spcFirstLastPara="1" wrap="square" lIns="91425" tIns="91425" rIns="91425" bIns="91425" anchor="t" anchorCtr="0">
            <a:noAutofit/>
          </a:bodyPr>
          <a:lstStyle>
            <a:lvl1pPr lvl="0" algn="l">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852500" y="4150755"/>
            <a:ext cx="3448200" cy="362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1880250" y="2528775"/>
            <a:ext cx="5383500" cy="7161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3645300" y="1042963"/>
            <a:ext cx="1853400" cy="120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8000">
                <a:latin typeface="Montserrat Black"/>
                <a:ea typeface="Montserrat Black"/>
                <a:cs typeface="Montserrat Black"/>
                <a:sym typeface="Montserrat Black"/>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 name="Google Shape;14;p3"/>
          <p:cNvSpPr txBox="1">
            <a:spLocks noGrp="1"/>
          </p:cNvSpPr>
          <p:nvPr>
            <p:ph type="subTitle" idx="1"/>
          </p:nvPr>
        </p:nvSpPr>
        <p:spPr>
          <a:xfrm>
            <a:off x="2391900" y="3355638"/>
            <a:ext cx="4360200" cy="44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55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txBox="1">
            <a:spLocks noGrp="1"/>
          </p:cNvSpPr>
          <p:nvPr>
            <p:ph type="subTitle" idx="1"/>
          </p:nvPr>
        </p:nvSpPr>
        <p:spPr>
          <a:xfrm>
            <a:off x="1138375" y="2826325"/>
            <a:ext cx="2907600" cy="46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0" name="Google Shape;30;p5"/>
          <p:cNvSpPr txBox="1">
            <a:spLocks noGrp="1"/>
          </p:cNvSpPr>
          <p:nvPr>
            <p:ph type="subTitle" idx="2"/>
          </p:nvPr>
        </p:nvSpPr>
        <p:spPr>
          <a:xfrm>
            <a:off x="5098050" y="2826325"/>
            <a:ext cx="29076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 name="Google Shape;31;p5"/>
          <p:cNvSpPr txBox="1">
            <a:spLocks noGrp="1"/>
          </p:cNvSpPr>
          <p:nvPr>
            <p:ph type="subTitle" idx="3"/>
          </p:nvPr>
        </p:nvSpPr>
        <p:spPr>
          <a:xfrm>
            <a:off x="1138363" y="3298230"/>
            <a:ext cx="2907600" cy="1026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 name="Google Shape;32;p5"/>
          <p:cNvSpPr txBox="1">
            <a:spLocks noGrp="1"/>
          </p:cNvSpPr>
          <p:nvPr>
            <p:ph type="subTitle" idx="4"/>
          </p:nvPr>
        </p:nvSpPr>
        <p:spPr>
          <a:xfrm>
            <a:off x="5098038" y="3298230"/>
            <a:ext cx="2907600" cy="1026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3" name="Google Shape;33;p5"/>
          <p:cNvGrpSpPr/>
          <p:nvPr/>
        </p:nvGrpSpPr>
        <p:grpSpPr>
          <a:xfrm>
            <a:off x="385425" y="741400"/>
            <a:ext cx="389750" cy="385750"/>
            <a:chOff x="3382475" y="1831100"/>
            <a:chExt cx="389750" cy="385750"/>
          </a:xfrm>
        </p:grpSpPr>
        <p:sp>
          <p:nvSpPr>
            <p:cNvPr id="34" name="Google Shape;34;p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38;p5"/>
          <p:cNvGrpSpPr/>
          <p:nvPr/>
        </p:nvGrpSpPr>
        <p:grpSpPr>
          <a:xfrm flipH="1">
            <a:off x="8368825" y="741400"/>
            <a:ext cx="389750" cy="385750"/>
            <a:chOff x="3382475" y="1831100"/>
            <a:chExt cx="389750" cy="385750"/>
          </a:xfrm>
        </p:grpSpPr>
        <p:sp>
          <p:nvSpPr>
            <p:cNvPr id="39" name="Google Shape;39;p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5"/>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grpSp>
        <p:nvGrpSpPr>
          <p:cNvPr id="45" name="Google Shape;45;p6"/>
          <p:cNvGrpSpPr/>
          <p:nvPr/>
        </p:nvGrpSpPr>
        <p:grpSpPr>
          <a:xfrm>
            <a:off x="259588" y="741400"/>
            <a:ext cx="389750" cy="385750"/>
            <a:chOff x="3382475" y="1831100"/>
            <a:chExt cx="389750" cy="385750"/>
          </a:xfrm>
        </p:grpSpPr>
        <p:sp>
          <p:nvSpPr>
            <p:cNvPr id="46" name="Google Shape;46;p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50;p6"/>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715100" y="1294873"/>
            <a:ext cx="4457100" cy="841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9" name="Google Shape;69;p9"/>
          <p:cNvSpPr txBox="1">
            <a:spLocks noGrp="1"/>
          </p:cNvSpPr>
          <p:nvPr>
            <p:ph type="subTitle" idx="1"/>
          </p:nvPr>
        </p:nvSpPr>
        <p:spPr>
          <a:xfrm>
            <a:off x="715100" y="2170650"/>
            <a:ext cx="4457100" cy="114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55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0" name="Google Shape;70;p9"/>
          <p:cNvGrpSpPr/>
          <p:nvPr/>
        </p:nvGrpSpPr>
        <p:grpSpPr>
          <a:xfrm>
            <a:off x="775175" y="367425"/>
            <a:ext cx="389750" cy="385750"/>
            <a:chOff x="3382475" y="1831100"/>
            <a:chExt cx="389750" cy="385750"/>
          </a:xfrm>
        </p:grpSpPr>
        <p:sp>
          <p:nvSpPr>
            <p:cNvPr id="71" name="Google Shape;71;p9"/>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9"/>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9"/>
          <p:cNvGrpSpPr/>
          <p:nvPr/>
        </p:nvGrpSpPr>
        <p:grpSpPr>
          <a:xfrm>
            <a:off x="385425" y="741400"/>
            <a:ext cx="389750" cy="385750"/>
            <a:chOff x="3382475" y="1831100"/>
            <a:chExt cx="389750" cy="385750"/>
          </a:xfrm>
        </p:grpSpPr>
        <p:sp>
          <p:nvSpPr>
            <p:cNvPr id="76" name="Google Shape;76;p9"/>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9"/>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0"/>
        <p:cNvGrpSpPr/>
        <p:nvPr/>
      </p:nvGrpSpPr>
      <p:grpSpPr>
        <a:xfrm>
          <a:off x="0" y="0"/>
          <a:ext cx="0" cy="0"/>
          <a:chOff x="0" y="0"/>
          <a:chExt cx="0" cy="0"/>
        </a:xfrm>
      </p:grpSpPr>
      <p:sp>
        <p:nvSpPr>
          <p:cNvPr id="81" name="Google Shape;81;p10"/>
          <p:cNvSpPr txBox="1">
            <a:spLocks noGrp="1"/>
          </p:cNvSpPr>
          <p:nvPr>
            <p:ph type="title"/>
          </p:nvPr>
        </p:nvSpPr>
        <p:spPr>
          <a:xfrm>
            <a:off x="5265775" y="2489075"/>
            <a:ext cx="2936400" cy="1633200"/>
          </a:xfrm>
          <a:prstGeom prst="rect">
            <a:avLst/>
          </a:prstGeom>
        </p:spPr>
        <p:txBody>
          <a:bodyPr spcFirstLastPara="1" wrap="square" lIns="91425" tIns="91425" rIns="91425" bIns="91425" anchor="t" anchorCtr="0">
            <a:noAutofit/>
          </a:bodyPr>
          <a:lstStyle>
            <a:lvl1pPr lvl="0" algn="ctr" rtl="0">
              <a:lnSpc>
                <a:spcPct val="90000"/>
              </a:lnSpc>
              <a:spcBef>
                <a:spcPts val="0"/>
              </a:spcBef>
              <a:spcAft>
                <a:spcPts val="0"/>
              </a:spcAft>
              <a:buSzPts val="3000"/>
              <a:buNone/>
              <a:defRPr sz="2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82" name="Google Shape;82;p10"/>
          <p:cNvGrpSpPr/>
          <p:nvPr/>
        </p:nvGrpSpPr>
        <p:grpSpPr>
          <a:xfrm flipH="1">
            <a:off x="7979075" y="367425"/>
            <a:ext cx="389750" cy="385750"/>
            <a:chOff x="3382475" y="1831100"/>
            <a:chExt cx="389750" cy="385750"/>
          </a:xfrm>
        </p:grpSpPr>
        <p:sp>
          <p:nvSpPr>
            <p:cNvPr id="83" name="Google Shape;83;p10"/>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10"/>
          <p:cNvGrpSpPr/>
          <p:nvPr/>
        </p:nvGrpSpPr>
        <p:grpSpPr>
          <a:xfrm flipH="1">
            <a:off x="8368825" y="741400"/>
            <a:ext cx="389750" cy="385750"/>
            <a:chOff x="3382475" y="1831100"/>
            <a:chExt cx="389750" cy="385750"/>
          </a:xfrm>
        </p:grpSpPr>
        <p:sp>
          <p:nvSpPr>
            <p:cNvPr id="88" name="Google Shape;88;p10"/>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0"/>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0"/>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10"/>
          <p:cNvSpPr/>
          <p:nvPr/>
        </p:nvSpPr>
        <p:spPr>
          <a:xfrm>
            <a:off x="457925" y="684740"/>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10"/>
          <p:cNvGrpSpPr/>
          <p:nvPr/>
        </p:nvGrpSpPr>
        <p:grpSpPr>
          <a:xfrm>
            <a:off x="1032013" y="362100"/>
            <a:ext cx="389750" cy="385750"/>
            <a:chOff x="3382475" y="1831100"/>
            <a:chExt cx="389750" cy="385750"/>
          </a:xfrm>
        </p:grpSpPr>
        <p:sp>
          <p:nvSpPr>
            <p:cNvPr id="94" name="Google Shape;94;p10"/>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0"/>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0"/>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0"/>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8"/>
        <p:cNvGrpSpPr/>
        <p:nvPr/>
      </p:nvGrpSpPr>
      <p:grpSpPr>
        <a:xfrm>
          <a:off x="0" y="0"/>
          <a:ext cx="0" cy="0"/>
          <a:chOff x="0" y="0"/>
          <a:chExt cx="0" cy="0"/>
        </a:xfrm>
      </p:grpSpPr>
      <p:sp>
        <p:nvSpPr>
          <p:cNvPr id="99" name="Google Shape;99;p11"/>
          <p:cNvSpPr txBox="1">
            <a:spLocks noGrp="1"/>
          </p:cNvSpPr>
          <p:nvPr>
            <p:ph type="title" hasCustomPrompt="1"/>
          </p:nvPr>
        </p:nvSpPr>
        <p:spPr>
          <a:xfrm>
            <a:off x="1284000" y="1095725"/>
            <a:ext cx="6576000" cy="17934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11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0" name="Google Shape;100;p11"/>
          <p:cNvSpPr txBox="1">
            <a:spLocks noGrp="1"/>
          </p:cNvSpPr>
          <p:nvPr>
            <p:ph type="subTitle" idx="1"/>
          </p:nvPr>
        </p:nvSpPr>
        <p:spPr>
          <a:xfrm>
            <a:off x="1947900" y="2965256"/>
            <a:ext cx="5248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55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4" name="Google Shape;104;p13"/>
          <p:cNvSpPr txBox="1">
            <a:spLocks noGrp="1"/>
          </p:cNvSpPr>
          <p:nvPr>
            <p:ph type="title" idx="2" hasCustomPrompt="1"/>
          </p:nvPr>
        </p:nvSpPr>
        <p:spPr>
          <a:xfrm>
            <a:off x="2565577" y="1350900"/>
            <a:ext cx="722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Montserrat Black"/>
                <a:ea typeface="Montserrat Black"/>
                <a:cs typeface="Montserrat Black"/>
                <a:sym typeface="Montserra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subTitle" idx="1"/>
          </p:nvPr>
        </p:nvSpPr>
        <p:spPr>
          <a:xfrm>
            <a:off x="1690776" y="2328325"/>
            <a:ext cx="2472000" cy="52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 name="Google Shape;106;p13"/>
          <p:cNvSpPr txBox="1">
            <a:spLocks noGrp="1"/>
          </p:cNvSpPr>
          <p:nvPr>
            <p:ph type="subTitle" idx="3"/>
          </p:nvPr>
        </p:nvSpPr>
        <p:spPr>
          <a:xfrm>
            <a:off x="1690776" y="1966825"/>
            <a:ext cx="2472000" cy="361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7" name="Google Shape;107;p13"/>
          <p:cNvSpPr txBox="1">
            <a:spLocks noGrp="1"/>
          </p:cNvSpPr>
          <p:nvPr>
            <p:ph type="title" idx="4" hasCustomPrompt="1"/>
          </p:nvPr>
        </p:nvSpPr>
        <p:spPr>
          <a:xfrm>
            <a:off x="2565577" y="3113875"/>
            <a:ext cx="722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Montserrat Black"/>
                <a:ea typeface="Montserrat Black"/>
                <a:cs typeface="Montserrat Black"/>
                <a:sym typeface="Montserra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5"/>
          </p:nvPr>
        </p:nvSpPr>
        <p:spPr>
          <a:xfrm>
            <a:off x="1690776" y="4091300"/>
            <a:ext cx="2472000" cy="52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9" name="Google Shape;109;p13"/>
          <p:cNvSpPr txBox="1">
            <a:spLocks noGrp="1"/>
          </p:cNvSpPr>
          <p:nvPr>
            <p:ph type="subTitle" idx="6"/>
          </p:nvPr>
        </p:nvSpPr>
        <p:spPr>
          <a:xfrm>
            <a:off x="1690776" y="3729800"/>
            <a:ext cx="2472000" cy="361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0" name="Google Shape;110;p13"/>
          <p:cNvSpPr txBox="1">
            <a:spLocks noGrp="1"/>
          </p:cNvSpPr>
          <p:nvPr>
            <p:ph type="title" idx="7" hasCustomPrompt="1"/>
          </p:nvPr>
        </p:nvSpPr>
        <p:spPr>
          <a:xfrm>
            <a:off x="5856024" y="1350900"/>
            <a:ext cx="722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Montserrat Black"/>
                <a:ea typeface="Montserrat Black"/>
                <a:cs typeface="Montserrat Black"/>
                <a:sym typeface="Montserra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8"/>
          </p:nvPr>
        </p:nvSpPr>
        <p:spPr>
          <a:xfrm>
            <a:off x="4981224" y="2328325"/>
            <a:ext cx="2472000" cy="52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2" name="Google Shape;112;p13"/>
          <p:cNvSpPr txBox="1">
            <a:spLocks noGrp="1"/>
          </p:cNvSpPr>
          <p:nvPr>
            <p:ph type="subTitle" idx="9"/>
          </p:nvPr>
        </p:nvSpPr>
        <p:spPr>
          <a:xfrm>
            <a:off x="4981224" y="1966825"/>
            <a:ext cx="2472000" cy="361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3" name="Google Shape;113;p13"/>
          <p:cNvSpPr txBox="1">
            <a:spLocks noGrp="1"/>
          </p:cNvSpPr>
          <p:nvPr>
            <p:ph type="title" idx="13" hasCustomPrompt="1"/>
          </p:nvPr>
        </p:nvSpPr>
        <p:spPr>
          <a:xfrm>
            <a:off x="5856024" y="3113875"/>
            <a:ext cx="722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Montserrat Black"/>
                <a:ea typeface="Montserrat Black"/>
                <a:cs typeface="Montserrat Black"/>
                <a:sym typeface="Montserra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4" name="Google Shape;114;p13"/>
          <p:cNvSpPr txBox="1">
            <a:spLocks noGrp="1"/>
          </p:cNvSpPr>
          <p:nvPr>
            <p:ph type="subTitle" idx="14"/>
          </p:nvPr>
        </p:nvSpPr>
        <p:spPr>
          <a:xfrm>
            <a:off x="4981224" y="4091300"/>
            <a:ext cx="2472000" cy="52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5" name="Google Shape;115;p13"/>
          <p:cNvSpPr txBox="1">
            <a:spLocks noGrp="1"/>
          </p:cNvSpPr>
          <p:nvPr>
            <p:ph type="subTitle" idx="15"/>
          </p:nvPr>
        </p:nvSpPr>
        <p:spPr>
          <a:xfrm>
            <a:off x="4981224" y="3729800"/>
            <a:ext cx="2472000" cy="361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6"/>
        <p:cNvGrpSpPr/>
        <p:nvPr/>
      </p:nvGrpSpPr>
      <p:grpSpPr>
        <a:xfrm>
          <a:off x="0" y="0"/>
          <a:ext cx="0" cy="0"/>
          <a:chOff x="0" y="0"/>
          <a:chExt cx="0" cy="0"/>
        </a:xfrm>
      </p:grpSpPr>
      <p:sp>
        <p:nvSpPr>
          <p:cNvPr id="117" name="Google Shape;117;p14"/>
          <p:cNvSpPr txBox="1">
            <a:spLocks noGrp="1"/>
          </p:cNvSpPr>
          <p:nvPr>
            <p:ph type="title"/>
          </p:nvPr>
        </p:nvSpPr>
        <p:spPr>
          <a:xfrm>
            <a:off x="2290025" y="3286475"/>
            <a:ext cx="4563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8" name="Google Shape;118;p14"/>
          <p:cNvSpPr txBox="1">
            <a:spLocks noGrp="1"/>
          </p:cNvSpPr>
          <p:nvPr>
            <p:ph type="subTitle" idx="1"/>
          </p:nvPr>
        </p:nvSpPr>
        <p:spPr>
          <a:xfrm>
            <a:off x="986100" y="1399938"/>
            <a:ext cx="7171800" cy="17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500"/>
              <a:buNone/>
              <a:defRPr sz="3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3">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715100" y="2681175"/>
            <a:ext cx="4218000" cy="716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600"/>
              <a:buNone/>
              <a:defRPr sz="4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1" name="Google Shape;121;p15"/>
          <p:cNvSpPr txBox="1">
            <a:spLocks noGrp="1"/>
          </p:cNvSpPr>
          <p:nvPr>
            <p:ph type="title" idx="2" hasCustomPrompt="1"/>
          </p:nvPr>
        </p:nvSpPr>
        <p:spPr>
          <a:xfrm>
            <a:off x="902100" y="1195350"/>
            <a:ext cx="1853400" cy="120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8000">
                <a:latin typeface="Montserrat Black"/>
                <a:ea typeface="Montserrat Black"/>
                <a:cs typeface="Montserrat Black"/>
                <a:sym typeface="Montserrat Black"/>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22" name="Google Shape;122;p15"/>
          <p:cNvSpPr txBox="1">
            <a:spLocks noGrp="1"/>
          </p:cNvSpPr>
          <p:nvPr>
            <p:ph type="subTitle" idx="1"/>
          </p:nvPr>
        </p:nvSpPr>
        <p:spPr>
          <a:xfrm>
            <a:off x="715100" y="3508025"/>
            <a:ext cx="4218000" cy="44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55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CUSTOM_3_1">
    <p:spTree>
      <p:nvGrpSpPr>
        <p:cNvPr id="1" name="Shape 123"/>
        <p:cNvGrpSpPr/>
        <p:nvPr/>
      </p:nvGrpSpPr>
      <p:grpSpPr>
        <a:xfrm>
          <a:off x="0" y="0"/>
          <a:ext cx="0" cy="0"/>
          <a:chOff x="0" y="0"/>
          <a:chExt cx="0" cy="0"/>
        </a:xfrm>
      </p:grpSpPr>
      <p:sp>
        <p:nvSpPr>
          <p:cNvPr id="124" name="Google Shape;124;p16"/>
          <p:cNvSpPr txBox="1">
            <a:spLocks noGrp="1"/>
          </p:cNvSpPr>
          <p:nvPr>
            <p:ph type="title"/>
          </p:nvPr>
        </p:nvSpPr>
        <p:spPr>
          <a:xfrm>
            <a:off x="3571975" y="2681175"/>
            <a:ext cx="4857000" cy="716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45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25" name="Google Shape;125;p16"/>
          <p:cNvSpPr txBox="1">
            <a:spLocks noGrp="1"/>
          </p:cNvSpPr>
          <p:nvPr>
            <p:ph type="title" idx="2" hasCustomPrompt="1"/>
          </p:nvPr>
        </p:nvSpPr>
        <p:spPr>
          <a:xfrm>
            <a:off x="6388500" y="1195363"/>
            <a:ext cx="1853400" cy="120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8000">
                <a:latin typeface="Montserrat Black"/>
                <a:ea typeface="Montserrat Black"/>
                <a:cs typeface="Montserrat Black"/>
                <a:sym typeface="Montserrat Black"/>
              </a:defRPr>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126" name="Google Shape;126;p16"/>
          <p:cNvSpPr txBox="1">
            <a:spLocks noGrp="1"/>
          </p:cNvSpPr>
          <p:nvPr>
            <p:ph type="subTitle" idx="1"/>
          </p:nvPr>
        </p:nvSpPr>
        <p:spPr>
          <a:xfrm>
            <a:off x="3571900" y="3508050"/>
            <a:ext cx="4857000" cy="440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55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2">
    <p:spTree>
      <p:nvGrpSpPr>
        <p:cNvPr id="1" name="Shape 127"/>
        <p:cNvGrpSpPr/>
        <p:nvPr/>
      </p:nvGrpSpPr>
      <p:grpSpPr>
        <a:xfrm>
          <a:off x="0" y="0"/>
          <a:ext cx="0" cy="0"/>
          <a:chOff x="0" y="0"/>
          <a:chExt cx="0" cy="0"/>
        </a:xfrm>
      </p:grpSpPr>
      <p:grpSp>
        <p:nvGrpSpPr>
          <p:cNvPr id="128" name="Google Shape;128;p17"/>
          <p:cNvGrpSpPr/>
          <p:nvPr/>
        </p:nvGrpSpPr>
        <p:grpSpPr>
          <a:xfrm>
            <a:off x="259588" y="741400"/>
            <a:ext cx="389750" cy="385750"/>
            <a:chOff x="3382475" y="1831100"/>
            <a:chExt cx="389750" cy="385750"/>
          </a:xfrm>
        </p:grpSpPr>
        <p:sp>
          <p:nvSpPr>
            <p:cNvPr id="129" name="Google Shape;129;p1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 name="Google Shape;133;p17"/>
          <p:cNvGrpSpPr/>
          <p:nvPr/>
        </p:nvGrpSpPr>
        <p:grpSpPr>
          <a:xfrm>
            <a:off x="8433513" y="4491825"/>
            <a:ext cx="389750" cy="385750"/>
            <a:chOff x="3382475" y="1831100"/>
            <a:chExt cx="389750" cy="385750"/>
          </a:xfrm>
        </p:grpSpPr>
        <p:sp>
          <p:nvSpPr>
            <p:cNvPr id="134" name="Google Shape;134;p1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17"/>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70"/>
        <p:cNvGrpSpPr/>
        <p:nvPr/>
      </p:nvGrpSpPr>
      <p:grpSpPr>
        <a:xfrm>
          <a:off x="0" y="0"/>
          <a:ext cx="0" cy="0"/>
          <a:chOff x="0" y="0"/>
          <a:chExt cx="0" cy="0"/>
        </a:xfrm>
      </p:grpSpPr>
      <p:sp>
        <p:nvSpPr>
          <p:cNvPr id="171" name="Google Shape;171;p21"/>
          <p:cNvSpPr txBox="1">
            <a:spLocks noGrp="1"/>
          </p:cNvSpPr>
          <p:nvPr>
            <p:ph type="body" idx="1"/>
          </p:nvPr>
        </p:nvSpPr>
        <p:spPr>
          <a:xfrm>
            <a:off x="715100" y="1790175"/>
            <a:ext cx="3518700" cy="2343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72" name="Google Shape;172;p21"/>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173"/>
        <p:cNvGrpSpPr/>
        <p:nvPr/>
      </p:nvGrpSpPr>
      <p:grpSpPr>
        <a:xfrm>
          <a:off x="0" y="0"/>
          <a:ext cx="0" cy="0"/>
          <a:chOff x="0" y="0"/>
          <a:chExt cx="0" cy="0"/>
        </a:xfrm>
      </p:grpSpPr>
      <p:sp>
        <p:nvSpPr>
          <p:cNvPr id="174" name="Google Shape;174;p22"/>
          <p:cNvSpPr txBox="1">
            <a:spLocks noGrp="1"/>
          </p:cNvSpPr>
          <p:nvPr>
            <p:ph type="subTitle" idx="1"/>
          </p:nvPr>
        </p:nvSpPr>
        <p:spPr>
          <a:xfrm>
            <a:off x="2360100" y="3056869"/>
            <a:ext cx="4423800" cy="66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 name="Google Shape;175;p22"/>
          <p:cNvSpPr txBox="1">
            <a:spLocks noGrp="1"/>
          </p:cNvSpPr>
          <p:nvPr>
            <p:ph type="title"/>
          </p:nvPr>
        </p:nvSpPr>
        <p:spPr>
          <a:xfrm>
            <a:off x="1498050" y="1238556"/>
            <a:ext cx="6147900" cy="162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10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1_1">
    <p:spTree>
      <p:nvGrpSpPr>
        <p:cNvPr id="1" name="Shape 176"/>
        <p:cNvGrpSpPr/>
        <p:nvPr/>
      </p:nvGrpSpPr>
      <p:grpSpPr>
        <a:xfrm>
          <a:off x="0" y="0"/>
          <a:ext cx="0" cy="0"/>
          <a:chOff x="0" y="0"/>
          <a:chExt cx="0" cy="0"/>
        </a:xfrm>
      </p:grpSpPr>
      <p:sp>
        <p:nvSpPr>
          <p:cNvPr id="177" name="Google Shape;177;p23"/>
          <p:cNvSpPr txBox="1">
            <a:spLocks noGrp="1"/>
          </p:cNvSpPr>
          <p:nvPr>
            <p:ph type="subTitle" idx="1"/>
          </p:nvPr>
        </p:nvSpPr>
        <p:spPr>
          <a:xfrm>
            <a:off x="715100" y="2506725"/>
            <a:ext cx="2907600" cy="115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55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8" name="Google Shape;178;p23"/>
          <p:cNvSpPr txBox="1">
            <a:spLocks noGrp="1"/>
          </p:cNvSpPr>
          <p:nvPr>
            <p:ph type="title"/>
          </p:nvPr>
        </p:nvSpPr>
        <p:spPr>
          <a:xfrm>
            <a:off x="715100" y="1485975"/>
            <a:ext cx="2907600" cy="1020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79" name="Google Shape;179;p23"/>
          <p:cNvGrpSpPr/>
          <p:nvPr/>
        </p:nvGrpSpPr>
        <p:grpSpPr>
          <a:xfrm>
            <a:off x="479777" y="4101450"/>
            <a:ext cx="389750" cy="385750"/>
            <a:chOff x="3382475" y="1831100"/>
            <a:chExt cx="389750" cy="385750"/>
          </a:xfrm>
        </p:grpSpPr>
        <p:sp>
          <p:nvSpPr>
            <p:cNvPr id="180" name="Google Shape;180;p2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23"/>
          <p:cNvGrpSpPr/>
          <p:nvPr/>
        </p:nvGrpSpPr>
        <p:grpSpPr>
          <a:xfrm>
            <a:off x="971538" y="4425300"/>
            <a:ext cx="389750" cy="385750"/>
            <a:chOff x="3382475" y="1831100"/>
            <a:chExt cx="389750" cy="385750"/>
          </a:xfrm>
        </p:grpSpPr>
        <p:sp>
          <p:nvSpPr>
            <p:cNvPr id="185" name="Google Shape;185;p2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23"/>
          <p:cNvSpPr/>
          <p:nvPr/>
        </p:nvSpPr>
        <p:spPr>
          <a:xfrm>
            <a:off x="419888" y="443637"/>
            <a:ext cx="857105" cy="815131"/>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 name="Google Shape;190;p23"/>
          <p:cNvGrpSpPr/>
          <p:nvPr/>
        </p:nvGrpSpPr>
        <p:grpSpPr>
          <a:xfrm flipH="1">
            <a:off x="8083049" y="367425"/>
            <a:ext cx="389750" cy="385750"/>
            <a:chOff x="3382475" y="1831100"/>
            <a:chExt cx="389750" cy="385750"/>
          </a:xfrm>
        </p:grpSpPr>
        <p:sp>
          <p:nvSpPr>
            <p:cNvPr id="191" name="Google Shape;191;p2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 name="Google Shape;195;p23"/>
          <p:cNvGrpSpPr/>
          <p:nvPr/>
        </p:nvGrpSpPr>
        <p:grpSpPr>
          <a:xfrm flipH="1">
            <a:off x="8472799" y="741400"/>
            <a:ext cx="389750" cy="385750"/>
            <a:chOff x="3382475" y="1831100"/>
            <a:chExt cx="389750" cy="385750"/>
          </a:xfrm>
        </p:grpSpPr>
        <p:sp>
          <p:nvSpPr>
            <p:cNvPr id="196" name="Google Shape;196;p2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24"/>
        <p:cNvGrpSpPr/>
        <p:nvPr/>
      </p:nvGrpSpPr>
      <p:grpSpPr>
        <a:xfrm>
          <a:off x="0" y="0"/>
          <a:ext cx="0" cy="0"/>
          <a:chOff x="0" y="0"/>
          <a:chExt cx="0" cy="0"/>
        </a:xfrm>
      </p:grpSpPr>
      <p:sp>
        <p:nvSpPr>
          <p:cNvPr id="225" name="Google Shape;225;p25"/>
          <p:cNvSpPr txBox="1">
            <a:spLocks noGrp="1"/>
          </p:cNvSpPr>
          <p:nvPr>
            <p:ph type="subTitle" idx="1"/>
          </p:nvPr>
        </p:nvSpPr>
        <p:spPr>
          <a:xfrm>
            <a:off x="1349113" y="2348400"/>
            <a:ext cx="2728200" cy="38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1pPr>
            <a:lvl2pPr lvl="1"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2pPr>
            <a:lvl3pPr lvl="2"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3pPr>
            <a:lvl4pPr lvl="3"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4pPr>
            <a:lvl5pPr lvl="4"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5pPr>
            <a:lvl6pPr lvl="5"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6pPr>
            <a:lvl7pPr lvl="6"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7pPr>
            <a:lvl8pPr lvl="7"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8pPr>
            <a:lvl9pPr lvl="8"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226" name="Google Shape;226;p25"/>
          <p:cNvSpPr txBox="1">
            <a:spLocks noGrp="1"/>
          </p:cNvSpPr>
          <p:nvPr>
            <p:ph type="subTitle" idx="2"/>
          </p:nvPr>
        </p:nvSpPr>
        <p:spPr>
          <a:xfrm>
            <a:off x="5066688" y="2348400"/>
            <a:ext cx="2728200" cy="38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1pPr>
            <a:lvl2pPr lvl="1"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2pPr>
            <a:lvl3pPr lvl="2"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3pPr>
            <a:lvl4pPr lvl="3"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4pPr>
            <a:lvl5pPr lvl="4"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5pPr>
            <a:lvl6pPr lvl="5"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6pPr>
            <a:lvl7pPr lvl="6"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7pPr>
            <a:lvl8pPr lvl="7"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8pPr>
            <a:lvl9pPr lvl="8" algn="ctr" rtl="0">
              <a:lnSpc>
                <a:spcPct val="100000"/>
              </a:lnSpc>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227" name="Google Shape;227;p25"/>
          <p:cNvSpPr txBox="1">
            <a:spLocks noGrp="1"/>
          </p:cNvSpPr>
          <p:nvPr>
            <p:ph type="body" idx="3"/>
          </p:nvPr>
        </p:nvSpPr>
        <p:spPr>
          <a:xfrm>
            <a:off x="1349125" y="2734075"/>
            <a:ext cx="2728200" cy="1874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28" name="Google Shape;228;p25"/>
          <p:cNvSpPr txBox="1">
            <a:spLocks noGrp="1"/>
          </p:cNvSpPr>
          <p:nvPr>
            <p:ph type="body" idx="4"/>
          </p:nvPr>
        </p:nvSpPr>
        <p:spPr>
          <a:xfrm>
            <a:off x="5066700" y="2734075"/>
            <a:ext cx="2728200" cy="1874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grpSp>
        <p:nvGrpSpPr>
          <p:cNvPr id="229" name="Google Shape;229;p25"/>
          <p:cNvGrpSpPr/>
          <p:nvPr/>
        </p:nvGrpSpPr>
        <p:grpSpPr>
          <a:xfrm>
            <a:off x="470375" y="291225"/>
            <a:ext cx="389750" cy="385750"/>
            <a:chOff x="3382475" y="1831100"/>
            <a:chExt cx="389750" cy="385750"/>
          </a:xfrm>
        </p:grpSpPr>
        <p:sp>
          <p:nvSpPr>
            <p:cNvPr id="230" name="Google Shape;230;p2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25"/>
          <p:cNvGrpSpPr/>
          <p:nvPr/>
        </p:nvGrpSpPr>
        <p:grpSpPr>
          <a:xfrm flipH="1">
            <a:off x="8283875" y="291225"/>
            <a:ext cx="389750" cy="385750"/>
            <a:chOff x="3382475" y="1831100"/>
            <a:chExt cx="389750" cy="385750"/>
          </a:xfrm>
        </p:grpSpPr>
        <p:sp>
          <p:nvSpPr>
            <p:cNvPr id="235" name="Google Shape;235;p2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 name="Google Shape;239;p25"/>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BLANK_1_1_1_2_1_1">
    <p:spTree>
      <p:nvGrpSpPr>
        <p:cNvPr id="1" name="Shape 283"/>
        <p:cNvGrpSpPr/>
        <p:nvPr/>
      </p:nvGrpSpPr>
      <p:grpSpPr>
        <a:xfrm>
          <a:off x="0" y="0"/>
          <a:ext cx="0" cy="0"/>
          <a:chOff x="0" y="0"/>
          <a:chExt cx="0" cy="0"/>
        </a:xfrm>
      </p:grpSpPr>
      <p:sp>
        <p:nvSpPr>
          <p:cNvPr id="284" name="Google Shape;284;p29"/>
          <p:cNvSpPr txBox="1">
            <a:spLocks noGrp="1"/>
          </p:cNvSpPr>
          <p:nvPr>
            <p:ph type="subTitle" idx="1"/>
          </p:nvPr>
        </p:nvSpPr>
        <p:spPr>
          <a:xfrm>
            <a:off x="3873848" y="1343375"/>
            <a:ext cx="3061500" cy="4359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5" name="Google Shape;285;p29"/>
          <p:cNvSpPr txBox="1">
            <a:spLocks noGrp="1"/>
          </p:cNvSpPr>
          <p:nvPr>
            <p:ph type="subTitle" idx="2"/>
          </p:nvPr>
        </p:nvSpPr>
        <p:spPr>
          <a:xfrm>
            <a:off x="3873848" y="1779200"/>
            <a:ext cx="3061500" cy="55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29"/>
          <p:cNvSpPr txBox="1">
            <a:spLocks noGrp="1"/>
          </p:cNvSpPr>
          <p:nvPr>
            <p:ph type="subTitle" idx="3"/>
          </p:nvPr>
        </p:nvSpPr>
        <p:spPr>
          <a:xfrm>
            <a:off x="3873848" y="3618025"/>
            <a:ext cx="3061500" cy="4359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7" name="Google Shape;287;p29"/>
          <p:cNvSpPr txBox="1">
            <a:spLocks noGrp="1"/>
          </p:cNvSpPr>
          <p:nvPr>
            <p:ph type="subTitle" idx="4"/>
          </p:nvPr>
        </p:nvSpPr>
        <p:spPr>
          <a:xfrm>
            <a:off x="3873848" y="4053800"/>
            <a:ext cx="3061500" cy="55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8" name="Google Shape;288;p29"/>
          <p:cNvSpPr txBox="1">
            <a:spLocks noGrp="1"/>
          </p:cNvSpPr>
          <p:nvPr>
            <p:ph type="subTitle" idx="5"/>
          </p:nvPr>
        </p:nvSpPr>
        <p:spPr>
          <a:xfrm>
            <a:off x="3873848" y="2480725"/>
            <a:ext cx="3061500" cy="4359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9" name="Google Shape;289;p29"/>
          <p:cNvSpPr txBox="1">
            <a:spLocks noGrp="1"/>
          </p:cNvSpPr>
          <p:nvPr>
            <p:ph type="subTitle" idx="6"/>
          </p:nvPr>
        </p:nvSpPr>
        <p:spPr>
          <a:xfrm>
            <a:off x="3873848" y="2916500"/>
            <a:ext cx="3061500" cy="55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0" name="Google Shape;290;p29"/>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06"/>
        <p:cNvGrpSpPr/>
        <p:nvPr/>
      </p:nvGrpSpPr>
      <p:grpSpPr>
        <a:xfrm>
          <a:off x="0" y="0"/>
          <a:ext cx="0" cy="0"/>
          <a:chOff x="0" y="0"/>
          <a:chExt cx="0" cy="0"/>
        </a:xfrm>
      </p:grpSpPr>
      <p:sp>
        <p:nvSpPr>
          <p:cNvPr id="307" name="Google Shape;307;p31"/>
          <p:cNvSpPr txBox="1">
            <a:spLocks noGrp="1"/>
          </p:cNvSpPr>
          <p:nvPr>
            <p:ph type="subTitle" idx="1"/>
          </p:nvPr>
        </p:nvSpPr>
        <p:spPr>
          <a:xfrm>
            <a:off x="717424" y="2327053"/>
            <a:ext cx="2215500" cy="56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31"/>
          <p:cNvSpPr txBox="1">
            <a:spLocks noGrp="1"/>
          </p:cNvSpPr>
          <p:nvPr>
            <p:ph type="subTitle" idx="2"/>
          </p:nvPr>
        </p:nvSpPr>
        <p:spPr>
          <a:xfrm>
            <a:off x="3464249" y="2327053"/>
            <a:ext cx="2215500" cy="56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31"/>
          <p:cNvSpPr txBox="1">
            <a:spLocks noGrp="1"/>
          </p:cNvSpPr>
          <p:nvPr>
            <p:ph type="subTitle" idx="3"/>
          </p:nvPr>
        </p:nvSpPr>
        <p:spPr>
          <a:xfrm>
            <a:off x="6211071" y="2327053"/>
            <a:ext cx="2215500" cy="56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0" name="Google Shape;310;p31"/>
          <p:cNvSpPr txBox="1">
            <a:spLocks noGrp="1"/>
          </p:cNvSpPr>
          <p:nvPr>
            <p:ph type="subTitle" idx="4"/>
          </p:nvPr>
        </p:nvSpPr>
        <p:spPr>
          <a:xfrm>
            <a:off x="717424" y="4025600"/>
            <a:ext cx="2215500" cy="56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31"/>
          <p:cNvSpPr txBox="1">
            <a:spLocks noGrp="1"/>
          </p:cNvSpPr>
          <p:nvPr>
            <p:ph type="subTitle" idx="5"/>
          </p:nvPr>
        </p:nvSpPr>
        <p:spPr>
          <a:xfrm>
            <a:off x="3464250" y="4025600"/>
            <a:ext cx="2215500" cy="56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31"/>
          <p:cNvSpPr txBox="1">
            <a:spLocks noGrp="1"/>
          </p:cNvSpPr>
          <p:nvPr>
            <p:ph type="subTitle" idx="6"/>
          </p:nvPr>
        </p:nvSpPr>
        <p:spPr>
          <a:xfrm>
            <a:off x="6211071" y="4020375"/>
            <a:ext cx="2215500" cy="56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 name="Google Shape;313;p31"/>
          <p:cNvSpPr txBox="1">
            <a:spLocks noGrp="1"/>
          </p:cNvSpPr>
          <p:nvPr>
            <p:ph type="subTitle" idx="7"/>
          </p:nvPr>
        </p:nvSpPr>
        <p:spPr>
          <a:xfrm>
            <a:off x="717424" y="1986763"/>
            <a:ext cx="2215500" cy="342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4" name="Google Shape;314;p31"/>
          <p:cNvSpPr txBox="1">
            <a:spLocks noGrp="1"/>
          </p:cNvSpPr>
          <p:nvPr>
            <p:ph type="subTitle" idx="8"/>
          </p:nvPr>
        </p:nvSpPr>
        <p:spPr>
          <a:xfrm>
            <a:off x="3464251" y="1986763"/>
            <a:ext cx="2215500" cy="342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5" name="Google Shape;315;p31"/>
          <p:cNvSpPr txBox="1">
            <a:spLocks noGrp="1"/>
          </p:cNvSpPr>
          <p:nvPr>
            <p:ph type="subTitle" idx="9"/>
          </p:nvPr>
        </p:nvSpPr>
        <p:spPr>
          <a:xfrm>
            <a:off x="6211071" y="1986763"/>
            <a:ext cx="2215500" cy="342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6" name="Google Shape;316;p31"/>
          <p:cNvSpPr txBox="1">
            <a:spLocks noGrp="1"/>
          </p:cNvSpPr>
          <p:nvPr>
            <p:ph type="subTitle" idx="13"/>
          </p:nvPr>
        </p:nvSpPr>
        <p:spPr>
          <a:xfrm>
            <a:off x="717424" y="3680900"/>
            <a:ext cx="2215500" cy="342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7" name="Google Shape;317;p31"/>
          <p:cNvSpPr txBox="1">
            <a:spLocks noGrp="1"/>
          </p:cNvSpPr>
          <p:nvPr>
            <p:ph type="subTitle" idx="14"/>
          </p:nvPr>
        </p:nvSpPr>
        <p:spPr>
          <a:xfrm>
            <a:off x="3464250" y="3680900"/>
            <a:ext cx="2215500" cy="342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8" name="Google Shape;318;p31"/>
          <p:cNvSpPr txBox="1">
            <a:spLocks noGrp="1"/>
          </p:cNvSpPr>
          <p:nvPr>
            <p:ph type="subTitle" idx="15"/>
          </p:nvPr>
        </p:nvSpPr>
        <p:spPr>
          <a:xfrm>
            <a:off x="6211071" y="3680900"/>
            <a:ext cx="2215500" cy="342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9" name="Google Shape;319;p31"/>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20"/>
        <p:cNvGrpSpPr/>
        <p:nvPr/>
      </p:nvGrpSpPr>
      <p:grpSpPr>
        <a:xfrm>
          <a:off x="0" y="0"/>
          <a:ext cx="0" cy="0"/>
          <a:chOff x="0" y="0"/>
          <a:chExt cx="0" cy="0"/>
        </a:xfrm>
      </p:grpSpPr>
      <p:sp>
        <p:nvSpPr>
          <p:cNvPr id="321" name="Google Shape;321;p32"/>
          <p:cNvSpPr txBox="1">
            <a:spLocks noGrp="1"/>
          </p:cNvSpPr>
          <p:nvPr>
            <p:ph type="title" hasCustomPrompt="1"/>
          </p:nvPr>
        </p:nvSpPr>
        <p:spPr>
          <a:xfrm>
            <a:off x="3866100" y="2058707"/>
            <a:ext cx="1411800" cy="57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2800"/>
            </a:lvl1pPr>
            <a:lvl2pPr lvl="1" algn="ctr" rtl="0">
              <a:spcBef>
                <a:spcPts val="0"/>
              </a:spcBef>
              <a:spcAft>
                <a:spcPts val="0"/>
              </a:spcAft>
              <a:buSzPts val="3300"/>
              <a:buNone/>
              <a:defRPr sz="3300"/>
            </a:lvl2pPr>
            <a:lvl3pPr lvl="2" algn="ctr" rtl="0">
              <a:spcBef>
                <a:spcPts val="0"/>
              </a:spcBef>
              <a:spcAft>
                <a:spcPts val="0"/>
              </a:spcAft>
              <a:buSzPts val="3300"/>
              <a:buNone/>
              <a:defRPr sz="3300"/>
            </a:lvl3pPr>
            <a:lvl4pPr lvl="3" algn="ctr" rtl="0">
              <a:spcBef>
                <a:spcPts val="0"/>
              </a:spcBef>
              <a:spcAft>
                <a:spcPts val="0"/>
              </a:spcAft>
              <a:buSzPts val="3300"/>
              <a:buNone/>
              <a:defRPr sz="3300"/>
            </a:lvl4pPr>
            <a:lvl5pPr lvl="4" algn="ctr" rtl="0">
              <a:spcBef>
                <a:spcPts val="0"/>
              </a:spcBef>
              <a:spcAft>
                <a:spcPts val="0"/>
              </a:spcAft>
              <a:buSzPts val="3300"/>
              <a:buNone/>
              <a:defRPr sz="3300"/>
            </a:lvl5pPr>
            <a:lvl6pPr lvl="5" algn="ctr" rtl="0">
              <a:spcBef>
                <a:spcPts val="0"/>
              </a:spcBef>
              <a:spcAft>
                <a:spcPts val="0"/>
              </a:spcAft>
              <a:buSzPts val="3300"/>
              <a:buNone/>
              <a:defRPr sz="3300"/>
            </a:lvl6pPr>
            <a:lvl7pPr lvl="6" algn="ctr" rtl="0">
              <a:spcBef>
                <a:spcPts val="0"/>
              </a:spcBef>
              <a:spcAft>
                <a:spcPts val="0"/>
              </a:spcAft>
              <a:buSzPts val="3300"/>
              <a:buNone/>
              <a:defRPr sz="3300"/>
            </a:lvl7pPr>
            <a:lvl8pPr lvl="7" algn="ctr" rtl="0">
              <a:spcBef>
                <a:spcPts val="0"/>
              </a:spcBef>
              <a:spcAft>
                <a:spcPts val="0"/>
              </a:spcAft>
              <a:buSzPts val="3300"/>
              <a:buNone/>
              <a:defRPr sz="3300"/>
            </a:lvl8pPr>
            <a:lvl9pPr lvl="8" algn="ctr" rtl="0">
              <a:spcBef>
                <a:spcPts val="0"/>
              </a:spcBef>
              <a:spcAft>
                <a:spcPts val="0"/>
              </a:spcAft>
              <a:buSzPts val="3300"/>
              <a:buNone/>
              <a:defRPr sz="3300"/>
            </a:lvl9pPr>
          </a:lstStyle>
          <a:p>
            <a:r>
              <a:t>xx%</a:t>
            </a:r>
          </a:p>
        </p:txBody>
      </p:sp>
      <p:sp>
        <p:nvSpPr>
          <p:cNvPr id="322" name="Google Shape;322;p32"/>
          <p:cNvSpPr txBox="1">
            <a:spLocks noGrp="1"/>
          </p:cNvSpPr>
          <p:nvPr>
            <p:ph type="title" idx="2" hasCustomPrompt="1"/>
          </p:nvPr>
        </p:nvSpPr>
        <p:spPr>
          <a:xfrm>
            <a:off x="1262047" y="2058707"/>
            <a:ext cx="1411800" cy="57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2800"/>
            </a:lvl1pPr>
            <a:lvl2pPr lvl="1" algn="ctr" rtl="0">
              <a:spcBef>
                <a:spcPts val="0"/>
              </a:spcBef>
              <a:spcAft>
                <a:spcPts val="0"/>
              </a:spcAft>
              <a:buSzPts val="3300"/>
              <a:buNone/>
              <a:defRPr sz="3300"/>
            </a:lvl2pPr>
            <a:lvl3pPr lvl="2" algn="ctr" rtl="0">
              <a:spcBef>
                <a:spcPts val="0"/>
              </a:spcBef>
              <a:spcAft>
                <a:spcPts val="0"/>
              </a:spcAft>
              <a:buSzPts val="3300"/>
              <a:buNone/>
              <a:defRPr sz="3300"/>
            </a:lvl3pPr>
            <a:lvl4pPr lvl="3" algn="ctr" rtl="0">
              <a:spcBef>
                <a:spcPts val="0"/>
              </a:spcBef>
              <a:spcAft>
                <a:spcPts val="0"/>
              </a:spcAft>
              <a:buSzPts val="3300"/>
              <a:buNone/>
              <a:defRPr sz="3300"/>
            </a:lvl4pPr>
            <a:lvl5pPr lvl="4" algn="ctr" rtl="0">
              <a:spcBef>
                <a:spcPts val="0"/>
              </a:spcBef>
              <a:spcAft>
                <a:spcPts val="0"/>
              </a:spcAft>
              <a:buSzPts val="3300"/>
              <a:buNone/>
              <a:defRPr sz="3300"/>
            </a:lvl5pPr>
            <a:lvl6pPr lvl="5" algn="ctr" rtl="0">
              <a:spcBef>
                <a:spcPts val="0"/>
              </a:spcBef>
              <a:spcAft>
                <a:spcPts val="0"/>
              </a:spcAft>
              <a:buSzPts val="3300"/>
              <a:buNone/>
              <a:defRPr sz="3300"/>
            </a:lvl6pPr>
            <a:lvl7pPr lvl="6" algn="ctr" rtl="0">
              <a:spcBef>
                <a:spcPts val="0"/>
              </a:spcBef>
              <a:spcAft>
                <a:spcPts val="0"/>
              </a:spcAft>
              <a:buSzPts val="3300"/>
              <a:buNone/>
              <a:defRPr sz="3300"/>
            </a:lvl7pPr>
            <a:lvl8pPr lvl="7" algn="ctr" rtl="0">
              <a:spcBef>
                <a:spcPts val="0"/>
              </a:spcBef>
              <a:spcAft>
                <a:spcPts val="0"/>
              </a:spcAft>
              <a:buSzPts val="3300"/>
              <a:buNone/>
              <a:defRPr sz="3300"/>
            </a:lvl8pPr>
            <a:lvl9pPr lvl="8" algn="ctr" rtl="0">
              <a:spcBef>
                <a:spcPts val="0"/>
              </a:spcBef>
              <a:spcAft>
                <a:spcPts val="0"/>
              </a:spcAft>
              <a:buSzPts val="3300"/>
              <a:buNone/>
              <a:defRPr sz="3300"/>
            </a:lvl9pPr>
          </a:lstStyle>
          <a:p>
            <a:r>
              <a:t>xx%</a:t>
            </a:r>
          </a:p>
        </p:txBody>
      </p:sp>
      <p:sp>
        <p:nvSpPr>
          <p:cNvPr id="323" name="Google Shape;323;p32"/>
          <p:cNvSpPr txBox="1">
            <a:spLocks noGrp="1"/>
          </p:cNvSpPr>
          <p:nvPr>
            <p:ph type="title" idx="3" hasCustomPrompt="1"/>
          </p:nvPr>
        </p:nvSpPr>
        <p:spPr>
          <a:xfrm>
            <a:off x="6470153" y="2058707"/>
            <a:ext cx="1411800" cy="57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2800"/>
            </a:lvl1pPr>
            <a:lvl2pPr lvl="1" algn="ctr" rtl="0">
              <a:spcBef>
                <a:spcPts val="0"/>
              </a:spcBef>
              <a:spcAft>
                <a:spcPts val="0"/>
              </a:spcAft>
              <a:buSzPts val="3300"/>
              <a:buNone/>
              <a:defRPr sz="3300"/>
            </a:lvl2pPr>
            <a:lvl3pPr lvl="2" algn="ctr" rtl="0">
              <a:spcBef>
                <a:spcPts val="0"/>
              </a:spcBef>
              <a:spcAft>
                <a:spcPts val="0"/>
              </a:spcAft>
              <a:buSzPts val="3300"/>
              <a:buNone/>
              <a:defRPr sz="3300"/>
            </a:lvl3pPr>
            <a:lvl4pPr lvl="3" algn="ctr" rtl="0">
              <a:spcBef>
                <a:spcPts val="0"/>
              </a:spcBef>
              <a:spcAft>
                <a:spcPts val="0"/>
              </a:spcAft>
              <a:buSzPts val="3300"/>
              <a:buNone/>
              <a:defRPr sz="3300"/>
            </a:lvl4pPr>
            <a:lvl5pPr lvl="4" algn="ctr" rtl="0">
              <a:spcBef>
                <a:spcPts val="0"/>
              </a:spcBef>
              <a:spcAft>
                <a:spcPts val="0"/>
              </a:spcAft>
              <a:buSzPts val="3300"/>
              <a:buNone/>
              <a:defRPr sz="3300"/>
            </a:lvl5pPr>
            <a:lvl6pPr lvl="5" algn="ctr" rtl="0">
              <a:spcBef>
                <a:spcPts val="0"/>
              </a:spcBef>
              <a:spcAft>
                <a:spcPts val="0"/>
              </a:spcAft>
              <a:buSzPts val="3300"/>
              <a:buNone/>
              <a:defRPr sz="3300"/>
            </a:lvl6pPr>
            <a:lvl7pPr lvl="6" algn="ctr" rtl="0">
              <a:spcBef>
                <a:spcPts val="0"/>
              </a:spcBef>
              <a:spcAft>
                <a:spcPts val="0"/>
              </a:spcAft>
              <a:buSzPts val="3300"/>
              <a:buNone/>
              <a:defRPr sz="3300"/>
            </a:lvl7pPr>
            <a:lvl8pPr lvl="7" algn="ctr" rtl="0">
              <a:spcBef>
                <a:spcPts val="0"/>
              </a:spcBef>
              <a:spcAft>
                <a:spcPts val="0"/>
              </a:spcAft>
              <a:buSzPts val="3300"/>
              <a:buNone/>
              <a:defRPr sz="3300"/>
            </a:lvl8pPr>
            <a:lvl9pPr lvl="8" algn="ctr" rtl="0">
              <a:spcBef>
                <a:spcPts val="0"/>
              </a:spcBef>
              <a:spcAft>
                <a:spcPts val="0"/>
              </a:spcAft>
              <a:buSzPts val="3300"/>
              <a:buNone/>
              <a:defRPr sz="3300"/>
            </a:lvl9pPr>
          </a:lstStyle>
          <a:p>
            <a:r>
              <a:t>xx%</a:t>
            </a:r>
          </a:p>
        </p:txBody>
      </p:sp>
      <p:sp>
        <p:nvSpPr>
          <p:cNvPr id="324" name="Google Shape;324;p32"/>
          <p:cNvSpPr txBox="1">
            <a:spLocks noGrp="1"/>
          </p:cNvSpPr>
          <p:nvPr>
            <p:ph type="subTitle" idx="1"/>
          </p:nvPr>
        </p:nvSpPr>
        <p:spPr>
          <a:xfrm>
            <a:off x="717573" y="3276075"/>
            <a:ext cx="2404800" cy="408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25" name="Google Shape;325;p32"/>
          <p:cNvSpPr txBox="1">
            <a:spLocks noGrp="1"/>
          </p:cNvSpPr>
          <p:nvPr>
            <p:ph type="subTitle" idx="4"/>
          </p:nvPr>
        </p:nvSpPr>
        <p:spPr>
          <a:xfrm>
            <a:off x="717573" y="3684200"/>
            <a:ext cx="2404800" cy="61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6" name="Google Shape;326;p32"/>
          <p:cNvSpPr txBox="1">
            <a:spLocks noGrp="1"/>
          </p:cNvSpPr>
          <p:nvPr>
            <p:ph type="subTitle" idx="5"/>
          </p:nvPr>
        </p:nvSpPr>
        <p:spPr>
          <a:xfrm>
            <a:off x="3368550" y="3684200"/>
            <a:ext cx="2406900" cy="61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7" name="Google Shape;327;p32"/>
          <p:cNvSpPr txBox="1">
            <a:spLocks noGrp="1"/>
          </p:cNvSpPr>
          <p:nvPr>
            <p:ph type="subTitle" idx="6"/>
          </p:nvPr>
        </p:nvSpPr>
        <p:spPr>
          <a:xfrm>
            <a:off x="6021627" y="3684200"/>
            <a:ext cx="2404800" cy="61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8" name="Google Shape;328;p32"/>
          <p:cNvSpPr txBox="1">
            <a:spLocks noGrp="1"/>
          </p:cNvSpPr>
          <p:nvPr>
            <p:ph type="subTitle" idx="7"/>
          </p:nvPr>
        </p:nvSpPr>
        <p:spPr>
          <a:xfrm>
            <a:off x="3368550" y="3276075"/>
            <a:ext cx="2406900" cy="408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29" name="Google Shape;329;p32"/>
          <p:cNvSpPr txBox="1">
            <a:spLocks noGrp="1"/>
          </p:cNvSpPr>
          <p:nvPr>
            <p:ph type="subTitle" idx="8"/>
          </p:nvPr>
        </p:nvSpPr>
        <p:spPr>
          <a:xfrm>
            <a:off x="6021627" y="3276075"/>
            <a:ext cx="2404800" cy="408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100" b="1">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0" name="Google Shape;330;p32"/>
          <p:cNvSpPr txBox="1">
            <a:spLocks noGrp="1"/>
          </p:cNvSpPr>
          <p:nvPr>
            <p:ph type="title" idx="9"/>
          </p:nvPr>
        </p:nvSpPr>
        <p:spPr>
          <a:xfrm>
            <a:off x="720000" y="461825"/>
            <a:ext cx="7704000" cy="479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31"/>
        <p:cNvGrpSpPr/>
        <p:nvPr/>
      </p:nvGrpSpPr>
      <p:grpSpPr>
        <a:xfrm>
          <a:off x="0" y="0"/>
          <a:ext cx="0" cy="0"/>
          <a:chOff x="0" y="0"/>
          <a:chExt cx="0" cy="0"/>
        </a:xfrm>
      </p:grpSpPr>
      <p:sp>
        <p:nvSpPr>
          <p:cNvPr id="332" name="Google Shape;332;p33"/>
          <p:cNvSpPr txBox="1">
            <a:spLocks noGrp="1"/>
          </p:cNvSpPr>
          <p:nvPr>
            <p:ph type="ctrTitle"/>
          </p:nvPr>
        </p:nvSpPr>
        <p:spPr>
          <a:xfrm>
            <a:off x="2407800" y="535000"/>
            <a:ext cx="4328400" cy="1075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33" name="Google Shape;333;p33"/>
          <p:cNvSpPr txBox="1">
            <a:spLocks noGrp="1"/>
          </p:cNvSpPr>
          <p:nvPr>
            <p:ph type="subTitle" idx="1"/>
          </p:nvPr>
        </p:nvSpPr>
        <p:spPr>
          <a:xfrm>
            <a:off x="2407800" y="1610075"/>
            <a:ext cx="4328400" cy="121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55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34" name="Google Shape;334;p33"/>
          <p:cNvSpPr txBox="1"/>
          <p:nvPr/>
        </p:nvSpPr>
        <p:spPr>
          <a:xfrm>
            <a:off x="2407800" y="3585978"/>
            <a:ext cx="4328400" cy="3621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 sz="1100">
                <a:solidFill>
                  <a:schemeClr val="accent3"/>
                </a:solidFill>
                <a:latin typeface="Source Sans Pro"/>
                <a:ea typeface="Source Sans Pro"/>
                <a:cs typeface="Source Sans Pro"/>
                <a:sym typeface="Source Sans Pro"/>
              </a:rPr>
              <a:t>CREDITS: This presentation template was created by </a:t>
            </a:r>
            <a:r>
              <a:rPr lang="en" sz="1100" b="1">
                <a:solidFill>
                  <a:schemeClr val="accent3"/>
                </a:solidFill>
                <a:uFill>
                  <a:noFill/>
                </a:uFill>
                <a:latin typeface="Source Sans Pro"/>
                <a:ea typeface="Source Sans Pro"/>
                <a:cs typeface="Source Sans Pro"/>
                <a:sym typeface="Source Sans Pro"/>
                <a:hlinkClick r:id="rId2">
                  <a:extLst>
                    <a:ext uri="{A12FA001-AC4F-418D-AE19-62706E023703}">
                      <ahyp:hlinkClr xmlns:ahyp="http://schemas.microsoft.com/office/drawing/2018/hyperlinkcolor" val="tx"/>
                    </a:ext>
                  </a:extLst>
                </a:hlinkClick>
              </a:rPr>
              <a:t>Slidesgo</a:t>
            </a:r>
            <a:r>
              <a:rPr lang="en" sz="1100">
                <a:solidFill>
                  <a:schemeClr val="accent3"/>
                </a:solidFill>
                <a:latin typeface="Source Sans Pro"/>
                <a:ea typeface="Source Sans Pro"/>
                <a:cs typeface="Source Sans Pro"/>
                <a:sym typeface="Source Sans Pro"/>
              </a:rPr>
              <a:t>, including icons by </a:t>
            </a:r>
            <a:r>
              <a:rPr lang="en" sz="1100" b="1">
                <a:solidFill>
                  <a:schemeClr val="accent3"/>
                </a:solidFill>
                <a:uFill>
                  <a:noFill/>
                </a:u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Flaticon</a:t>
            </a:r>
            <a:r>
              <a:rPr lang="en" sz="1100">
                <a:solidFill>
                  <a:schemeClr val="accent3"/>
                </a:solidFill>
                <a:latin typeface="Source Sans Pro"/>
                <a:ea typeface="Source Sans Pro"/>
                <a:cs typeface="Source Sans Pro"/>
                <a:sym typeface="Source Sans Pro"/>
              </a:rPr>
              <a:t> and infographics &amp; images by </a:t>
            </a:r>
            <a:r>
              <a:rPr lang="en" sz="1100" b="1">
                <a:solidFill>
                  <a:schemeClr val="accent3"/>
                </a:solidFill>
                <a:uFill>
                  <a:noFill/>
                </a:uFill>
                <a:latin typeface="Source Sans Pro"/>
                <a:ea typeface="Source Sans Pro"/>
                <a:cs typeface="Source Sans Pro"/>
                <a:sym typeface="Source Sans Pro"/>
                <a:hlinkClick r:id="rId4">
                  <a:extLst>
                    <a:ext uri="{A12FA001-AC4F-418D-AE19-62706E023703}">
                      <ahyp:hlinkClr xmlns:ahyp="http://schemas.microsoft.com/office/drawing/2018/hyperlinkcolor" val="tx"/>
                    </a:ext>
                  </a:extLst>
                </a:hlinkClick>
              </a:rPr>
              <a:t>Freepik</a:t>
            </a:r>
            <a:endParaRPr sz="1100" b="1">
              <a:solidFill>
                <a:schemeClr val="accent3"/>
              </a:solidFill>
              <a:latin typeface="Source Sans Pro"/>
              <a:ea typeface="Source Sans Pro"/>
              <a:cs typeface="Source Sans Pro"/>
              <a:sym typeface="Source Sans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35"/>
        <p:cNvGrpSpPr/>
        <p:nvPr/>
      </p:nvGrpSpPr>
      <p:grpSpPr>
        <a:xfrm>
          <a:off x="0" y="0"/>
          <a:ext cx="0" cy="0"/>
          <a:chOff x="0" y="0"/>
          <a:chExt cx="0" cy="0"/>
        </a:xfrm>
      </p:grpSpPr>
      <p:sp>
        <p:nvSpPr>
          <p:cNvPr id="336" name="Google Shape;336;p34"/>
          <p:cNvSpPr/>
          <p:nvPr/>
        </p:nvSpPr>
        <p:spPr>
          <a:xfrm>
            <a:off x="553175" y="818090"/>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 name="Google Shape;337;p34"/>
          <p:cNvGrpSpPr/>
          <p:nvPr/>
        </p:nvGrpSpPr>
        <p:grpSpPr>
          <a:xfrm rot="10800000">
            <a:off x="8039150" y="4513300"/>
            <a:ext cx="389750" cy="385750"/>
            <a:chOff x="3382475" y="1831100"/>
            <a:chExt cx="389750" cy="385750"/>
          </a:xfrm>
        </p:grpSpPr>
        <p:sp>
          <p:nvSpPr>
            <p:cNvPr id="338" name="Google Shape;338;p3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34"/>
          <p:cNvGrpSpPr/>
          <p:nvPr/>
        </p:nvGrpSpPr>
        <p:grpSpPr>
          <a:xfrm rot="10800000">
            <a:off x="8428900" y="4139325"/>
            <a:ext cx="389750" cy="385750"/>
            <a:chOff x="3382475" y="1831100"/>
            <a:chExt cx="389750" cy="385750"/>
          </a:xfrm>
        </p:grpSpPr>
        <p:sp>
          <p:nvSpPr>
            <p:cNvPr id="343" name="Google Shape;343;p3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34"/>
          <p:cNvGrpSpPr/>
          <p:nvPr/>
        </p:nvGrpSpPr>
        <p:grpSpPr>
          <a:xfrm>
            <a:off x="1032013" y="362100"/>
            <a:ext cx="389750" cy="385750"/>
            <a:chOff x="3382475" y="1831100"/>
            <a:chExt cx="389750" cy="385750"/>
          </a:xfrm>
        </p:grpSpPr>
        <p:sp>
          <p:nvSpPr>
            <p:cNvPr id="348" name="Google Shape;348;p3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52"/>
        <p:cNvGrpSpPr/>
        <p:nvPr/>
      </p:nvGrpSpPr>
      <p:grpSpPr>
        <a:xfrm>
          <a:off x="0" y="0"/>
          <a:ext cx="0" cy="0"/>
          <a:chOff x="0" y="0"/>
          <a:chExt cx="0" cy="0"/>
        </a:xfrm>
      </p:grpSpPr>
      <p:sp>
        <p:nvSpPr>
          <p:cNvPr id="353" name="Google Shape;353;p35"/>
          <p:cNvSpPr/>
          <p:nvPr/>
        </p:nvSpPr>
        <p:spPr>
          <a:xfrm>
            <a:off x="551264" y="3391158"/>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35"/>
          <p:cNvGrpSpPr/>
          <p:nvPr/>
        </p:nvGrpSpPr>
        <p:grpSpPr>
          <a:xfrm>
            <a:off x="7808090" y="2354511"/>
            <a:ext cx="389750" cy="385750"/>
            <a:chOff x="3382475" y="1831100"/>
            <a:chExt cx="389750" cy="385750"/>
          </a:xfrm>
        </p:grpSpPr>
        <p:sp>
          <p:nvSpPr>
            <p:cNvPr id="355" name="Google Shape;355;p3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35"/>
          <p:cNvGrpSpPr/>
          <p:nvPr/>
        </p:nvGrpSpPr>
        <p:grpSpPr>
          <a:xfrm>
            <a:off x="1051890" y="2348874"/>
            <a:ext cx="389750" cy="385750"/>
            <a:chOff x="3382475" y="1831100"/>
            <a:chExt cx="389750" cy="385750"/>
          </a:xfrm>
        </p:grpSpPr>
        <p:sp>
          <p:nvSpPr>
            <p:cNvPr id="360" name="Google Shape;360;p3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 name="Google Shape;364;p35"/>
          <p:cNvSpPr/>
          <p:nvPr/>
        </p:nvSpPr>
        <p:spPr>
          <a:xfrm>
            <a:off x="7791152" y="914171"/>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 name="Google Shape;365;p35"/>
          <p:cNvGrpSpPr/>
          <p:nvPr/>
        </p:nvGrpSpPr>
        <p:grpSpPr>
          <a:xfrm flipH="1">
            <a:off x="7945691" y="3402417"/>
            <a:ext cx="661576" cy="826912"/>
            <a:chOff x="2050625" y="571600"/>
            <a:chExt cx="529600" cy="661900"/>
          </a:xfrm>
        </p:grpSpPr>
        <p:sp>
          <p:nvSpPr>
            <p:cNvPr id="366" name="Google Shape;366;p35"/>
            <p:cNvSpPr/>
            <p:nvPr/>
          </p:nvSpPr>
          <p:spPr>
            <a:xfrm>
              <a:off x="2050625" y="571600"/>
              <a:ext cx="529600" cy="661900"/>
            </a:xfrm>
            <a:custGeom>
              <a:avLst/>
              <a:gdLst/>
              <a:ahLst/>
              <a:cxnLst/>
              <a:rect l="l" t="t" r="r" b="b"/>
              <a:pathLst>
                <a:path w="21184" h="26476" extrusionOk="0">
                  <a:moveTo>
                    <a:pt x="19355" y="3207"/>
                  </a:moveTo>
                  <a:cubicBezTo>
                    <a:pt x="19254" y="3566"/>
                    <a:pt x="18953" y="3875"/>
                    <a:pt x="18953" y="3875"/>
                  </a:cubicBezTo>
                  <a:lnTo>
                    <a:pt x="13966" y="10120"/>
                  </a:lnTo>
                  <a:cubicBezTo>
                    <a:pt x="17094" y="10360"/>
                    <a:pt x="16463" y="12647"/>
                    <a:pt x="16463" y="12647"/>
                  </a:cubicBezTo>
                  <a:cubicBezTo>
                    <a:pt x="19365" y="12838"/>
                    <a:pt x="18767" y="15417"/>
                    <a:pt x="18767" y="15417"/>
                  </a:cubicBezTo>
                  <a:cubicBezTo>
                    <a:pt x="21183" y="16549"/>
                    <a:pt x="20277" y="18349"/>
                    <a:pt x="16940" y="22194"/>
                  </a:cubicBezTo>
                  <a:cubicBezTo>
                    <a:pt x="13604" y="26037"/>
                    <a:pt x="9764" y="26476"/>
                    <a:pt x="6874" y="24788"/>
                  </a:cubicBezTo>
                  <a:cubicBezTo>
                    <a:pt x="3378" y="22744"/>
                    <a:pt x="1625" y="20238"/>
                    <a:pt x="2298" y="16076"/>
                  </a:cubicBezTo>
                  <a:cubicBezTo>
                    <a:pt x="2853" y="12654"/>
                    <a:pt x="2342" y="12824"/>
                    <a:pt x="1171" y="9370"/>
                  </a:cubicBezTo>
                  <a:cubicBezTo>
                    <a:pt x="1" y="5916"/>
                    <a:pt x="2827" y="6269"/>
                    <a:pt x="2827" y="6269"/>
                  </a:cubicBezTo>
                  <a:cubicBezTo>
                    <a:pt x="7047" y="8005"/>
                    <a:pt x="6462" y="12362"/>
                    <a:pt x="6462" y="12362"/>
                  </a:cubicBezTo>
                  <a:lnTo>
                    <a:pt x="15195" y="1428"/>
                  </a:lnTo>
                  <a:cubicBezTo>
                    <a:pt x="15462" y="1094"/>
                    <a:pt x="15793" y="808"/>
                    <a:pt x="16183" y="631"/>
                  </a:cubicBezTo>
                  <a:cubicBezTo>
                    <a:pt x="17568" y="1"/>
                    <a:pt x="18627" y="957"/>
                    <a:pt x="18627" y="957"/>
                  </a:cubicBezTo>
                  <a:cubicBezTo>
                    <a:pt x="19271" y="1401"/>
                    <a:pt x="19356" y="2033"/>
                    <a:pt x="19413" y="2455"/>
                  </a:cubicBezTo>
                  <a:cubicBezTo>
                    <a:pt x="19413" y="2455"/>
                    <a:pt x="19484" y="2743"/>
                    <a:pt x="19355" y="3207"/>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5"/>
            <p:cNvSpPr/>
            <p:nvPr/>
          </p:nvSpPr>
          <p:spPr>
            <a:xfrm>
              <a:off x="2447725" y="611575"/>
              <a:ext cx="55900" cy="55900"/>
            </a:xfrm>
            <a:custGeom>
              <a:avLst/>
              <a:gdLst/>
              <a:ahLst/>
              <a:cxnLst/>
              <a:rect l="l" t="t" r="r" b="b"/>
              <a:pathLst>
                <a:path w="2236" h="2236" extrusionOk="0">
                  <a:moveTo>
                    <a:pt x="1118" y="2236"/>
                  </a:moveTo>
                  <a:lnTo>
                    <a:pt x="1118" y="2236"/>
                  </a:lnTo>
                  <a:cubicBezTo>
                    <a:pt x="501" y="2236"/>
                    <a:pt x="1" y="1736"/>
                    <a:pt x="1" y="1118"/>
                  </a:cubicBezTo>
                  <a:lnTo>
                    <a:pt x="1" y="1118"/>
                  </a:lnTo>
                  <a:cubicBezTo>
                    <a:pt x="1" y="501"/>
                    <a:pt x="501" y="1"/>
                    <a:pt x="1118" y="1"/>
                  </a:cubicBezTo>
                  <a:lnTo>
                    <a:pt x="1118" y="1"/>
                  </a:lnTo>
                  <a:cubicBezTo>
                    <a:pt x="1735" y="1"/>
                    <a:pt x="2236" y="501"/>
                    <a:pt x="2236" y="1118"/>
                  </a:cubicBezTo>
                  <a:lnTo>
                    <a:pt x="2236" y="1118"/>
                  </a:lnTo>
                  <a:cubicBezTo>
                    <a:pt x="2236" y="1736"/>
                    <a:pt x="1735" y="2236"/>
                    <a:pt x="1118" y="2236"/>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5"/>
            <p:cNvSpPr/>
            <p:nvPr/>
          </p:nvSpPr>
          <p:spPr>
            <a:xfrm>
              <a:off x="2324875" y="824575"/>
              <a:ext cx="137325" cy="135475"/>
            </a:xfrm>
            <a:custGeom>
              <a:avLst/>
              <a:gdLst/>
              <a:ahLst/>
              <a:cxnLst/>
              <a:rect l="l" t="t" r="r" b="b"/>
              <a:pathLst>
                <a:path w="5493" h="5419" extrusionOk="0">
                  <a:moveTo>
                    <a:pt x="2996" y="1"/>
                  </a:moveTo>
                  <a:lnTo>
                    <a:pt x="587" y="2680"/>
                  </a:lnTo>
                  <a:cubicBezTo>
                    <a:pt x="1" y="3332"/>
                    <a:pt x="31" y="4331"/>
                    <a:pt x="657" y="4947"/>
                  </a:cubicBezTo>
                  <a:cubicBezTo>
                    <a:pt x="976" y="5261"/>
                    <a:pt x="1392" y="5418"/>
                    <a:pt x="1809" y="5418"/>
                  </a:cubicBezTo>
                  <a:cubicBezTo>
                    <a:pt x="2217" y="5418"/>
                    <a:pt x="2624" y="5267"/>
                    <a:pt x="2941" y="4965"/>
                  </a:cubicBezTo>
                  <a:lnTo>
                    <a:pt x="5493" y="2528"/>
                  </a:lnTo>
                  <a:lnTo>
                    <a:pt x="2996" y="1"/>
                  </a:lnTo>
                  <a:close/>
                </a:path>
              </a:pathLst>
            </a:custGeom>
            <a:solidFill>
              <a:srgbClr val="F3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5"/>
            <p:cNvSpPr/>
            <p:nvPr/>
          </p:nvSpPr>
          <p:spPr>
            <a:xfrm>
              <a:off x="2324875" y="824575"/>
              <a:ext cx="137325" cy="139425"/>
            </a:xfrm>
            <a:custGeom>
              <a:avLst/>
              <a:gdLst/>
              <a:ahLst/>
              <a:cxnLst/>
              <a:rect l="l" t="t" r="r" b="b"/>
              <a:pathLst>
                <a:path w="5493" h="5577" fill="none" extrusionOk="0">
                  <a:moveTo>
                    <a:pt x="2996" y="1"/>
                  </a:moveTo>
                  <a:lnTo>
                    <a:pt x="587" y="2680"/>
                  </a:lnTo>
                  <a:cubicBezTo>
                    <a:pt x="1" y="3332"/>
                    <a:pt x="31" y="4331"/>
                    <a:pt x="657" y="4947"/>
                  </a:cubicBezTo>
                  <a:lnTo>
                    <a:pt x="657" y="4947"/>
                  </a:lnTo>
                  <a:cubicBezTo>
                    <a:pt x="1289" y="5569"/>
                    <a:pt x="2301" y="5577"/>
                    <a:pt x="2941" y="4965"/>
                  </a:cubicBezTo>
                  <a:lnTo>
                    <a:pt x="5493" y="252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5"/>
            <p:cNvSpPr/>
            <p:nvPr/>
          </p:nvSpPr>
          <p:spPr>
            <a:xfrm>
              <a:off x="2384775" y="887750"/>
              <a:ext cx="146425" cy="197000"/>
            </a:xfrm>
            <a:custGeom>
              <a:avLst/>
              <a:gdLst/>
              <a:ahLst/>
              <a:cxnLst/>
              <a:rect l="l" t="t" r="r" b="b"/>
              <a:pathLst>
                <a:path w="5857" h="7880" extrusionOk="0">
                  <a:moveTo>
                    <a:pt x="5401" y="2770"/>
                  </a:moveTo>
                  <a:lnTo>
                    <a:pt x="4575" y="3568"/>
                  </a:lnTo>
                  <a:lnTo>
                    <a:pt x="4617" y="3670"/>
                  </a:lnTo>
                  <a:lnTo>
                    <a:pt x="5401" y="2770"/>
                  </a:lnTo>
                  <a:close/>
                  <a:moveTo>
                    <a:pt x="3098" y="1"/>
                  </a:moveTo>
                  <a:lnTo>
                    <a:pt x="587" y="2862"/>
                  </a:lnTo>
                  <a:cubicBezTo>
                    <a:pt x="0" y="3514"/>
                    <a:pt x="31" y="4513"/>
                    <a:pt x="656" y="5129"/>
                  </a:cubicBezTo>
                  <a:cubicBezTo>
                    <a:pt x="976" y="5443"/>
                    <a:pt x="1392" y="5600"/>
                    <a:pt x="1808" y="5600"/>
                  </a:cubicBezTo>
                  <a:cubicBezTo>
                    <a:pt x="2216" y="5600"/>
                    <a:pt x="2624" y="5449"/>
                    <a:pt x="2941" y="5146"/>
                  </a:cubicBezTo>
                  <a:lnTo>
                    <a:pt x="4575" y="3568"/>
                  </a:lnTo>
                  <a:lnTo>
                    <a:pt x="3098" y="1"/>
                  </a:lnTo>
                  <a:close/>
                  <a:moveTo>
                    <a:pt x="4617" y="3670"/>
                  </a:moveTo>
                  <a:lnTo>
                    <a:pt x="2905" y="5636"/>
                  </a:lnTo>
                  <a:cubicBezTo>
                    <a:pt x="2443" y="6159"/>
                    <a:pt x="2447" y="6945"/>
                    <a:pt x="2915" y="7464"/>
                  </a:cubicBezTo>
                  <a:cubicBezTo>
                    <a:pt x="3245" y="7764"/>
                    <a:pt x="3571" y="7880"/>
                    <a:pt x="3882" y="7880"/>
                  </a:cubicBezTo>
                  <a:cubicBezTo>
                    <a:pt x="4720" y="7880"/>
                    <a:pt x="5447" y="7037"/>
                    <a:pt x="5856" y="6664"/>
                  </a:cubicBezTo>
                  <a:lnTo>
                    <a:pt x="4617" y="3670"/>
                  </a:lnTo>
                  <a:close/>
                </a:path>
              </a:pathLst>
            </a:custGeom>
            <a:solidFill>
              <a:srgbClr val="F3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5"/>
            <p:cNvSpPr/>
            <p:nvPr/>
          </p:nvSpPr>
          <p:spPr>
            <a:xfrm>
              <a:off x="2384775" y="887750"/>
              <a:ext cx="146425" cy="214275"/>
            </a:xfrm>
            <a:custGeom>
              <a:avLst/>
              <a:gdLst/>
              <a:ahLst/>
              <a:cxnLst/>
              <a:rect l="l" t="t" r="r" b="b"/>
              <a:pathLst>
                <a:path w="5857" h="8571" fill="none" extrusionOk="0">
                  <a:moveTo>
                    <a:pt x="5856" y="6664"/>
                  </a:moveTo>
                  <a:cubicBezTo>
                    <a:pt x="5295" y="7176"/>
                    <a:pt x="4136" y="8570"/>
                    <a:pt x="2915" y="7464"/>
                  </a:cubicBezTo>
                  <a:lnTo>
                    <a:pt x="2915" y="7464"/>
                  </a:lnTo>
                  <a:cubicBezTo>
                    <a:pt x="2447" y="6945"/>
                    <a:pt x="2443" y="6159"/>
                    <a:pt x="2905" y="5636"/>
                  </a:cubicBezTo>
                  <a:lnTo>
                    <a:pt x="5401" y="2770"/>
                  </a:lnTo>
                  <a:lnTo>
                    <a:pt x="2941" y="5146"/>
                  </a:lnTo>
                  <a:cubicBezTo>
                    <a:pt x="2300" y="5759"/>
                    <a:pt x="1289" y="5750"/>
                    <a:pt x="656" y="5129"/>
                  </a:cubicBezTo>
                  <a:lnTo>
                    <a:pt x="656" y="5129"/>
                  </a:lnTo>
                  <a:cubicBezTo>
                    <a:pt x="31" y="4513"/>
                    <a:pt x="0" y="3514"/>
                    <a:pt x="587" y="2862"/>
                  </a:cubicBezTo>
                  <a:lnTo>
                    <a:pt x="3098" y="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35"/>
          <p:cNvGrpSpPr/>
          <p:nvPr/>
        </p:nvGrpSpPr>
        <p:grpSpPr>
          <a:xfrm>
            <a:off x="534594" y="914187"/>
            <a:ext cx="661597" cy="778153"/>
            <a:chOff x="2302650" y="4474650"/>
            <a:chExt cx="553175" cy="650575"/>
          </a:xfrm>
        </p:grpSpPr>
        <p:sp>
          <p:nvSpPr>
            <p:cNvPr id="373" name="Google Shape;373;p35"/>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no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375"/>
        <p:cNvGrpSpPr/>
        <p:nvPr/>
      </p:nvGrpSpPr>
      <p:grpSpPr>
        <a:xfrm>
          <a:off x="0" y="0"/>
          <a:ext cx="0" cy="0"/>
          <a:chOff x="0" y="0"/>
          <a:chExt cx="0" cy="0"/>
        </a:xfrm>
      </p:grpSpPr>
      <p:grpSp>
        <p:nvGrpSpPr>
          <p:cNvPr id="376" name="Google Shape;376;p36"/>
          <p:cNvGrpSpPr/>
          <p:nvPr/>
        </p:nvGrpSpPr>
        <p:grpSpPr>
          <a:xfrm>
            <a:off x="775175" y="367425"/>
            <a:ext cx="389750" cy="385750"/>
            <a:chOff x="3382475" y="1831100"/>
            <a:chExt cx="389750" cy="385750"/>
          </a:xfrm>
        </p:grpSpPr>
        <p:sp>
          <p:nvSpPr>
            <p:cNvPr id="377" name="Google Shape;377;p3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36"/>
          <p:cNvGrpSpPr/>
          <p:nvPr/>
        </p:nvGrpSpPr>
        <p:grpSpPr>
          <a:xfrm>
            <a:off x="385425" y="741400"/>
            <a:ext cx="389750" cy="385750"/>
            <a:chOff x="3382475" y="1831100"/>
            <a:chExt cx="389750" cy="385750"/>
          </a:xfrm>
        </p:grpSpPr>
        <p:sp>
          <p:nvSpPr>
            <p:cNvPr id="382" name="Google Shape;382;p3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36"/>
          <p:cNvGrpSpPr/>
          <p:nvPr/>
        </p:nvGrpSpPr>
        <p:grpSpPr>
          <a:xfrm flipH="1">
            <a:off x="7979075" y="367425"/>
            <a:ext cx="389750" cy="385750"/>
            <a:chOff x="3382475" y="1831100"/>
            <a:chExt cx="389750" cy="385750"/>
          </a:xfrm>
        </p:grpSpPr>
        <p:sp>
          <p:nvSpPr>
            <p:cNvPr id="387" name="Google Shape;387;p3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36"/>
          <p:cNvGrpSpPr/>
          <p:nvPr/>
        </p:nvGrpSpPr>
        <p:grpSpPr>
          <a:xfrm flipH="1">
            <a:off x="8368825" y="741400"/>
            <a:ext cx="389750" cy="385750"/>
            <a:chOff x="3382475" y="1831100"/>
            <a:chExt cx="389750" cy="385750"/>
          </a:xfrm>
        </p:grpSpPr>
        <p:sp>
          <p:nvSpPr>
            <p:cNvPr id="392" name="Google Shape;392;p3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3">
  <p:cSld name="BLANK_1_1_1_1_1_1_1_1_1_1">
    <p:spTree>
      <p:nvGrpSpPr>
        <p:cNvPr id="1" name="Shape 396"/>
        <p:cNvGrpSpPr/>
        <p:nvPr/>
      </p:nvGrpSpPr>
      <p:grpSpPr>
        <a:xfrm>
          <a:off x="0" y="0"/>
          <a:ext cx="0" cy="0"/>
          <a:chOff x="0" y="0"/>
          <a:chExt cx="0" cy="0"/>
        </a:xfrm>
      </p:grpSpPr>
      <p:grpSp>
        <p:nvGrpSpPr>
          <p:cNvPr id="397" name="Google Shape;397;p37"/>
          <p:cNvGrpSpPr/>
          <p:nvPr/>
        </p:nvGrpSpPr>
        <p:grpSpPr>
          <a:xfrm>
            <a:off x="775175" y="367425"/>
            <a:ext cx="389750" cy="385750"/>
            <a:chOff x="3382475" y="1831100"/>
            <a:chExt cx="389750" cy="385750"/>
          </a:xfrm>
        </p:grpSpPr>
        <p:sp>
          <p:nvSpPr>
            <p:cNvPr id="398" name="Google Shape;398;p3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 name="Google Shape;402;p37"/>
          <p:cNvGrpSpPr/>
          <p:nvPr/>
        </p:nvGrpSpPr>
        <p:grpSpPr>
          <a:xfrm>
            <a:off x="385425" y="817600"/>
            <a:ext cx="389750" cy="385750"/>
            <a:chOff x="3382475" y="1831100"/>
            <a:chExt cx="389750" cy="385750"/>
          </a:xfrm>
        </p:grpSpPr>
        <p:sp>
          <p:nvSpPr>
            <p:cNvPr id="403" name="Google Shape;403;p3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 name="Google Shape;407;p37"/>
          <p:cNvSpPr/>
          <p:nvPr/>
        </p:nvSpPr>
        <p:spPr>
          <a:xfrm>
            <a:off x="7950438" y="392225"/>
            <a:ext cx="823574" cy="8208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4">
  <p:cSld name="BLANK_1_1_1_1_1_1_1_1_1_1_1">
    <p:spTree>
      <p:nvGrpSpPr>
        <p:cNvPr id="1" name="Shape 408"/>
        <p:cNvGrpSpPr/>
        <p:nvPr/>
      </p:nvGrpSpPr>
      <p:grpSpPr>
        <a:xfrm>
          <a:off x="0" y="0"/>
          <a:ext cx="0" cy="0"/>
          <a:chOff x="0" y="0"/>
          <a:chExt cx="0" cy="0"/>
        </a:xfrm>
      </p:grpSpPr>
      <p:grpSp>
        <p:nvGrpSpPr>
          <p:cNvPr id="409" name="Google Shape;409;p38"/>
          <p:cNvGrpSpPr/>
          <p:nvPr/>
        </p:nvGrpSpPr>
        <p:grpSpPr>
          <a:xfrm>
            <a:off x="479777" y="4101450"/>
            <a:ext cx="389750" cy="385750"/>
            <a:chOff x="3382475" y="1831100"/>
            <a:chExt cx="389750" cy="385750"/>
          </a:xfrm>
        </p:grpSpPr>
        <p:sp>
          <p:nvSpPr>
            <p:cNvPr id="410" name="Google Shape;410;p3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38"/>
          <p:cNvGrpSpPr/>
          <p:nvPr/>
        </p:nvGrpSpPr>
        <p:grpSpPr>
          <a:xfrm>
            <a:off x="971538" y="4425300"/>
            <a:ext cx="389750" cy="385750"/>
            <a:chOff x="3382475" y="1831100"/>
            <a:chExt cx="389750" cy="385750"/>
          </a:xfrm>
        </p:grpSpPr>
        <p:sp>
          <p:nvSpPr>
            <p:cNvPr id="415" name="Google Shape;415;p3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8"/>
          <p:cNvGrpSpPr/>
          <p:nvPr/>
        </p:nvGrpSpPr>
        <p:grpSpPr>
          <a:xfrm flipH="1">
            <a:off x="8083049" y="367425"/>
            <a:ext cx="389750" cy="385750"/>
            <a:chOff x="3382475" y="1831100"/>
            <a:chExt cx="389750" cy="385750"/>
          </a:xfrm>
        </p:grpSpPr>
        <p:sp>
          <p:nvSpPr>
            <p:cNvPr id="420" name="Google Shape;420;p3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424;p38"/>
          <p:cNvGrpSpPr/>
          <p:nvPr/>
        </p:nvGrpSpPr>
        <p:grpSpPr>
          <a:xfrm flipH="1">
            <a:off x="8472799" y="741400"/>
            <a:ext cx="389750" cy="385750"/>
            <a:chOff x="3382475" y="1831100"/>
            <a:chExt cx="389750" cy="385750"/>
          </a:xfrm>
        </p:grpSpPr>
        <p:sp>
          <p:nvSpPr>
            <p:cNvPr id="425" name="Google Shape;425;p3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61825"/>
            <a:ext cx="7713900" cy="479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560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1pPr>
            <a:lvl2pPr marL="914400" lvl="1"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2pPr>
            <a:lvl3pPr marL="1371600" lvl="2"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3pPr>
            <a:lvl4pPr marL="1828800" lvl="3"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4pPr>
            <a:lvl5pPr marL="2286000" lvl="4"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5pPr>
            <a:lvl6pPr marL="2743200" lvl="5"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6pPr>
            <a:lvl7pPr marL="3200400" lvl="6"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7pPr>
            <a:lvl8pPr marL="3657600" lvl="7" indent="-317500">
              <a:lnSpc>
                <a:spcPct val="100000"/>
              </a:lnSpc>
              <a:spcBef>
                <a:spcPts val="1600"/>
              </a:spcBef>
              <a:spcAft>
                <a:spcPts val="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8pPr>
            <a:lvl9pPr marL="4114800" lvl="8" indent="-317500">
              <a:lnSpc>
                <a:spcPct val="100000"/>
              </a:lnSpc>
              <a:spcBef>
                <a:spcPts val="1600"/>
              </a:spcBef>
              <a:spcAft>
                <a:spcPts val="1600"/>
              </a:spcAft>
              <a:buClr>
                <a:schemeClr val="accent3"/>
              </a:buClr>
              <a:buSzPts val="1400"/>
              <a:buFont typeface="Source Sans Pro"/>
              <a:buChar char="■"/>
              <a:defRPr>
                <a:solidFill>
                  <a:schemeClr val="accent3"/>
                </a:solidFill>
                <a:latin typeface="Source Sans Pro"/>
                <a:ea typeface="Source Sans Pro"/>
                <a:cs typeface="Source Sans Pro"/>
                <a:sym typeface="Source Sans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6" r:id="rId6"/>
    <p:sldLayoutId id="2147483657" r:id="rId7"/>
    <p:sldLayoutId id="2147483659" r:id="rId8"/>
    <p:sldLayoutId id="2147483660" r:id="rId9"/>
    <p:sldLayoutId id="2147483661" r:id="rId10"/>
    <p:sldLayoutId id="2147483662" r:id="rId11"/>
    <p:sldLayoutId id="2147483663" r:id="rId12"/>
    <p:sldLayoutId id="2147483667" r:id="rId13"/>
    <p:sldLayoutId id="2147483668" r:id="rId14"/>
    <p:sldLayoutId id="2147483669" r:id="rId15"/>
    <p:sldLayoutId id="2147483671" r:id="rId16"/>
    <p:sldLayoutId id="2147483675"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hyperlink" Target="https://www.ibm.com/cloud/learn/deep-learning" TargetMode="External"/><Relationship Id="rId2" Type="http://schemas.openxmlformats.org/officeDocument/2006/relationships/hyperlink" Target="https://www.ibm.com/cloud/learn/machine-learning" TargetMode="Externa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8" Type="http://schemas.openxmlformats.org/officeDocument/2006/relationships/image" Target="../media/image11.png"/><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customXml" Target="../ink/ink2.xml"/><Relationship Id="rId4" Type="http://schemas.openxmlformats.org/officeDocument/2006/relationships/image" Target="../media/image9.png"/><Relationship Id="rId9" Type="http://schemas.openxmlformats.org/officeDocument/2006/relationships/image" Target="../media/image9.jpg"/></Relationships>
</file>

<file path=ppt/slides/_rels/slide34.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customXml" Target="../ink/ink8.xml"/><Relationship Id="rId18" Type="http://schemas.openxmlformats.org/officeDocument/2006/relationships/customXml" Target="../ink/ink12.xml"/><Relationship Id="rId3" Type="http://schemas.openxmlformats.org/officeDocument/2006/relationships/image" Target="../media/image12.png"/><Relationship Id="rId7" Type="http://schemas.openxmlformats.org/officeDocument/2006/relationships/image" Target="../media/image14.png"/><Relationship Id="rId12" Type="http://schemas.openxmlformats.org/officeDocument/2006/relationships/image" Target="../media/image15.png"/><Relationship Id="rId17" Type="http://schemas.openxmlformats.org/officeDocument/2006/relationships/customXml" Target="../ink/ink11.xml"/><Relationship Id="rId2" Type="http://schemas.openxmlformats.org/officeDocument/2006/relationships/notesSlide" Target="../notesSlides/notesSlide21.xml"/><Relationship Id="rId16" Type="http://schemas.openxmlformats.org/officeDocument/2006/relationships/customXml" Target="../ink/ink10.xml"/><Relationship Id="rId20" Type="http://schemas.openxmlformats.org/officeDocument/2006/relationships/customXml" Target="../ink/ink13.xml"/><Relationship Id="rId1" Type="http://schemas.openxmlformats.org/officeDocument/2006/relationships/slideLayout" Target="../slideLayouts/slideLayout17.xml"/><Relationship Id="rId11" Type="http://schemas.openxmlformats.org/officeDocument/2006/relationships/customXml" Target="../ink/ink7.xml"/><Relationship Id="rId15" Type="http://schemas.openxmlformats.org/officeDocument/2006/relationships/customXml" Target="../ink/ink9.xml"/><Relationship Id="rId10" Type="http://schemas.openxmlformats.org/officeDocument/2006/relationships/customXml" Target="../ink/ink6.xml"/><Relationship Id="rId19" Type="http://schemas.openxmlformats.org/officeDocument/2006/relationships/image" Target="../media/image17.png"/><Relationship Id="rId4" Type="http://schemas.openxmlformats.org/officeDocument/2006/relationships/customXml" Target="../ink/ink4.xml"/><Relationship Id="rId9" Type="http://schemas.openxmlformats.org/officeDocument/2006/relationships/image" Target="../media/image13.png"/><Relationship Id="rId1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2"/>
          <p:cNvSpPr/>
          <p:nvPr/>
        </p:nvSpPr>
        <p:spPr>
          <a:xfrm>
            <a:off x="752600" y="3957350"/>
            <a:ext cx="3648000" cy="651238"/>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2"/>
          <p:cNvSpPr txBox="1">
            <a:spLocks noGrp="1"/>
          </p:cNvSpPr>
          <p:nvPr>
            <p:ph type="ctrTitle"/>
          </p:nvPr>
        </p:nvSpPr>
        <p:spPr>
          <a:xfrm>
            <a:off x="-18496" y="804082"/>
            <a:ext cx="7068574" cy="2649452"/>
          </a:xfrm>
          <a:prstGeom prst="rect">
            <a:avLst/>
          </a:prstGeom>
        </p:spPr>
        <p:txBody>
          <a:bodyPr spcFirstLastPara="1" wrap="square" lIns="91425" tIns="91425" rIns="91425" bIns="91425" anchor="t" anchorCtr="0">
            <a:noAutofit/>
          </a:bodyPr>
          <a:lstStyle/>
          <a:p>
            <a:r>
              <a:rPr lang="en-US" sz="4000" b="1" i="1" dirty="0"/>
              <a:t>A WEB-BASED DIAGNOSIS OF COVID-19 BASED ON CHEST X-RAY  USING DEEP LEARNING</a:t>
            </a:r>
            <a:endParaRPr lang="en-US" sz="4000" i="1" dirty="0"/>
          </a:p>
        </p:txBody>
      </p:sp>
      <p:sp>
        <p:nvSpPr>
          <p:cNvPr id="441" name="Google Shape;441;p42"/>
          <p:cNvSpPr txBox="1">
            <a:spLocks noGrp="1"/>
          </p:cNvSpPr>
          <p:nvPr>
            <p:ph type="subTitle" idx="1"/>
          </p:nvPr>
        </p:nvSpPr>
        <p:spPr>
          <a:xfrm>
            <a:off x="852500" y="4114691"/>
            <a:ext cx="3560390" cy="398164"/>
          </a:xfrm>
          <a:prstGeom prst="rect">
            <a:avLst/>
          </a:prstGeom>
        </p:spPr>
        <p:txBody>
          <a:bodyPr spcFirstLastPara="1" wrap="square" lIns="91425" tIns="91425" rIns="91425" bIns="91425" anchor="t" anchorCtr="0">
            <a:noAutofit/>
          </a:bodyPr>
          <a:lstStyle/>
          <a:p>
            <a:pPr algn="l"/>
            <a:r>
              <a:rPr lang="en-US" b="1" dirty="0"/>
              <a:t>SUPERVISOR : Dr. </a:t>
            </a:r>
            <a:r>
              <a:rPr lang="en-US" b="1" dirty="0" err="1"/>
              <a:t>Abir</a:t>
            </a:r>
            <a:r>
              <a:rPr lang="en-US" b="1"/>
              <a:t> Elfakki</a:t>
            </a:r>
            <a:endParaRPr lang="en-US" dirty="0"/>
          </a:p>
        </p:txBody>
      </p:sp>
      <p:grpSp>
        <p:nvGrpSpPr>
          <p:cNvPr id="442" name="Google Shape;442;p42"/>
          <p:cNvGrpSpPr/>
          <p:nvPr/>
        </p:nvGrpSpPr>
        <p:grpSpPr>
          <a:xfrm>
            <a:off x="4650126" y="4195063"/>
            <a:ext cx="705593" cy="362075"/>
            <a:chOff x="2339625" y="3726250"/>
            <a:chExt cx="850625" cy="362075"/>
          </a:xfrm>
        </p:grpSpPr>
        <p:sp>
          <p:nvSpPr>
            <p:cNvPr id="443" name="Google Shape;443;p42"/>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2"/>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42"/>
          <p:cNvGrpSpPr/>
          <p:nvPr/>
        </p:nvGrpSpPr>
        <p:grpSpPr>
          <a:xfrm>
            <a:off x="6642858" y="167272"/>
            <a:ext cx="2551972" cy="4080283"/>
            <a:chOff x="5289394" y="528431"/>
            <a:chExt cx="3139803" cy="4080283"/>
          </a:xfrm>
        </p:grpSpPr>
        <p:grpSp>
          <p:nvGrpSpPr>
            <p:cNvPr id="446" name="Google Shape;446;p42"/>
            <p:cNvGrpSpPr/>
            <p:nvPr/>
          </p:nvGrpSpPr>
          <p:grpSpPr>
            <a:xfrm>
              <a:off x="5289394" y="535132"/>
              <a:ext cx="3139803" cy="4073582"/>
              <a:chOff x="5289394" y="535132"/>
              <a:chExt cx="3139803" cy="4073582"/>
            </a:xfrm>
          </p:grpSpPr>
          <p:sp>
            <p:nvSpPr>
              <p:cNvPr id="447" name="Google Shape;447;p42"/>
              <p:cNvSpPr/>
              <p:nvPr/>
            </p:nvSpPr>
            <p:spPr>
              <a:xfrm>
                <a:off x="6493769" y="1353284"/>
                <a:ext cx="102905" cy="393809"/>
              </a:xfrm>
              <a:custGeom>
                <a:avLst/>
                <a:gdLst/>
                <a:ahLst/>
                <a:cxnLst/>
                <a:rect l="l" t="t" r="r" b="b"/>
                <a:pathLst>
                  <a:path w="2103" h="8048" extrusionOk="0">
                    <a:moveTo>
                      <a:pt x="732" y="0"/>
                    </a:moveTo>
                    <a:cubicBezTo>
                      <a:pt x="713" y="2"/>
                      <a:pt x="913" y="569"/>
                      <a:pt x="895" y="569"/>
                    </a:cubicBezTo>
                    <a:cubicBezTo>
                      <a:pt x="641" y="569"/>
                      <a:pt x="570" y="569"/>
                      <a:pt x="432" y="504"/>
                    </a:cubicBezTo>
                    <a:cubicBezTo>
                      <a:pt x="357" y="309"/>
                      <a:pt x="282" y="94"/>
                      <a:pt x="282" y="94"/>
                    </a:cubicBezTo>
                    <a:cubicBezTo>
                      <a:pt x="1" y="185"/>
                      <a:pt x="1" y="407"/>
                      <a:pt x="1" y="407"/>
                    </a:cubicBezTo>
                    <a:lnTo>
                      <a:pt x="1" y="7723"/>
                    </a:lnTo>
                    <a:cubicBezTo>
                      <a:pt x="82" y="7885"/>
                      <a:pt x="245" y="8048"/>
                      <a:pt x="1057" y="8048"/>
                    </a:cubicBezTo>
                    <a:cubicBezTo>
                      <a:pt x="1870" y="8048"/>
                      <a:pt x="2068" y="7835"/>
                      <a:pt x="2068" y="7835"/>
                    </a:cubicBezTo>
                    <a:cubicBezTo>
                      <a:pt x="2068" y="7835"/>
                      <a:pt x="2034" y="1139"/>
                      <a:pt x="2068" y="667"/>
                    </a:cubicBezTo>
                    <a:cubicBezTo>
                      <a:pt x="2102" y="195"/>
                      <a:pt x="1870" y="162"/>
                      <a:pt x="1870" y="162"/>
                    </a:cubicBezTo>
                    <a:cubicBezTo>
                      <a:pt x="1870" y="162"/>
                      <a:pt x="1709" y="0"/>
                      <a:pt x="732" y="0"/>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2"/>
              <p:cNvSpPr/>
              <p:nvPr/>
            </p:nvSpPr>
            <p:spPr>
              <a:xfrm>
                <a:off x="6493133" y="1733294"/>
                <a:ext cx="101829" cy="175325"/>
              </a:xfrm>
              <a:custGeom>
                <a:avLst/>
                <a:gdLst/>
                <a:ahLst/>
                <a:cxnLst/>
                <a:rect l="l" t="t" r="r" b="b"/>
                <a:pathLst>
                  <a:path w="2081" h="3583" extrusionOk="0">
                    <a:moveTo>
                      <a:pt x="1978" y="0"/>
                    </a:moveTo>
                    <a:lnTo>
                      <a:pt x="69" y="69"/>
                    </a:lnTo>
                    <a:lnTo>
                      <a:pt x="1" y="887"/>
                    </a:lnTo>
                    <a:lnTo>
                      <a:pt x="676" y="3266"/>
                    </a:lnTo>
                    <a:cubicBezTo>
                      <a:pt x="676" y="3266"/>
                      <a:pt x="762" y="3546"/>
                      <a:pt x="1029" y="3580"/>
                    </a:cubicBezTo>
                    <a:cubicBezTo>
                      <a:pt x="1039" y="3582"/>
                      <a:pt x="1049" y="3582"/>
                      <a:pt x="1059" y="3582"/>
                    </a:cubicBezTo>
                    <a:cubicBezTo>
                      <a:pt x="1308" y="3582"/>
                      <a:pt x="1451" y="3177"/>
                      <a:pt x="1451" y="3177"/>
                    </a:cubicBezTo>
                    <a:lnTo>
                      <a:pt x="2081" y="949"/>
                    </a:lnTo>
                    <a:lnTo>
                      <a:pt x="2081" y="69"/>
                    </a:lnTo>
                    <a:lnTo>
                      <a:pt x="1978"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2"/>
              <p:cNvSpPr/>
              <p:nvPr/>
            </p:nvSpPr>
            <p:spPr>
              <a:xfrm>
                <a:off x="6494846" y="1421936"/>
                <a:ext cx="50058" cy="9444"/>
              </a:xfrm>
              <a:custGeom>
                <a:avLst/>
                <a:gdLst/>
                <a:ahLst/>
                <a:cxnLst/>
                <a:rect l="l" t="t" r="r" b="b"/>
                <a:pathLst>
                  <a:path w="1023" h="193" fill="none" extrusionOk="0">
                    <a:moveTo>
                      <a:pt x="0" y="0"/>
                    </a:moveTo>
                    <a:cubicBezTo>
                      <a:pt x="0" y="0"/>
                      <a:pt x="342" y="193"/>
                      <a:pt x="1022" y="1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2"/>
              <p:cNvSpPr/>
              <p:nvPr/>
            </p:nvSpPr>
            <p:spPr>
              <a:xfrm>
                <a:off x="6494846" y="1448604"/>
                <a:ext cx="50058" cy="9493"/>
              </a:xfrm>
              <a:custGeom>
                <a:avLst/>
                <a:gdLst/>
                <a:ahLst/>
                <a:cxnLst/>
                <a:rect l="l" t="t" r="r" b="b"/>
                <a:pathLst>
                  <a:path w="1023" h="194" fill="none" extrusionOk="0">
                    <a:moveTo>
                      <a:pt x="0" y="0"/>
                    </a:moveTo>
                    <a:cubicBezTo>
                      <a:pt x="0" y="0"/>
                      <a:pt x="342" y="194"/>
                      <a:pt x="1022" y="1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2"/>
              <p:cNvSpPr/>
              <p:nvPr/>
            </p:nvSpPr>
            <p:spPr>
              <a:xfrm>
                <a:off x="6494846" y="1475321"/>
                <a:ext cx="50058" cy="9444"/>
              </a:xfrm>
              <a:custGeom>
                <a:avLst/>
                <a:gdLst/>
                <a:ahLst/>
                <a:cxnLst/>
                <a:rect l="l" t="t" r="r" b="b"/>
                <a:pathLst>
                  <a:path w="1023" h="193" fill="none" extrusionOk="0">
                    <a:moveTo>
                      <a:pt x="0" y="0"/>
                    </a:moveTo>
                    <a:cubicBezTo>
                      <a:pt x="0" y="0"/>
                      <a:pt x="342" y="193"/>
                      <a:pt x="1022" y="1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2"/>
              <p:cNvSpPr/>
              <p:nvPr/>
            </p:nvSpPr>
            <p:spPr>
              <a:xfrm>
                <a:off x="6494846" y="1501941"/>
                <a:ext cx="50058" cy="9542"/>
              </a:xfrm>
              <a:custGeom>
                <a:avLst/>
                <a:gdLst/>
                <a:ahLst/>
                <a:cxnLst/>
                <a:rect l="l" t="t" r="r" b="b"/>
                <a:pathLst>
                  <a:path w="1023" h="195" fill="none" extrusionOk="0">
                    <a:moveTo>
                      <a:pt x="0" y="1"/>
                    </a:moveTo>
                    <a:cubicBezTo>
                      <a:pt x="0" y="1"/>
                      <a:pt x="342" y="195"/>
                      <a:pt x="1022" y="19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2"/>
              <p:cNvSpPr/>
              <p:nvPr/>
            </p:nvSpPr>
            <p:spPr>
              <a:xfrm>
                <a:off x="6494846" y="1528658"/>
                <a:ext cx="50058" cy="9493"/>
              </a:xfrm>
              <a:custGeom>
                <a:avLst/>
                <a:gdLst/>
                <a:ahLst/>
                <a:cxnLst/>
                <a:rect l="l" t="t" r="r" b="b"/>
                <a:pathLst>
                  <a:path w="1023" h="194" fill="none" extrusionOk="0">
                    <a:moveTo>
                      <a:pt x="0" y="1"/>
                    </a:moveTo>
                    <a:cubicBezTo>
                      <a:pt x="0" y="1"/>
                      <a:pt x="342" y="194"/>
                      <a:pt x="1022" y="1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2"/>
              <p:cNvSpPr/>
              <p:nvPr/>
            </p:nvSpPr>
            <p:spPr>
              <a:xfrm>
                <a:off x="6494846" y="1555326"/>
                <a:ext cx="50058" cy="9542"/>
              </a:xfrm>
              <a:custGeom>
                <a:avLst/>
                <a:gdLst/>
                <a:ahLst/>
                <a:cxnLst/>
                <a:rect l="l" t="t" r="r" b="b"/>
                <a:pathLst>
                  <a:path w="1023" h="195" fill="none" extrusionOk="0">
                    <a:moveTo>
                      <a:pt x="0" y="1"/>
                    </a:moveTo>
                    <a:cubicBezTo>
                      <a:pt x="0" y="1"/>
                      <a:pt x="342" y="195"/>
                      <a:pt x="1022" y="19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2"/>
              <p:cNvSpPr/>
              <p:nvPr/>
            </p:nvSpPr>
            <p:spPr>
              <a:xfrm>
                <a:off x="6494846" y="1582043"/>
                <a:ext cx="50058" cy="9493"/>
              </a:xfrm>
              <a:custGeom>
                <a:avLst/>
                <a:gdLst/>
                <a:ahLst/>
                <a:cxnLst/>
                <a:rect l="l" t="t" r="r" b="b"/>
                <a:pathLst>
                  <a:path w="1023" h="194" fill="none" extrusionOk="0">
                    <a:moveTo>
                      <a:pt x="0" y="1"/>
                    </a:moveTo>
                    <a:cubicBezTo>
                      <a:pt x="0" y="1"/>
                      <a:pt x="342" y="193"/>
                      <a:pt x="1022" y="1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2"/>
              <p:cNvSpPr/>
              <p:nvPr/>
            </p:nvSpPr>
            <p:spPr>
              <a:xfrm>
                <a:off x="6494846" y="1608711"/>
                <a:ext cx="50058" cy="9542"/>
              </a:xfrm>
              <a:custGeom>
                <a:avLst/>
                <a:gdLst/>
                <a:ahLst/>
                <a:cxnLst/>
                <a:rect l="l" t="t" r="r" b="b"/>
                <a:pathLst>
                  <a:path w="1023" h="195" fill="none" extrusionOk="0">
                    <a:moveTo>
                      <a:pt x="0" y="1"/>
                    </a:moveTo>
                    <a:cubicBezTo>
                      <a:pt x="0" y="1"/>
                      <a:pt x="342" y="194"/>
                      <a:pt x="1022" y="1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2"/>
              <p:cNvSpPr/>
              <p:nvPr/>
            </p:nvSpPr>
            <p:spPr>
              <a:xfrm>
                <a:off x="6494846" y="1635429"/>
                <a:ext cx="50058" cy="9493"/>
              </a:xfrm>
              <a:custGeom>
                <a:avLst/>
                <a:gdLst/>
                <a:ahLst/>
                <a:cxnLst/>
                <a:rect l="l" t="t" r="r" b="b"/>
                <a:pathLst>
                  <a:path w="1023" h="194" fill="none" extrusionOk="0">
                    <a:moveTo>
                      <a:pt x="0" y="1"/>
                    </a:moveTo>
                    <a:cubicBezTo>
                      <a:pt x="0" y="1"/>
                      <a:pt x="342" y="193"/>
                      <a:pt x="1022" y="1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2"/>
              <p:cNvSpPr/>
              <p:nvPr/>
            </p:nvSpPr>
            <p:spPr>
              <a:xfrm>
                <a:off x="6494846" y="1662097"/>
                <a:ext cx="50058" cy="9542"/>
              </a:xfrm>
              <a:custGeom>
                <a:avLst/>
                <a:gdLst/>
                <a:ahLst/>
                <a:cxnLst/>
                <a:rect l="l" t="t" r="r" b="b"/>
                <a:pathLst>
                  <a:path w="1023" h="195" fill="none" extrusionOk="0">
                    <a:moveTo>
                      <a:pt x="0" y="1"/>
                    </a:moveTo>
                    <a:cubicBezTo>
                      <a:pt x="0" y="1"/>
                      <a:pt x="342" y="194"/>
                      <a:pt x="1022" y="1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2"/>
              <p:cNvSpPr/>
              <p:nvPr/>
            </p:nvSpPr>
            <p:spPr>
              <a:xfrm>
                <a:off x="6496509" y="1723262"/>
                <a:ext cx="96788" cy="23439"/>
              </a:xfrm>
              <a:custGeom>
                <a:avLst/>
                <a:gdLst/>
                <a:ahLst/>
                <a:cxnLst/>
                <a:rect l="l" t="t" r="r" b="b"/>
                <a:pathLst>
                  <a:path w="1978" h="479" extrusionOk="0">
                    <a:moveTo>
                      <a:pt x="990" y="1"/>
                    </a:moveTo>
                    <a:cubicBezTo>
                      <a:pt x="444" y="1"/>
                      <a:pt x="0" y="108"/>
                      <a:pt x="0" y="240"/>
                    </a:cubicBezTo>
                    <a:cubicBezTo>
                      <a:pt x="0" y="371"/>
                      <a:pt x="444" y="478"/>
                      <a:pt x="990" y="478"/>
                    </a:cubicBezTo>
                    <a:cubicBezTo>
                      <a:pt x="1534" y="478"/>
                      <a:pt x="1978" y="371"/>
                      <a:pt x="1978" y="240"/>
                    </a:cubicBezTo>
                    <a:cubicBezTo>
                      <a:pt x="1978" y="108"/>
                      <a:pt x="1534" y="1"/>
                      <a:pt x="990" y="1"/>
                    </a:cubicBezTo>
                    <a:close/>
                  </a:path>
                </a:pathLst>
              </a:custGeom>
              <a:solidFill>
                <a:srgbClr val="70B0DB"/>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2"/>
              <p:cNvSpPr/>
              <p:nvPr/>
            </p:nvSpPr>
            <p:spPr>
              <a:xfrm>
                <a:off x="6493769" y="1706283"/>
                <a:ext cx="101192" cy="40810"/>
              </a:xfrm>
              <a:custGeom>
                <a:avLst/>
                <a:gdLst/>
                <a:ahLst/>
                <a:cxnLst/>
                <a:rect l="l" t="t" r="r" b="b"/>
                <a:pathLst>
                  <a:path w="2068" h="834" extrusionOk="0">
                    <a:moveTo>
                      <a:pt x="22" y="0"/>
                    </a:moveTo>
                    <a:lnTo>
                      <a:pt x="1" y="589"/>
                    </a:lnTo>
                    <a:cubicBezTo>
                      <a:pt x="82" y="671"/>
                      <a:pt x="327" y="834"/>
                      <a:pt x="1059" y="834"/>
                    </a:cubicBezTo>
                    <a:cubicBezTo>
                      <a:pt x="1790" y="834"/>
                      <a:pt x="2068" y="621"/>
                      <a:pt x="2068" y="621"/>
                    </a:cubicBezTo>
                    <a:lnTo>
                      <a:pt x="2064" y="0"/>
                    </a:lnTo>
                    <a:cubicBezTo>
                      <a:pt x="1723" y="129"/>
                      <a:pt x="1382" y="172"/>
                      <a:pt x="1079" y="172"/>
                    </a:cubicBezTo>
                    <a:cubicBezTo>
                      <a:pt x="474" y="172"/>
                      <a:pt x="22" y="0"/>
                      <a:pt x="22" y="0"/>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2"/>
              <p:cNvSpPr/>
              <p:nvPr/>
            </p:nvSpPr>
            <p:spPr>
              <a:xfrm>
                <a:off x="6494846" y="1688814"/>
                <a:ext cx="50058" cy="9493"/>
              </a:xfrm>
              <a:custGeom>
                <a:avLst/>
                <a:gdLst/>
                <a:ahLst/>
                <a:cxnLst/>
                <a:rect l="l" t="t" r="r" b="b"/>
                <a:pathLst>
                  <a:path w="1023" h="194" fill="none" extrusionOk="0">
                    <a:moveTo>
                      <a:pt x="0" y="1"/>
                    </a:moveTo>
                    <a:cubicBezTo>
                      <a:pt x="0" y="1"/>
                      <a:pt x="342" y="193"/>
                      <a:pt x="1022" y="1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2"/>
              <p:cNvSpPr/>
              <p:nvPr/>
            </p:nvSpPr>
            <p:spPr>
              <a:xfrm>
                <a:off x="6494846" y="1742199"/>
                <a:ext cx="50058" cy="9542"/>
              </a:xfrm>
              <a:custGeom>
                <a:avLst/>
                <a:gdLst/>
                <a:ahLst/>
                <a:cxnLst/>
                <a:rect l="l" t="t" r="r" b="b"/>
                <a:pathLst>
                  <a:path w="1023" h="195" fill="none" extrusionOk="0">
                    <a:moveTo>
                      <a:pt x="0" y="0"/>
                    </a:moveTo>
                    <a:cubicBezTo>
                      <a:pt x="0" y="0"/>
                      <a:pt x="342" y="194"/>
                      <a:pt x="1022" y="1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2"/>
              <p:cNvSpPr/>
              <p:nvPr/>
            </p:nvSpPr>
            <p:spPr>
              <a:xfrm>
                <a:off x="6494846" y="1354605"/>
                <a:ext cx="100116" cy="553916"/>
              </a:xfrm>
              <a:custGeom>
                <a:avLst/>
                <a:gdLst/>
                <a:ahLst/>
                <a:cxnLst/>
                <a:rect l="l" t="t" r="r" b="b"/>
                <a:pathLst>
                  <a:path w="2046" h="11320" fill="none" extrusionOk="0">
                    <a:moveTo>
                      <a:pt x="281" y="75"/>
                    </a:moveTo>
                    <a:cubicBezTo>
                      <a:pt x="30" y="157"/>
                      <a:pt x="0" y="274"/>
                      <a:pt x="0" y="274"/>
                    </a:cubicBezTo>
                    <a:lnTo>
                      <a:pt x="0" y="8660"/>
                    </a:lnTo>
                    <a:lnTo>
                      <a:pt x="615" y="10910"/>
                    </a:lnTo>
                    <a:cubicBezTo>
                      <a:pt x="615" y="10910"/>
                      <a:pt x="682" y="11319"/>
                      <a:pt x="1024" y="11319"/>
                    </a:cubicBezTo>
                    <a:cubicBezTo>
                      <a:pt x="1364" y="11319"/>
                      <a:pt x="1432" y="10842"/>
                      <a:pt x="1432" y="10842"/>
                    </a:cubicBezTo>
                    <a:lnTo>
                      <a:pt x="2046" y="8660"/>
                    </a:lnTo>
                    <a:lnTo>
                      <a:pt x="2046" y="274"/>
                    </a:lnTo>
                    <a:cubicBezTo>
                      <a:pt x="2046" y="274"/>
                      <a:pt x="1977" y="1"/>
                      <a:pt x="886" y="1"/>
                    </a:cubicBezTo>
                    <a:cubicBezTo>
                      <a:pt x="795" y="1"/>
                      <a:pt x="713" y="4"/>
                      <a:pt x="638" y="10"/>
                    </a:cubicBezTo>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2"/>
              <p:cNvSpPr/>
              <p:nvPr/>
            </p:nvSpPr>
            <p:spPr>
              <a:xfrm>
                <a:off x="6494846" y="1367963"/>
                <a:ext cx="100116" cy="20062"/>
              </a:xfrm>
              <a:custGeom>
                <a:avLst/>
                <a:gdLst/>
                <a:ahLst/>
                <a:cxnLst/>
                <a:rect l="l" t="t" r="r" b="b"/>
                <a:pathLst>
                  <a:path w="2046" h="410" fill="none" extrusionOk="0">
                    <a:moveTo>
                      <a:pt x="0" y="1"/>
                    </a:moveTo>
                    <a:cubicBezTo>
                      <a:pt x="136" y="341"/>
                      <a:pt x="1773" y="409"/>
                      <a:pt x="2046"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2"/>
              <p:cNvSpPr/>
              <p:nvPr/>
            </p:nvSpPr>
            <p:spPr>
              <a:xfrm>
                <a:off x="6491469" y="1377995"/>
                <a:ext cx="106869" cy="23390"/>
              </a:xfrm>
              <a:custGeom>
                <a:avLst/>
                <a:gdLst/>
                <a:ahLst/>
                <a:cxnLst/>
                <a:rect l="l" t="t" r="r" b="b"/>
                <a:pathLst>
                  <a:path w="2184" h="478" fill="none" extrusionOk="0">
                    <a:moveTo>
                      <a:pt x="2183" y="0"/>
                    </a:moveTo>
                    <a:cubicBezTo>
                      <a:pt x="2183" y="0"/>
                      <a:pt x="1637" y="477"/>
                      <a:pt x="1" y="27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p:cNvSpPr/>
              <p:nvPr/>
            </p:nvSpPr>
            <p:spPr>
              <a:xfrm>
                <a:off x="6491469" y="1394632"/>
                <a:ext cx="106869" cy="20111"/>
              </a:xfrm>
              <a:custGeom>
                <a:avLst/>
                <a:gdLst/>
                <a:ahLst/>
                <a:cxnLst/>
                <a:rect l="l" t="t" r="r" b="b"/>
                <a:pathLst>
                  <a:path w="2184" h="411" fill="none" extrusionOk="0">
                    <a:moveTo>
                      <a:pt x="2183" y="0"/>
                    </a:moveTo>
                    <a:cubicBezTo>
                      <a:pt x="2183" y="0"/>
                      <a:pt x="1637" y="411"/>
                      <a:pt x="1" y="27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p:cNvSpPr/>
              <p:nvPr/>
            </p:nvSpPr>
            <p:spPr>
              <a:xfrm>
                <a:off x="6496509" y="1726247"/>
                <a:ext cx="96788" cy="20845"/>
              </a:xfrm>
              <a:custGeom>
                <a:avLst/>
                <a:gdLst/>
                <a:ahLst/>
                <a:cxnLst/>
                <a:rect l="l" t="t" r="r" b="b"/>
                <a:pathLst>
                  <a:path w="1978" h="426" extrusionOk="0">
                    <a:moveTo>
                      <a:pt x="990" y="0"/>
                    </a:moveTo>
                    <a:cubicBezTo>
                      <a:pt x="444" y="0"/>
                      <a:pt x="0" y="95"/>
                      <a:pt x="0" y="213"/>
                    </a:cubicBezTo>
                    <a:cubicBezTo>
                      <a:pt x="0" y="330"/>
                      <a:pt x="444" y="426"/>
                      <a:pt x="990" y="426"/>
                    </a:cubicBezTo>
                    <a:cubicBezTo>
                      <a:pt x="1534" y="426"/>
                      <a:pt x="1978" y="330"/>
                      <a:pt x="1978" y="213"/>
                    </a:cubicBezTo>
                    <a:cubicBezTo>
                      <a:pt x="1978" y="95"/>
                      <a:pt x="1534" y="0"/>
                      <a:pt x="990" y="0"/>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2"/>
              <p:cNvSpPr/>
              <p:nvPr/>
            </p:nvSpPr>
            <p:spPr>
              <a:xfrm>
                <a:off x="7345048" y="1076913"/>
                <a:ext cx="444747" cy="1330573"/>
              </a:xfrm>
              <a:custGeom>
                <a:avLst/>
                <a:gdLst/>
                <a:ahLst/>
                <a:cxnLst/>
                <a:rect l="l" t="t" r="r" b="b"/>
                <a:pathLst>
                  <a:path w="9089" h="27192" extrusionOk="0">
                    <a:moveTo>
                      <a:pt x="3228" y="0"/>
                    </a:moveTo>
                    <a:lnTo>
                      <a:pt x="1229" y="12316"/>
                    </a:lnTo>
                    <a:cubicBezTo>
                      <a:pt x="1229" y="12316"/>
                      <a:pt x="1097" y="17302"/>
                      <a:pt x="939" y="19094"/>
                    </a:cubicBezTo>
                    <a:cubicBezTo>
                      <a:pt x="781" y="20888"/>
                      <a:pt x="1" y="22523"/>
                      <a:pt x="1" y="22523"/>
                    </a:cubicBezTo>
                    <a:lnTo>
                      <a:pt x="1862" y="27191"/>
                    </a:lnTo>
                    <a:lnTo>
                      <a:pt x="8824" y="26375"/>
                    </a:lnTo>
                    <a:lnTo>
                      <a:pt x="8824" y="21970"/>
                    </a:lnTo>
                    <a:cubicBezTo>
                      <a:pt x="8824" y="21970"/>
                      <a:pt x="9088" y="4035"/>
                      <a:pt x="9088" y="2294"/>
                    </a:cubicBezTo>
                    <a:cubicBezTo>
                      <a:pt x="9088" y="654"/>
                      <a:pt x="8175" y="606"/>
                      <a:pt x="8070" y="606"/>
                    </a:cubicBezTo>
                    <a:cubicBezTo>
                      <a:pt x="8063" y="606"/>
                      <a:pt x="8060" y="607"/>
                      <a:pt x="8060" y="607"/>
                    </a:cubicBezTo>
                    <a:lnTo>
                      <a:pt x="3228" y="0"/>
                    </a:ln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2"/>
              <p:cNvSpPr/>
              <p:nvPr/>
            </p:nvSpPr>
            <p:spPr>
              <a:xfrm>
                <a:off x="7345048" y="1076913"/>
                <a:ext cx="444747" cy="1330573"/>
              </a:xfrm>
              <a:custGeom>
                <a:avLst/>
                <a:gdLst/>
                <a:ahLst/>
                <a:cxnLst/>
                <a:rect l="l" t="t" r="r" b="b"/>
                <a:pathLst>
                  <a:path w="9089" h="27192" fill="none" extrusionOk="0">
                    <a:moveTo>
                      <a:pt x="3228" y="0"/>
                    </a:moveTo>
                    <a:lnTo>
                      <a:pt x="8060" y="607"/>
                    </a:lnTo>
                    <a:cubicBezTo>
                      <a:pt x="8060" y="607"/>
                      <a:pt x="9088" y="553"/>
                      <a:pt x="9088" y="2294"/>
                    </a:cubicBezTo>
                    <a:cubicBezTo>
                      <a:pt x="9088" y="4035"/>
                      <a:pt x="8824" y="21970"/>
                      <a:pt x="8824" y="21970"/>
                    </a:cubicBezTo>
                    <a:lnTo>
                      <a:pt x="8824" y="26375"/>
                    </a:lnTo>
                    <a:lnTo>
                      <a:pt x="1862" y="27191"/>
                    </a:lnTo>
                    <a:lnTo>
                      <a:pt x="1" y="22523"/>
                    </a:lnTo>
                    <a:cubicBezTo>
                      <a:pt x="1" y="22523"/>
                      <a:pt x="781" y="20888"/>
                      <a:pt x="939" y="19094"/>
                    </a:cubicBezTo>
                    <a:cubicBezTo>
                      <a:pt x="1097" y="17302"/>
                      <a:pt x="1229" y="12316"/>
                      <a:pt x="1229" y="1231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p:cNvSpPr/>
              <p:nvPr/>
            </p:nvSpPr>
            <p:spPr>
              <a:xfrm>
                <a:off x="7323958" y="1083030"/>
                <a:ext cx="409614" cy="745242"/>
              </a:xfrm>
              <a:custGeom>
                <a:avLst/>
                <a:gdLst/>
                <a:ahLst/>
                <a:cxnLst/>
                <a:rect l="l" t="t" r="r" b="b"/>
                <a:pathLst>
                  <a:path w="8371" h="15230" extrusionOk="0">
                    <a:moveTo>
                      <a:pt x="4236" y="1"/>
                    </a:moveTo>
                    <a:cubicBezTo>
                      <a:pt x="3984" y="1"/>
                      <a:pt x="941" y="663"/>
                      <a:pt x="750" y="2690"/>
                    </a:cubicBezTo>
                    <a:cubicBezTo>
                      <a:pt x="551" y="4782"/>
                      <a:pt x="419" y="8747"/>
                      <a:pt x="441" y="9364"/>
                    </a:cubicBezTo>
                    <a:cubicBezTo>
                      <a:pt x="462" y="9981"/>
                      <a:pt x="0" y="14365"/>
                      <a:pt x="3591" y="15113"/>
                    </a:cubicBezTo>
                    <a:cubicBezTo>
                      <a:pt x="3976" y="15193"/>
                      <a:pt x="4330" y="15230"/>
                      <a:pt x="4656" y="15230"/>
                    </a:cubicBezTo>
                    <a:cubicBezTo>
                      <a:pt x="7372" y="15230"/>
                      <a:pt x="8136" y="12700"/>
                      <a:pt x="8370" y="11920"/>
                    </a:cubicBezTo>
                    <a:lnTo>
                      <a:pt x="4251" y="3"/>
                    </a:lnTo>
                    <a:cubicBezTo>
                      <a:pt x="4249" y="2"/>
                      <a:pt x="4244" y="1"/>
                      <a:pt x="42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p:cNvSpPr/>
              <p:nvPr/>
            </p:nvSpPr>
            <p:spPr>
              <a:xfrm>
                <a:off x="7503002" y="1348342"/>
                <a:ext cx="45214" cy="151201"/>
              </a:xfrm>
              <a:custGeom>
                <a:avLst/>
                <a:gdLst/>
                <a:ahLst/>
                <a:cxnLst/>
                <a:rect l="l" t="t" r="r" b="b"/>
                <a:pathLst>
                  <a:path w="924" h="3090" fill="none" extrusionOk="0">
                    <a:moveTo>
                      <a:pt x="743" y="1"/>
                    </a:moveTo>
                    <a:lnTo>
                      <a:pt x="0" y="2788"/>
                    </a:lnTo>
                    <a:lnTo>
                      <a:pt x="923" y="3089"/>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p:cNvSpPr/>
              <p:nvPr/>
            </p:nvSpPr>
            <p:spPr>
              <a:xfrm>
                <a:off x="7765133" y="1358079"/>
                <a:ext cx="114306" cy="136522"/>
              </a:xfrm>
              <a:custGeom>
                <a:avLst/>
                <a:gdLst/>
                <a:ahLst/>
                <a:cxnLst/>
                <a:rect l="l" t="t" r="r" b="b"/>
                <a:pathLst>
                  <a:path w="2336" h="2790" extrusionOk="0">
                    <a:moveTo>
                      <a:pt x="981" y="0"/>
                    </a:moveTo>
                    <a:cubicBezTo>
                      <a:pt x="488" y="0"/>
                      <a:pt x="157" y="457"/>
                      <a:pt x="157" y="457"/>
                    </a:cubicBezTo>
                    <a:lnTo>
                      <a:pt x="1" y="2666"/>
                    </a:lnTo>
                    <a:cubicBezTo>
                      <a:pt x="214" y="2751"/>
                      <a:pt x="411" y="2789"/>
                      <a:pt x="592" y="2789"/>
                    </a:cubicBezTo>
                    <a:cubicBezTo>
                      <a:pt x="1880" y="2789"/>
                      <a:pt x="2335" y="854"/>
                      <a:pt x="1615" y="258"/>
                    </a:cubicBezTo>
                    <a:cubicBezTo>
                      <a:pt x="1386" y="69"/>
                      <a:pt x="1171" y="0"/>
                      <a:pt x="9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p:cNvSpPr/>
              <p:nvPr/>
            </p:nvSpPr>
            <p:spPr>
              <a:xfrm>
                <a:off x="7765133" y="1337430"/>
                <a:ext cx="119249" cy="185063"/>
              </a:xfrm>
              <a:custGeom>
                <a:avLst/>
                <a:gdLst/>
                <a:ahLst/>
                <a:cxnLst/>
                <a:rect l="l" t="t" r="r" b="b"/>
                <a:pathLst>
                  <a:path w="2437" h="3782" fill="none" extrusionOk="0">
                    <a:moveTo>
                      <a:pt x="157" y="879"/>
                    </a:moveTo>
                    <a:cubicBezTo>
                      <a:pt x="157" y="879"/>
                      <a:pt x="794" y="1"/>
                      <a:pt x="1615" y="680"/>
                    </a:cubicBezTo>
                    <a:cubicBezTo>
                      <a:pt x="2437" y="1360"/>
                      <a:pt x="1729" y="3781"/>
                      <a:pt x="1" y="3088"/>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p:cNvSpPr/>
              <p:nvPr/>
            </p:nvSpPr>
            <p:spPr>
              <a:xfrm>
                <a:off x="7291369" y="890774"/>
                <a:ext cx="643218" cy="772595"/>
              </a:xfrm>
              <a:custGeom>
                <a:avLst/>
                <a:gdLst/>
                <a:ahLst/>
                <a:cxnLst/>
                <a:rect l="l" t="t" r="r" b="b"/>
                <a:pathLst>
                  <a:path w="13145" h="15789" extrusionOk="0">
                    <a:moveTo>
                      <a:pt x="2639" y="0"/>
                    </a:moveTo>
                    <a:cubicBezTo>
                      <a:pt x="1422" y="0"/>
                      <a:pt x="600" y="928"/>
                      <a:pt x="356" y="2386"/>
                    </a:cubicBezTo>
                    <a:cubicBezTo>
                      <a:pt x="1" y="4499"/>
                      <a:pt x="1690" y="5771"/>
                      <a:pt x="1690" y="5771"/>
                    </a:cubicBezTo>
                    <a:cubicBezTo>
                      <a:pt x="2089" y="4834"/>
                      <a:pt x="4325" y="3930"/>
                      <a:pt x="4325" y="3930"/>
                    </a:cubicBezTo>
                    <a:cubicBezTo>
                      <a:pt x="4325" y="3930"/>
                      <a:pt x="4304" y="3902"/>
                      <a:pt x="4323" y="3902"/>
                    </a:cubicBezTo>
                    <a:cubicBezTo>
                      <a:pt x="4350" y="3902"/>
                      <a:pt x="4465" y="3964"/>
                      <a:pt x="4871" y="4273"/>
                    </a:cubicBezTo>
                    <a:cubicBezTo>
                      <a:pt x="5549" y="4789"/>
                      <a:pt x="9225" y="5466"/>
                      <a:pt x="9225" y="5466"/>
                    </a:cubicBezTo>
                    <a:cubicBezTo>
                      <a:pt x="9225" y="5466"/>
                      <a:pt x="9033" y="6079"/>
                      <a:pt x="8774" y="7011"/>
                    </a:cubicBezTo>
                    <a:cubicBezTo>
                      <a:pt x="8516" y="7943"/>
                      <a:pt x="8725" y="8515"/>
                      <a:pt x="9145" y="9047"/>
                    </a:cubicBezTo>
                    <a:cubicBezTo>
                      <a:pt x="9565" y="9579"/>
                      <a:pt x="9162" y="10724"/>
                      <a:pt x="9451" y="10895"/>
                    </a:cubicBezTo>
                    <a:cubicBezTo>
                      <a:pt x="9473" y="10908"/>
                      <a:pt x="9492" y="10914"/>
                      <a:pt x="9509" y="10914"/>
                    </a:cubicBezTo>
                    <a:cubicBezTo>
                      <a:pt x="9721" y="10914"/>
                      <a:pt x="9634" y="9997"/>
                      <a:pt x="10484" y="9773"/>
                    </a:cubicBezTo>
                    <a:cubicBezTo>
                      <a:pt x="10576" y="9748"/>
                      <a:pt x="10662" y="9737"/>
                      <a:pt x="10743" y="9737"/>
                    </a:cubicBezTo>
                    <a:cubicBezTo>
                      <a:pt x="11467" y="9737"/>
                      <a:pt x="11726" y="10662"/>
                      <a:pt x="11437" y="11544"/>
                    </a:cubicBezTo>
                    <a:cubicBezTo>
                      <a:pt x="11164" y="12380"/>
                      <a:pt x="10360" y="12442"/>
                      <a:pt x="10128" y="12442"/>
                    </a:cubicBezTo>
                    <a:cubicBezTo>
                      <a:pt x="10087" y="12442"/>
                      <a:pt x="10064" y="12440"/>
                      <a:pt x="10064" y="12440"/>
                    </a:cubicBezTo>
                    <a:lnTo>
                      <a:pt x="10064" y="15788"/>
                    </a:lnTo>
                    <a:cubicBezTo>
                      <a:pt x="10064" y="15788"/>
                      <a:pt x="10596" y="15788"/>
                      <a:pt x="11870" y="14611"/>
                    </a:cubicBezTo>
                    <a:cubicBezTo>
                      <a:pt x="13144" y="13434"/>
                      <a:pt x="12613" y="12143"/>
                      <a:pt x="12176" y="10895"/>
                    </a:cubicBezTo>
                    <a:cubicBezTo>
                      <a:pt x="11742" y="9649"/>
                      <a:pt x="12290" y="8338"/>
                      <a:pt x="12484" y="6663"/>
                    </a:cubicBezTo>
                    <a:cubicBezTo>
                      <a:pt x="12676" y="4990"/>
                      <a:pt x="12032" y="3515"/>
                      <a:pt x="10113" y="3257"/>
                    </a:cubicBezTo>
                    <a:cubicBezTo>
                      <a:pt x="8194" y="2999"/>
                      <a:pt x="6726" y="1919"/>
                      <a:pt x="4500" y="597"/>
                    </a:cubicBezTo>
                    <a:cubicBezTo>
                      <a:pt x="3811" y="187"/>
                      <a:pt x="3185" y="0"/>
                      <a:pt x="2639" y="0"/>
                    </a:cubicBezTo>
                    <a:close/>
                  </a:path>
                </a:pathLst>
              </a:custGeom>
              <a:solidFill>
                <a:schemeClr val="accent3"/>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p:cNvSpPr/>
              <p:nvPr/>
            </p:nvSpPr>
            <p:spPr>
              <a:xfrm>
                <a:off x="7691637" y="1407599"/>
                <a:ext cx="73546" cy="135543"/>
              </a:xfrm>
              <a:custGeom>
                <a:avLst/>
                <a:gdLst/>
                <a:ahLst/>
                <a:cxnLst/>
                <a:rect l="l" t="t" r="r" b="b"/>
                <a:pathLst>
                  <a:path w="1503" h="2770" extrusionOk="0">
                    <a:moveTo>
                      <a:pt x="1340" y="0"/>
                    </a:moveTo>
                    <a:lnTo>
                      <a:pt x="1" y="2585"/>
                    </a:lnTo>
                    <a:lnTo>
                      <a:pt x="484" y="2769"/>
                    </a:lnTo>
                    <a:lnTo>
                      <a:pt x="1503" y="63"/>
                    </a:lnTo>
                    <a:lnTo>
                      <a:pt x="1340" y="0"/>
                    </a:lnTo>
                    <a:close/>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p:cNvSpPr/>
              <p:nvPr/>
            </p:nvSpPr>
            <p:spPr>
              <a:xfrm>
                <a:off x="7691637" y="1407599"/>
                <a:ext cx="73546" cy="135543"/>
              </a:xfrm>
              <a:custGeom>
                <a:avLst/>
                <a:gdLst/>
                <a:ahLst/>
                <a:cxnLst/>
                <a:rect l="l" t="t" r="r" b="b"/>
                <a:pathLst>
                  <a:path w="1503" h="2770" fill="none" extrusionOk="0">
                    <a:moveTo>
                      <a:pt x="1" y="2585"/>
                    </a:moveTo>
                    <a:lnTo>
                      <a:pt x="1340" y="0"/>
                    </a:lnTo>
                    <a:lnTo>
                      <a:pt x="1503" y="63"/>
                    </a:lnTo>
                    <a:lnTo>
                      <a:pt x="484" y="2769"/>
                    </a:lnTo>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p:cNvSpPr/>
              <p:nvPr/>
            </p:nvSpPr>
            <p:spPr>
              <a:xfrm>
                <a:off x="7719577" y="1519899"/>
                <a:ext cx="64297" cy="97767"/>
              </a:xfrm>
              <a:custGeom>
                <a:avLst/>
                <a:gdLst/>
                <a:ahLst/>
                <a:cxnLst/>
                <a:rect l="l" t="t" r="r" b="b"/>
                <a:pathLst>
                  <a:path w="1314" h="1998" extrusionOk="0">
                    <a:moveTo>
                      <a:pt x="1313" y="0"/>
                    </a:moveTo>
                    <a:lnTo>
                      <a:pt x="0" y="1484"/>
                    </a:lnTo>
                    <a:lnTo>
                      <a:pt x="181" y="1998"/>
                    </a:lnTo>
                    <a:lnTo>
                      <a:pt x="1313" y="238"/>
                    </a:lnTo>
                    <a:lnTo>
                      <a:pt x="1313" y="0"/>
                    </a:ln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p:cNvSpPr/>
              <p:nvPr/>
            </p:nvSpPr>
            <p:spPr>
              <a:xfrm>
                <a:off x="7719577" y="1519899"/>
                <a:ext cx="64297" cy="97767"/>
              </a:xfrm>
              <a:custGeom>
                <a:avLst/>
                <a:gdLst/>
                <a:ahLst/>
                <a:cxnLst/>
                <a:rect l="l" t="t" r="r" b="b"/>
                <a:pathLst>
                  <a:path w="1314" h="1998" fill="none" extrusionOk="0">
                    <a:moveTo>
                      <a:pt x="0" y="1484"/>
                    </a:moveTo>
                    <a:lnTo>
                      <a:pt x="1313" y="0"/>
                    </a:lnTo>
                    <a:lnTo>
                      <a:pt x="1313" y="238"/>
                    </a:lnTo>
                    <a:lnTo>
                      <a:pt x="181" y="1998"/>
                    </a:lnTo>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2"/>
              <p:cNvSpPr/>
              <p:nvPr/>
            </p:nvSpPr>
            <p:spPr>
              <a:xfrm>
                <a:off x="5811650" y="2078904"/>
                <a:ext cx="2617546" cy="2529810"/>
              </a:xfrm>
              <a:custGeom>
                <a:avLst/>
                <a:gdLst/>
                <a:ahLst/>
                <a:cxnLst/>
                <a:rect l="l" t="t" r="r" b="b"/>
                <a:pathLst>
                  <a:path w="53493" h="51700" extrusionOk="0">
                    <a:moveTo>
                      <a:pt x="5935" y="0"/>
                    </a:moveTo>
                    <a:lnTo>
                      <a:pt x="6469" y="649"/>
                    </a:lnTo>
                    <a:cubicBezTo>
                      <a:pt x="6469" y="649"/>
                      <a:pt x="6528" y="1136"/>
                      <a:pt x="6291" y="1790"/>
                    </a:cubicBezTo>
                    <a:cubicBezTo>
                      <a:pt x="6053" y="2442"/>
                      <a:pt x="1841" y="10572"/>
                      <a:pt x="1841" y="10572"/>
                    </a:cubicBezTo>
                    <a:lnTo>
                      <a:pt x="1" y="9979"/>
                    </a:lnTo>
                    <a:lnTo>
                      <a:pt x="891" y="12352"/>
                    </a:lnTo>
                    <a:cubicBezTo>
                      <a:pt x="891" y="12352"/>
                      <a:pt x="5935" y="15082"/>
                      <a:pt x="6113" y="15141"/>
                    </a:cubicBezTo>
                    <a:cubicBezTo>
                      <a:pt x="6123" y="15144"/>
                      <a:pt x="6133" y="15146"/>
                      <a:pt x="6144" y="15146"/>
                    </a:cubicBezTo>
                    <a:cubicBezTo>
                      <a:pt x="6339" y="15146"/>
                      <a:pt x="6766" y="14667"/>
                      <a:pt x="6766" y="14667"/>
                    </a:cubicBezTo>
                    <a:cubicBezTo>
                      <a:pt x="6766" y="14667"/>
                      <a:pt x="11513" y="17693"/>
                      <a:pt x="12641" y="19592"/>
                    </a:cubicBezTo>
                    <a:cubicBezTo>
                      <a:pt x="13768" y="21491"/>
                      <a:pt x="15192" y="31994"/>
                      <a:pt x="15370" y="34012"/>
                    </a:cubicBezTo>
                    <a:cubicBezTo>
                      <a:pt x="15548" y="36029"/>
                      <a:pt x="16735" y="51700"/>
                      <a:pt x="16735" y="51700"/>
                    </a:cubicBezTo>
                    <a:lnTo>
                      <a:pt x="52280" y="51700"/>
                    </a:lnTo>
                    <a:cubicBezTo>
                      <a:pt x="52280" y="51700"/>
                      <a:pt x="51212" y="46473"/>
                      <a:pt x="50322" y="42320"/>
                    </a:cubicBezTo>
                    <a:cubicBezTo>
                      <a:pt x="49432" y="38166"/>
                      <a:pt x="50987" y="31112"/>
                      <a:pt x="51182" y="28489"/>
                    </a:cubicBezTo>
                    <a:cubicBezTo>
                      <a:pt x="51364" y="26060"/>
                      <a:pt x="53493" y="15140"/>
                      <a:pt x="53061" y="10911"/>
                    </a:cubicBezTo>
                    <a:cubicBezTo>
                      <a:pt x="52631" y="6684"/>
                      <a:pt x="47268" y="4061"/>
                      <a:pt x="45467" y="3591"/>
                    </a:cubicBezTo>
                    <a:cubicBezTo>
                      <a:pt x="43666" y="3121"/>
                      <a:pt x="41574" y="2256"/>
                      <a:pt x="41574" y="2256"/>
                    </a:cubicBezTo>
                    <a:cubicBezTo>
                      <a:pt x="41574" y="2256"/>
                      <a:pt x="35965" y="3262"/>
                      <a:pt x="35488" y="3358"/>
                    </a:cubicBezTo>
                    <a:cubicBezTo>
                      <a:pt x="35013" y="3454"/>
                      <a:pt x="33575" y="5712"/>
                      <a:pt x="33575" y="5712"/>
                    </a:cubicBezTo>
                    <a:lnTo>
                      <a:pt x="30547" y="2256"/>
                    </a:lnTo>
                    <a:cubicBezTo>
                      <a:pt x="30547" y="2256"/>
                      <a:pt x="23737" y="2739"/>
                      <a:pt x="21305" y="2798"/>
                    </a:cubicBezTo>
                    <a:cubicBezTo>
                      <a:pt x="20975" y="2806"/>
                      <a:pt x="20602" y="2810"/>
                      <a:pt x="20202" y="2810"/>
                    </a:cubicBezTo>
                    <a:cubicBezTo>
                      <a:pt x="17646" y="2810"/>
                      <a:pt x="13977" y="2655"/>
                      <a:pt x="13413" y="2501"/>
                    </a:cubicBezTo>
                    <a:cubicBezTo>
                      <a:pt x="12759" y="2324"/>
                      <a:pt x="5935" y="0"/>
                      <a:pt x="5935"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2"/>
              <p:cNvSpPr/>
              <p:nvPr/>
            </p:nvSpPr>
            <p:spPr>
              <a:xfrm>
                <a:off x="5796530" y="2526685"/>
                <a:ext cx="105205" cy="156633"/>
              </a:xfrm>
              <a:custGeom>
                <a:avLst/>
                <a:gdLst/>
                <a:ahLst/>
                <a:cxnLst/>
                <a:rect l="l" t="t" r="r" b="b"/>
                <a:pathLst>
                  <a:path w="2150" h="3201" extrusionOk="0">
                    <a:moveTo>
                      <a:pt x="0" y="0"/>
                    </a:moveTo>
                    <a:lnTo>
                      <a:pt x="1200" y="3201"/>
                    </a:lnTo>
                    <a:lnTo>
                      <a:pt x="2150" y="1421"/>
                    </a:lnTo>
                    <a:lnTo>
                      <a:pt x="0" y="0"/>
                    </a:lnTo>
                    <a:close/>
                  </a:path>
                </a:pathLst>
              </a:custGeom>
              <a:solidFill>
                <a:schemeClr val="accent3"/>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2"/>
              <p:cNvSpPr/>
              <p:nvPr/>
            </p:nvSpPr>
            <p:spPr>
              <a:xfrm>
                <a:off x="5289394" y="697735"/>
                <a:ext cx="862484" cy="1898483"/>
              </a:xfrm>
              <a:custGeom>
                <a:avLst/>
                <a:gdLst/>
                <a:ahLst/>
                <a:cxnLst/>
                <a:rect l="l" t="t" r="r" b="b"/>
                <a:pathLst>
                  <a:path w="17626" h="38798" extrusionOk="0">
                    <a:moveTo>
                      <a:pt x="16111" y="1"/>
                    </a:moveTo>
                    <a:cubicBezTo>
                      <a:pt x="16000" y="1"/>
                      <a:pt x="15893" y="13"/>
                      <a:pt x="15794" y="41"/>
                    </a:cubicBezTo>
                    <a:cubicBezTo>
                      <a:pt x="15105" y="236"/>
                      <a:pt x="14744" y="1150"/>
                      <a:pt x="14579" y="1316"/>
                    </a:cubicBezTo>
                    <a:cubicBezTo>
                      <a:pt x="14434" y="1459"/>
                      <a:pt x="8034" y="10406"/>
                      <a:pt x="6270" y="12870"/>
                    </a:cubicBezTo>
                    <a:cubicBezTo>
                      <a:pt x="6258" y="12864"/>
                      <a:pt x="6252" y="12861"/>
                      <a:pt x="6252" y="12861"/>
                    </a:cubicBezTo>
                    <a:cubicBezTo>
                      <a:pt x="6252" y="12861"/>
                      <a:pt x="3908" y="16293"/>
                      <a:pt x="3518" y="17276"/>
                    </a:cubicBezTo>
                    <a:cubicBezTo>
                      <a:pt x="3126" y="18261"/>
                      <a:pt x="0" y="24274"/>
                      <a:pt x="949" y="28226"/>
                    </a:cubicBezTo>
                    <a:cubicBezTo>
                      <a:pt x="1899" y="32180"/>
                      <a:pt x="12513" y="38798"/>
                      <a:pt x="12513" y="38798"/>
                    </a:cubicBezTo>
                    <a:cubicBezTo>
                      <a:pt x="12513" y="38798"/>
                      <a:pt x="17120" y="30128"/>
                      <a:pt x="17439" y="29524"/>
                    </a:cubicBezTo>
                    <a:cubicBezTo>
                      <a:pt x="17537" y="29338"/>
                      <a:pt x="16608" y="28226"/>
                      <a:pt x="16608" y="28226"/>
                    </a:cubicBezTo>
                    <a:cubicBezTo>
                      <a:pt x="16608" y="28226"/>
                      <a:pt x="8875" y="22599"/>
                      <a:pt x="8317" y="21779"/>
                    </a:cubicBezTo>
                    <a:cubicBezTo>
                      <a:pt x="7814" y="21038"/>
                      <a:pt x="10220" y="17392"/>
                      <a:pt x="10621" y="16189"/>
                    </a:cubicBezTo>
                    <a:lnTo>
                      <a:pt x="15880" y="5389"/>
                    </a:lnTo>
                    <a:cubicBezTo>
                      <a:pt x="15880" y="5389"/>
                      <a:pt x="16518" y="5295"/>
                      <a:pt x="16767" y="4926"/>
                    </a:cubicBezTo>
                    <a:cubicBezTo>
                      <a:pt x="17017" y="4558"/>
                      <a:pt x="17571" y="2813"/>
                      <a:pt x="17598" y="2516"/>
                    </a:cubicBezTo>
                    <a:cubicBezTo>
                      <a:pt x="17625" y="2221"/>
                      <a:pt x="17625" y="956"/>
                      <a:pt x="17598" y="679"/>
                    </a:cubicBezTo>
                    <a:cubicBezTo>
                      <a:pt x="17574" y="442"/>
                      <a:pt x="16773" y="1"/>
                      <a:pt x="16111" y="1"/>
                    </a:cubicBezTo>
                    <a:close/>
                  </a:path>
                </a:pathLst>
              </a:custGeom>
              <a:solidFill>
                <a:schemeClr val="dk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2"/>
              <p:cNvSpPr/>
              <p:nvPr/>
            </p:nvSpPr>
            <p:spPr>
              <a:xfrm>
                <a:off x="7454510" y="2078904"/>
                <a:ext cx="428062" cy="328582"/>
              </a:xfrm>
              <a:custGeom>
                <a:avLst/>
                <a:gdLst/>
                <a:ahLst/>
                <a:cxnLst/>
                <a:rect l="l" t="t" r="r" b="b"/>
                <a:pathLst>
                  <a:path w="8748" h="6715" extrusionOk="0">
                    <a:moveTo>
                      <a:pt x="125" y="5509"/>
                    </a:moveTo>
                    <a:cubicBezTo>
                      <a:pt x="46" y="5636"/>
                      <a:pt x="1" y="5712"/>
                      <a:pt x="1" y="5712"/>
                    </a:cubicBezTo>
                    <a:cubicBezTo>
                      <a:pt x="1" y="5712"/>
                      <a:pt x="48" y="5636"/>
                      <a:pt x="125" y="5509"/>
                    </a:cubicBezTo>
                    <a:close/>
                    <a:moveTo>
                      <a:pt x="6610" y="0"/>
                    </a:moveTo>
                    <a:lnTo>
                      <a:pt x="6602" y="1298"/>
                    </a:lnTo>
                    <a:cubicBezTo>
                      <a:pt x="6602" y="1298"/>
                      <a:pt x="4395" y="2675"/>
                      <a:pt x="3322" y="2796"/>
                    </a:cubicBezTo>
                    <a:cubicBezTo>
                      <a:pt x="2249" y="2918"/>
                      <a:pt x="1803" y="2826"/>
                      <a:pt x="1458" y="3358"/>
                    </a:cubicBezTo>
                    <a:cubicBezTo>
                      <a:pt x="1185" y="3781"/>
                      <a:pt x="425" y="5020"/>
                      <a:pt x="125" y="5509"/>
                    </a:cubicBezTo>
                    <a:lnTo>
                      <a:pt x="125" y="5509"/>
                    </a:lnTo>
                    <a:cubicBezTo>
                      <a:pt x="493" y="4922"/>
                      <a:pt x="1600" y="3259"/>
                      <a:pt x="2338" y="3259"/>
                    </a:cubicBezTo>
                    <a:cubicBezTo>
                      <a:pt x="2356" y="3259"/>
                      <a:pt x="2373" y="3260"/>
                      <a:pt x="2391" y="3262"/>
                    </a:cubicBezTo>
                    <a:cubicBezTo>
                      <a:pt x="3281" y="3363"/>
                      <a:pt x="4881" y="6714"/>
                      <a:pt x="4881" y="6714"/>
                    </a:cubicBezTo>
                    <a:lnTo>
                      <a:pt x="8748" y="4133"/>
                    </a:lnTo>
                    <a:cubicBezTo>
                      <a:pt x="8748" y="4133"/>
                      <a:pt x="7655" y="1400"/>
                      <a:pt x="7433" y="812"/>
                    </a:cubicBezTo>
                    <a:cubicBezTo>
                      <a:pt x="7209" y="225"/>
                      <a:pt x="6610" y="0"/>
                      <a:pt x="6610" y="0"/>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2"/>
              <p:cNvSpPr/>
              <p:nvPr/>
            </p:nvSpPr>
            <p:spPr>
              <a:xfrm>
                <a:off x="7225702" y="2027084"/>
                <a:ext cx="220979" cy="324422"/>
              </a:xfrm>
              <a:custGeom>
                <a:avLst/>
                <a:gdLst/>
                <a:ahLst/>
                <a:cxnLst/>
                <a:rect l="l" t="t" r="r" b="b"/>
                <a:pathLst>
                  <a:path w="4516" h="6630" extrusionOk="0">
                    <a:moveTo>
                      <a:pt x="3343" y="0"/>
                    </a:moveTo>
                    <a:cubicBezTo>
                      <a:pt x="3342" y="0"/>
                      <a:pt x="1316" y="1244"/>
                      <a:pt x="1094" y="1709"/>
                    </a:cubicBezTo>
                    <a:cubicBezTo>
                      <a:pt x="870" y="2175"/>
                      <a:pt x="0" y="6629"/>
                      <a:pt x="0" y="6629"/>
                    </a:cubicBezTo>
                    <a:cubicBezTo>
                      <a:pt x="0" y="6629"/>
                      <a:pt x="1976" y="4927"/>
                      <a:pt x="2245" y="4927"/>
                    </a:cubicBezTo>
                    <a:cubicBezTo>
                      <a:pt x="2250" y="4927"/>
                      <a:pt x="2254" y="4928"/>
                      <a:pt x="2258" y="4929"/>
                    </a:cubicBezTo>
                    <a:cubicBezTo>
                      <a:pt x="2470" y="4989"/>
                      <a:pt x="4515" y="6629"/>
                      <a:pt x="4515" y="6629"/>
                    </a:cubicBezTo>
                    <a:lnTo>
                      <a:pt x="2733" y="2701"/>
                    </a:lnTo>
                    <a:lnTo>
                      <a:pt x="3243" y="604"/>
                    </a:lnTo>
                    <a:lnTo>
                      <a:pt x="3343" y="0"/>
                    </a:ln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2"/>
              <p:cNvSpPr/>
              <p:nvPr/>
            </p:nvSpPr>
            <p:spPr>
              <a:xfrm>
                <a:off x="7777513" y="2078953"/>
                <a:ext cx="30338" cy="63465"/>
              </a:xfrm>
              <a:custGeom>
                <a:avLst/>
                <a:gdLst/>
                <a:ahLst/>
                <a:cxnLst/>
                <a:rect l="l" t="t" r="r" b="b"/>
                <a:pathLst>
                  <a:path w="620" h="1297" extrusionOk="0">
                    <a:moveTo>
                      <a:pt x="9" y="0"/>
                    </a:moveTo>
                    <a:lnTo>
                      <a:pt x="1" y="1297"/>
                    </a:lnTo>
                    <a:lnTo>
                      <a:pt x="1" y="1297"/>
                    </a:lnTo>
                    <a:lnTo>
                      <a:pt x="620" y="452"/>
                    </a:lnTo>
                    <a:lnTo>
                      <a:pt x="9" y="0"/>
                    </a:lnTo>
                    <a:close/>
                  </a:path>
                </a:pathLst>
              </a:custGeom>
              <a:solidFill>
                <a:schemeClr val="accent3"/>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2"/>
              <p:cNvSpPr/>
              <p:nvPr/>
            </p:nvSpPr>
            <p:spPr>
              <a:xfrm>
                <a:off x="6332047" y="2708616"/>
                <a:ext cx="108777" cy="351384"/>
              </a:xfrm>
              <a:custGeom>
                <a:avLst/>
                <a:gdLst/>
                <a:ahLst/>
                <a:cxnLst/>
                <a:rect l="l" t="t" r="r" b="b"/>
                <a:pathLst>
                  <a:path w="2223" h="7181" extrusionOk="0">
                    <a:moveTo>
                      <a:pt x="0" y="0"/>
                    </a:moveTo>
                    <a:lnTo>
                      <a:pt x="0" y="0"/>
                    </a:lnTo>
                    <a:cubicBezTo>
                      <a:pt x="3" y="10"/>
                      <a:pt x="1848" y="6008"/>
                      <a:pt x="2222" y="7180"/>
                    </a:cubicBezTo>
                    <a:lnTo>
                      <a:pt x="0" y="0"/>
                    </a:lnTo>
                    <a:close/>
                  </a:path>
                </a:pathLst>
              </a:custGeom>
              <a:solidFill>
                <a:srgbClr val="EED8EB"/>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2"/>
              <p:cNvSpPr/>
              <p:nvPr/>
            </p:nvSpPr>
            <p:spPr>
              <a:xfrm>
                <a:off x="6332047" y="2708616"/>
                <a:ext cx="108777" cy="351384"/>
              </a:xfrm>
              <a:custGeom>
                <a:avLst/>
                <a:gdLst/>
                <a:ahLst/>
                <a:cxnLst/>
                <a:rect l="l" t="t" r="r" b="b"/>
                <a:pathLst>
                  <a:path w="2223" h="7181" fill="none" extrusionOk="0">
                    <a:moveTo>
                      <a:pt x="0" y="0"/>
                    </a:moveTo>
                    <a:cubicBezTo>
                      <a:pt x="0" y="0"/>
                      <a:pt x="1847" y="6007"/>
                      <a:pt x="2222" y="718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2"/>
              <p:cNvSpPr/>
              <p:nvPr/>
            </p:nvSpPr>
            <p:spPr>
              <a:xfrm>
                <a:off x="6142679" y="2168401"/>
                <a:ext cx="224404" cy="628147"/>
              </a:xfrm>
              <a:custGeom>
                <a:avLst/>
                <a:gdLst/>
                <a:ahLst/>
                <a:cxnLst/>
                <a:rect l="l" t="t" r="r" b="b"/>
                <a:pathLst>
                  <a:path w="4586" h="12837" extrusionOk="0">
                    <a:moveTo>
                      <a:pt x="4585" y="1"/>
                    </a:moveTo>
                    <a:lnTo>
                      <a:pt x="1" y="12837"/>
                    </a:lnTo>
                    <a:cubicBezTo>
                      <a:pt x="1" y="12837"/>
                      <a:pt x="2192" y="10705"/>
                      <a:pt x="3256" y="7013"/>
                    </a:cubicBezTo>
                    <a:cubicBezTo>
                      <a:pt x="4318" y="3320"/>
                      <a:pt x="4585" y="1"/>
                      <a:pt x="45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2"/>
              <p:cNvSpPr/>
              <p:nvPr/>
            </p:nvSpPr>
            <p:spPr>
              <a:xfrm>
                <a:off x="6142679" y="2168401"/>
                <a:ext cx="224404" cy="628147"/>
              </a:xfrm>
              <a:custGeom>
                <a:avLst/>
                <a:gdLst/>
                <a:ahLst/>
                <a:cxnLst/>
                <a:rect l="l" t="t" r="r" b="b"/>
                <a:pathLst>
                  <a:path w="4586" h="12837" fill="none" extrusionOk="0">
                    <a:moveTo>
                      <a:pt x="1" y="12837"/>
                    </a:moveTo>
                    <a:cubicBezTo>
                      <a:pt x="1" y="12837"/>
                      <a:pt x="2192" y="10705"/>
                      <a:pt x="3256" y="7013"/>
                    </a:cubicBezTo>
                    <a:cubicBezTo>
                      <a:pt x="4318" y="3319"/>
                      <a:pt x="4585" y="1"/>
                      <a:pt x="4585"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2"/>
              <p:cNvSpPr/>
              <p:nvPr/>
            </p:nvSpPr>
            <p:spPr>
              <a:xfrm>
                <a:off x="6084791" y="2142369"/>
                <a:ext cx="161575" cy="566296"/>
              </a:xfrm>
              <a:custGeom>
                <a:avLst/>
                <a:gdLst/>
                <a:ahLst/>
                <a:cxnLst/>
                <a:rect l="l" t="t" r="r" b="b"/>
                <a:pathLst>
                  <a:path w="3302" h="11573" extrusionOk="0">
                    <a:moveTo>
                      <a:pt x="3302" y="1"/>
                    </a:moveTo>
                    <a:lnTo>
                      <a:pt x="1" y="11572"/>
                    </a:lnTo>
                    <a:cubicBezTo>
                      <a:pt x="1008" y="9167"/>
                      <a:pt x="3301" y="3"/>
                      <a:pt x="33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2"/>
              <p:cNvSpPr/>
              <p:nvPr/>
            </p:nvSpPr>
            <p:spPr>
              <a:xfrm>
                <a:off x="6084791" y="2142369"/>
                <a:ext cx="161575" cy="566296"/>
              </a:xfrm>
              <a:custGeom>
                <a:avLst/>
                <a:gdLst/>
                <a:ahLst/>
                <a:cxnLst/>
                <a:rect l="l" t="t" r="r" b="b"/>
                <a:pathLst>
                  <a:path w="3302" h="11573" fill="none" extrusionOk="0">
                    <a:moveTo>
                      <a:pt x="3302" y="1"/>
                    </a:moveTo>
                    <a:cubicBezTo>
                      <a:pt x="3302" y="1"/>
                      <a:pt x="1008" y="9166"/>
                      <a:pt x="1" y="11572"/>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2"/>
              <p:cNvSpPr/>
              <p:nvPr/>
            </p:nvSpPr>
            <p:spPr>
              <a:xfrm>
                <a:off x="6254881" y="2168401"/>
                <a:ext cx="19720" cy="157024"/>
              </a:xfrm>
              <a:custGeom>
                <a:avLst/>
                <a:gdLst/>
                <a:ahLst/>
                <a:cxnLst/>
                <a:rect l="l" t="t" r="r" b="b"/>
                <a:pathLst>
                  <a:path w="403" h="3209" extrusionOk="0">
                    <a:moveTo>
                      <a:pt x="402" y="1"/>
                    </a:moveTo>
                    <a:lnTo>
                      <a:pt x="1" y="3208"/>
                    </a:lnTo>
                  </a:path>
                </a:pathLst>
              </a:custGeom>
              <a:solidFill>
                <a:srgbClr val="EED8EB"/>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2"/>
              <p:cNvSpPr/>
              <p:nvPr/>
            </p:nvSpPr>
            <p:spPr>
              <a:xfrm>
                <a:off x="6254881" y="2168401"/>
                <a:ext cx="19720" cy="157024"/>
              </a:xfrm>
              <a:custGeom>
                <a:avLst/>
                <a:gdLst/>
                <a:ahLst/>
                <a:cxnLst/>
                <a:rect l="l" t="t" r="r" b="b"/>
                <a:pathLst>
                  <a:path w="403" h="3209" fill="none" extrusionOk="0">
                    <a:moveTo>
                      <a:pt x="402" y="1"/>
                    </a:moveTo>
                    <a:lnTo>
                      <a:pt x="1" y="320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2"/>
              <p:cNvSpPr/>
              <p:nvPr/>
            </p:nvSpPr>
            <p:spPr>
              <a:xfrm>
                <a:off x="7581049" y="2347690"/>
                <a:ext cx="825198" cy="947871"/>
              </a:xfrm>
              <a:custGeom>
                <a:avLst/>
                <a:gdLst/>
                <a:ahLst/>
                <a:cxnLst/>
                <a:rect l="l" t="t" r="r" b="b"/>
                <a:pathLst>
                  <a:path w="16864" h="19371" extrusionOk="0">
                    <a:moveTo>
                      <a:pt x="11496" y="0"/>
                    </a:moveTo>
                    <a:cubicBezTo>
                      <a:pt x="10809" y="0"/>
                      <a:pt x="9817" y="154"/>
                      <a:pt x="9027" y="894"/>
                    </a:cubicBezTo>
                    <a:cubicBezTo>
                      <a:pt x="7677" y="2160"/>
                      <a:pt x="4325" y="6082"/>
                      <a:pt x="4325" y="6082"/>
                    </a:cubicBezTo>
                    <a:cubicBezTo>
                      <a:pt x="4325" y="6082"/>
                      <a:pt x="4091" y="5951"/>
                      <a:pt x="3846" y="5951"/>
                    </a:cubicBezTo>
                    <a:cubicBezTo>
                      <a:pt x="3724" y="5951"/>
                      <a:pt x="3600" y="5984"/>
                      <a:pt x="3502" y="6082"/>
                    </a:cubicBezTo>
                    <a:cubicBezTo>
                      <a:pt x="3206" y="6378"/>
                      <a:pt x="1224" y="8613"/>
                      <a:pt x="760" y="8908"/>
                    </a:cubicBezTo>
                    <a:cubicBezTo>
                      <a:pt x="296" y="9204"/>
                      <a:pt x="1" y="9457"/>
                      <a:pt x="1" y="9583"/>
                    </a:cubicBezTo>
                    <a:cubicBezTo>
                      <a:pt x="1" y="9709"/>
                      <a:pt x="4636" y="18231"/>
                      <a:pt x="4636" y="18231"/>
                    </a:cubicBezTo>
                    <a:lnTo>
                      <a:pt x="4017" y="18651"/>
                    </a:lnTo>
                    <a:cubicBezTo>
                      <a:pt x="4017" y="18651"/>
                      <a:pt x="6004" y="19371"/>
                      <a:pt x="6152" y="19371"/>
                    </a:cubicBezTo>
                    <a:cubicBezTo>
                      <a:pt x="6156" y="19371"/>
                      <a:pt x="6158" y="19370"/>
                      <a:pt x="6160" y="19369"/>
                    </a:cubicBezTo>
                    <a:cubicBezTo>
                      <a:pt x="6201" y="19326"/>
                      <a:pt x="10714" y="16922"/>
                      <a:pt x="10714" y="16922"/>
                    </a:cubicBezTo>
                    <a:lnTo>
                      <a:pt x="10378" y="15615"/>
                    </a:lnTo>
                    <a:cubicBezTo>
                      <a:pt x="10378" y="15615"/>
                      <a:pt x="11305" y="14602"/>
                      <a:pt x="13414" y="12663"/>
                    </a:cubicBezTo>
                    <a:cubicBezTo>
                      <a:pt x="15523" y="10722"/>
                      <a:pt x="16864" y="9005"/>
                      <a:pt x="16864" y="9005"/>
                    </a:cubicBezTo>
                    <a:lnTo>
                      <a:pt x="12317" y="77"/>
                    </a:lnTo>
                    <a:cubicBezTo>
                      <a:pt x="12317" y="77"/>
                      <a:pt x="11983" y="0"/>
                      <a:pt x="114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2"/>
              <p:cNvSpPr/>
              <p:nvPr/>
            </p:nvSpPr>
            <p:spPr>
              <a:xfrm>
                <a:off x="7581049" y="2329536"/>
                <a:ext cx="825198" cy="968032"/>
              </a:xfrm>
              <a:custGeom>
                <a:avLst/>
                <a:gdLst/>
                <a:ahLst/>
                <a:cxnLst/>
                <a:rect l="l" t="t" r="r" b="b"/>
                <a:pathLst>
                  <a:path w="16864" h="19783" fill="none" extrusionOk="0">
                    <a:moveTo>
                      <a:pt x="12317" y="448"/>
                    </a:moveTo>
                    <a:cubicBezTo>
                      <a:pt x="12317" y="448"/>
                      <a:pt x="10376" y="0"/>
                      <a:pt x="9027" y="1265"/>
                    </a:cubicBezTo>
                    <a:cubicBezTo>
                      <a:pt x="7677" y="2531"/>
                      <a:pt x="4325" y="6453"/>
                      <a:pt x="4325" y="6453"/>
                    </a:cubicBezTo>
                    <a:cubicBezTo>
                      <a:pt x="4325" y="6453"/>
                      <a:pt x="3797" y="6158"/>
                      <a:pt x="3502" y="6453"/>
                    </a:cubicBezTo>
                    <a:cubicBezTo>
                      <a:pt x="3206" y="6749"/>
                      <a:pt x="1224" y="8984"/>
                      <a:pt x="760" y="9279"/>
                    </a:cubicBezTo>
                    <a:cubicBezTo>
                      <a:pt x="296" y="9575"/>
                      <a:pt x="1" y="9828"/>
                      <a:pt x="1" y="9954"/>
                    </a:cubicBezTo>
                    <a:cubicBezTo>
                      <a:pt x="1" y="10080"/>
                      <a:pt x="4636" y="18602"/>
                      <a:pt x="4636" y="18602"/>
                    </a:cubicBezTo>
                    <a:lnTo>
                      <a:pt x="4017" y="19022"/>
                    </a:lnTo>
                    <a:cubicBezTo>
                      <a:pt x="4017" y="19022"/>
                      <a:pt x="6117" y="19782"/>
                      <a:pt x="6160" y="19740"/>
                    </a:cubicBezTo>
                    <a:cubicBezTo>
                      <a:pt x="6201" y="19697"/>
                      <a:pt x="10714" y="17293"/>
                      <a:pt x="10714" y="17293"/>
                    </a:cubicBezTo>
                    <a:lnTo>
                      <a:pt x="10378" y="15986"/>
                    </a:lnTo>
                    <a:cubicBezTo>
                      <a:pt x="10378" y="15986"/>
                      <a:pt x="11305" y="14973"/>
                      <a:pt x="13414" y="13034"/>
                    </a:cubicBezTo>
                    <a:cubicBezTo>
                      <a:pt x="15523" y="11093"/>
                      <a:pt x="16864" y="9376"/>
                      <a:pt x="16864" y="937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2"/>
              <p:cNvSpPr/>
              <p:nvPr/>
            </p:nvSpPr>
            <p:spPr>
              <a:xfrm>
                <a:off x="7792682" y="2645297"/>
                <a:ext cx="296139" cy="466522"/>
              </a:xfrm>
              <a:custGeom>
                <a:avLst/>
                <a:gdLst/>
                <a:ahLst/>
                <a:cxnLst/>
                <a:rect l="l" t="t" r="r" b="b"/>
                <a:pathLst>
                  <a:path w="6052" h="9534" extrusionOk="0">
                    <a:moveTo>
                      <a:pt x="0" y="0"/>
                    </a:moveTo>
                    <a:lnTo>
                      <a:pt x="6051" y="9533"/>
                    </a:lnTo>
                    <a:cubicBezTo>
                      <a:pt x="6051" y="9533"/>
                      <a:pt x="5588" y="8732"/>
                      <a:pt x="4491" y="6200"/>
                    </a:cubicBezTo>
                    <a:cubicBezTo>
                      <a:pt x="3395" y="3670"/>
                      <a:pt x="1" y="1"/>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2"/>
              <p:cNvSpPr/>
              <p:nvPr/>
            </p:nvSpPr>
            <p:spPr>
              <a:xfrm>
                <a:off x="7792682" y="2645297"/>
                <a:ext cx="296139" cy="466522"/>
              </a:xfrm>
              <a:custGeom>
                <a:avLst/>
                <a:gdLst/>
                <a:ahLst/>
                <a:cxnLst/>
                <a:rect l="l" t="t" r="r" b="b"/>
                <a:pathLst>
                  <a:path w="6052" h="9534" fill="none" extrusionOk="0">
                    <a:moveTo>
                      <a:pt x="0" y="0"/>
                    </a:moveTo>
                    <a:cubicBezTo>
                      <a:pt x="0" y="0"/>
                      <a:pt x="3395" y="3670"/>
                      <a:pt x="4491" y="6200"/>
                    </a:cubicBezTo>
                    <a:cubicBezTo>
                      <a:pt x="5588" y="8732"/>
                      <a:pt x="6051" y="9533"/>
                      <a:pt x="6051" y="953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2"/>
              <p:cNvSpPr/>
              <p:nvPr/>
            </p:nvSpPr>
            <p:spPr>
              <a:xfrm>
                <a:off x="7752362" y="2767090"/>
                <a:ext cx="256015" cy="367385"/>
              </a:xfrm>
              <a:custGeom>
                <a:avLst/>
                <a:gdLst/>
                <a:ahLst/>
                <a:cxnLst/>
                <a:rect l="l" t="t" r="r" b="b"/>
                <a:pathLst>
                  <a:path w="5232" h="7508" extrusionOk="0">
                    <a:moveTo>
                      <a:pt x="1" y="0"/>
                    </a:moveTo>
                    <a:lnTo>
                      <a:pt x="1350" y="3754"/>
                    </a:lnTo>
                    <a:lnTo>
                      <a:pt x="5231" y="7508"/>
                    </a:lnTo>
                    <a:lnTo>
                      <a:pt x="4261" y="5568"/>
                    </a:lnTo>
                    <a:cubicBezTo>
                      <a:pt x="3291" y="3628"/>
                      <a:pt x="1" y="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2"/>
              <p:cNvSpPr/>
              <p:nvPr/>
            </p:nvSpPr>
            <p:spPr>
              <a:xfrm>
                <a:off x="7752362" y="2767090"/>
                <a:ext cx="256015" cy="367385"/>
              </a:xfrm>
              <a:custGeom>
                <a:avLst/>
                <a:gdLst/>
                <a:ahLst/>
                <a:cxnLst/>
                <a:rect l="l" t="t" r="r" b="b"/>
                <a:pathLst>
                  <a:path w="5232" h="7508" fill="none" extrusionOk="0">
                    <a:moveTo>
                      <a:pt x="1" y="0"/>
                    </a:moveTo>
                    <a:cubicBezTo>
                      <a:pt x="1" y="0"/>
                      <a:pt x="3291" y="3627"/>
                      <a:pt x="4261" y="5568"/>
                    </a:cubicBezTo>
                    <a:lnTo>
                      <a:pt x="5231" y="7508"/>
                    </a:lnTo>
                    <a:lnTo>
                      <a:pt x="1350" y="375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2"/>
              <p:cNvSpPr/>
              <p:nvPr/>
            </p:nvSpPr>
            <p:spPr>
              <a:xfrm>
                <a:off x="7780939" y="3239729"/>
                <a:ext cx="101535" cy="55734"/>
              </a:xfrm>
              <a:custGeom>
                <a:avLst/>
                <a:gdLst/>
                <a:ahLst/>
                <a:cxnLst/>
                <a:rect l="l" t="t" r="r" b="b"/>
                <a:pathLst>
                  <a:path w="2075" h="1139" extrusionOk="0">
                    <a:moveTo>
                      <a:pt x="550" y="1"/>
                    </a:moveTo>
                    <a:lnTo>
                      <a:pt x="0" y="374"/>
                    </a:lnTo>
                    <a:lnTo>
                      <a:pt x="2075" y="1139"/>
                    </a:lnTo>
                    <a:lnTo>
                      <a:pt x="550" y="1"/>
                    </a:lnTo>
                    <a:close/>
                  </a:path>
                </a:pathLst>
              </a:custGeom>
              <a:solidFill>
                <a:schemeClr val="accent3"/>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2"/>
              <p:cNvSpPr/>
              <p:nvPr/>
            </p:nvSpPr>
            <p:spPr>
              <a:xfrm>
                <a:off x="6830865" y="3580544"/>
                <a:ext cx="1257957" cy="534147"/>
              </a:xfrm>
              <a:custGeom>
                <a:avLst/>
                <a:gdLst/>
                <a:ahLst/>
                <a:cxnLst/>
                <a:rect l="l" t="t" r="r" b="b"/>
                <a:pathLst>
                  <a:path w="25708" h="10916" extrusionOk="0">
                    <a:moveTo>
                      <a:pt x="1" y="0"/>
                    </a:moveTo>
                    <a:cubicBezTo>
                      <a:pt x="1" y="1"/>
                      <a:pt x="5143" y="10049"/>
                      <a:pt x="13768" y="10761"/>
                    </a:cubicBezTo>
                    <a:cubicBezTo>
                      <a:pt x="15083" y="10870"/>
                      <a:pt x="16275" y="10916"/>
                      <a:pt x="17350" y="10916"/>
                    </a:cubicBezTo>
                    <a:cubicBezTo>
                      <a:pt x="23326" y="10916"/>
                      <a:pt x="25707" y="9495"/>
                      <a:pt x="25707" y="9495"/>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2"/>
              <p:cNvSpPr/>
              <p:nvPr/>
            </p:nvSpPr>
            <p:spPr>
              <a:xfrm>
                <a:off x="6830865" y="3580544"/>
                <a:ext cx="1257957" cy="561403"/>
              </a:xfrm>
              <a:custGeom>
                <a:avLst/>
                <a:gdLst/>
                <a:ahLst/>
                <a:cxnLst/>
                <a:rect l="l" t="t" r="r" b="b"/>
                <a:pathLst>
                  <a:path w="25708" h="11473" fill="none" extrusionOk="0">
                    <a:moveTo>
                      <a:pt x="1" y="0"/>
                    </a:moveTo>
                    <a:cubicBezTo>
                      <a:pt x="1" y="0"/>
                      <a:pt x="5143" y="10049"/>
                      <a:pt x="13768" y="10761"/>
                    </a:cubicBezTo>
                    <a:cubicBezTo>
                      <a:pt x="22392" y="11473"/>
                      <a:pt x="25707" y="9495"/>
                      <a:pt x="25707" y="949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2"/>
              <p:cNvSpPr/>
              <p:nvPr/>
            </p:nvSpPr>
            <p:spPr>
              <a:xfrm>
                <a:off x="7225653" y="4138081"/>
                <a:ext cx="743529" cy="85387"/>
              </a:xfrm>
              <a:custGeom>
                <a:avLst/>
                <a:gdLst/>
                <a:ahLst/>
                <a:cxnLst/>
                <a:rect l="l" t="t" r="r" b="b"/>
                <a:pathLst>
                  <a:path w="15195" h="1745" extrusionOk="0">
                    <a:moveTo>
                      <a:pt x="15194" y="1"/>
                    </a:moveTo>
                    <a:lnTo>
                      <a:pt x="0" y="1346"/>
                    </a:lnTo>
                    <a:cubicBezTo>
                      <a:pt x="0" y="1346"/>
                      <a:pt x="2323" y="1745"/>
                      <a:pt x="5450" y="1745"/>
                    </a:cubicBezTo>
                    <a:cubicBezTo>
                      <a:pt x="8406" y="1745"/>
                      <a:pt x="12081" y="1388"/>
                      <a:pt x="151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2"/>
              <p:cNvSpPr/>
              <p:nvPr/>
            </p:nvSpPr>
            <p:spPr>
              <a:xfrm>
                <a:off x="7225653" y="4138081"/>
                <a:ext cx="743529" cy="139800"/>
              </a:xfrm>
              <a:custGeom>
                <a:avLst/>
                <a:gdLst/>
                <a:ahLst/>
                <a:cxnLst/>
                <a:rect l="l" t="t" r="r" b="b"/>
                <a:pathLst>
                  <a:path w="15195" h="2857" fill="none" extrusionOk="0">
                    <a:moveTo>
                      <a:pt x="0" y="1346"/>
                    </a:moveTo>
                    <a:cubicBezTo>
                      <a:pt x="0" y="1346"/>
                      <a:pt x="8788" y="2856"/>
                      <a:pt x="15194" y="1"/>
                    </a:cubicBezTo>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2"/>
              <p:cNvSpPr/>
              <p:nvPr/>
            </p:nvSpPr>
            <p:spPr>
              <a:xfrm>
                <a:off x="6409948" y="1593444"/>
                <a:ext cx="1397904" cy="1877149"/>
              </a:xfrm>
              <a:custGeom>
                <a:avLst/>
                <a:gdLst/>
                <a:ahLst/>
                <a:cxnLst/>
                <a:rect l="l" t="t" r="r" b="b"/>
                <a:pathLst>
                  <a:path w="28568" h="38362" extrusionOk="0">
                    <a:moveTo>
                      <a:pt x="3659" y="1"/>
                    </a:moveTo>
                    <a:cubicBezTo>
                      <a:pt x="3385" y="1"/>
                      <a:pt x="3214" y="330"/>
                      <a:pt x="3263" y="692"/>
                    </a:cubicBezTo>
                    <a:cubicBezTo>
                      <a:pt x="3336" y="1232"/>
                      <a:pt x="4000" y="3040"/>
                      <a:pt x="4000" y="3040"/>
                    </a:cubicBezTo>
                    <a:cubicBezTo>
                      <a:pt x="4000" y="3040"/>
                      <a:pt x="3509" y="3148"/>
                      <a:pt x="3435" y="3515"/>
                    </a:cubicBezTo>
                    <a:cubicBezTo>
                      <a:pt x="3435" y="3515"/>
                      <a:pt x="2835" y="3094"/>
                      <a:pt x="2387" y="3094"/>
                    </a:cubicBezTo>
                    <a:cubicBezTo>
                      <a:pt x="2283" y="3094"/>
                      <a:pt x="2188" y="3116"/>
                      <a:pt x="2110" y="3172"/>
                    </a:cubicBezTo>
                    <a:cubicBezTo>
                      <a:pt x="1691" y="3467"/>
                      <a:pt x="1668" y="3786"/>
                      <a:pt x="1668" y="3786"/>
                    </a:cubicBezTo>
                    <a:cubicBezTo>
                      <a:pt x="1668" y="3786"/>
                      <a:pt x="1613" y="3778"/>
                      <a:pt x="1531" y="3778"/>
                    </a:cubicBezTo>
                    <a:cubicBezTo>
                      <a:pt x="1329" y="3778"/>
                      <a:pt x="962" y="3828"/>
                      <a:pt x="857" y="4179"/>
                    </a:cubicBezTo>
                    <a:cubicBezTo>
                      <a:pt x="709" y="4669"/>
                      <a:pt x="1668" y="6781"/>
                      <a:pt x="1668" y="6781"/>
                    </a:cubicBezTo>
                    <a:cubicBezTo>
                      <a:pt x="1668" y="6781"/>
                      <a:pt x="0" y="9698"/>
                      <a:pt x="488" y="11029"/>
                    </a:cubicBezTo>
                    <a:cubicBezTo>
                      <a:pt x="976" y="12359"/>
                      <a:pt x="2551" y="14048"/>
                      <a:pt x="2551" y="14048"/>
                    </a:cubicBezTo>
                    <a:cubicBezTo>
                      <a:pt x="2551" y="14048"/>
                      <a:pt x="9830" y="30864"/>
                      <a:pt x="9869" y="31029"/>
                    </a:cubicBezTo>
                    <a:cubicBezTo>
                      <a:pt x="9908" y="31195"/>
                      <a:pt x="13430" y="38196"/>
                      <a:pt x="17503" y="38354"/>
                    </a:cubicBezTo>
                    <a:cubicBezTo>
                      <a:pt x="17629" y="38359"/>
                      <a:pt x="17754" y="38362"/>
                      <a:pt x="17878" y="38362"/>
                    </a:cubicBezTo>
                    <a:cubicBezTo>
                      <a:pt x="21771" y="38362"/>
                      <a:pt x="24763" y="36013"/>
                      <a:pt x="26365" y="35031"/>
                    </a:cubicBezTo>
                    <a:cubicBezTo>
                      <a:pt x="28018" y="34018"/>
                      <a:pt x="28568" y="33645"/>
                      <a:pt x="28568" y="33645"/>
                    </a:cubicBezTo>
                    <a:lnTo>
                      <a:pt x="24158" y="25453"/>
                    </a:lnTo>
                    <a:lnTo>
                      <a:pt x="18929" y="28623"/>
                    </a:lnTo>
                    <a:cubicBezTo>
                      <a:pt x="18929" y="28623"/>
                      <a:pt x="8404" y="13652"/>
                      <a:pt x="7573" y="12177"/>
                    </a:cubicBezTo>
                    <a:cubicBezTo>
                      <a:pt x="6755" y="10723"/>
                      <a:pt x="6559" y="9945"/>
                      <a:pt x="6554" y="9922"/>
                    </a:cubicBezTo>
                    <a:lnTo>
                      <a:pt x="6554" y="9922"/>
                    </a:lnTo>
                    <a:cubicBezTo>
                      <a:pt x="6563" y="9873"/>
                      <a:pt x="7067" y="7213"/>
                      <a:pt x="6897" y="6094"/>
                    </a:cubicBezTo>
                    <a:cubicBezTo>
                      <a:pt x="6725" y="4964"/>
                      <a:pt x="4638" y="865"/>
                      <a:pt x="4122" y="275"/>
                    </a:cubicBezTo>
                    <a:cubicBezTo>
                      <a:pt x="3953" y="80"/>
                      <a:pt x="3793" y="1"/>
                      <a:pt x="3659" y="1"/>
                    </a:cubicBezTo>
                    <a:close/>
                  </a:path>
                </a:pathLst>
              </a:custGeom>
              <a:solidFill>
                <a:schemeClr val="dk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2"/>
              <p:cNvSpPr/>
              <p:nvPr/>
            </p:nvSpPr>
            <p:spPr>
              <a:xfrm>
                <a:off x="7336142" y="2993990"/>
                <a:ext cx="137794" cy="199840"/>
              </a:xfrm>
              <a:custGeom>
                <a:avLst/>
                <a:gdLst/>
                <a:ahLst/>
                <a:cxnLst/>
                <a:rect l="l" t="t" r="r" b="b"/>
                <a:pathLst>
                  <a:path w="2816" h="4084" extrusionOk="0">
                    <a:moveTo>
                      <a:pt x="1" y="1"/>
                    </a:moveTo>
                    <a:lnTo>
                      <a:pt x="2816" y="4083"/>
                    </a:lnTo>
                  </a:path>
                </a:pathLst>
              </a:custGeom>
              <a:solidFill>
                <a:srgbClr val="F7B7A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2"/>
              <p:cNvSpPr/>
              <p:nvPr/>
            </p:nvSpPr>
            <p:spPr>
              <a:xfrm>
                <a:off x="7336142" y="2993990"/>
                <a:ext cx="137794" cy="199840"/>
              </a:xfrm>
              <a:custGeom>
                <a:avLst/>
                <a:gdLst/>
                <a:ahLst/>
                <a:cxnLst/>
                <a:rect l="l" t="t" r="r" b="b"/>
                <a:pathLst>
                  <a:path w="2816" h="4084" fill="none" extrusionOk="0">
                    <a:moveTo>
                      <a:pt x="1" y="1"/>
                    </a:moveTo>
                    <a:lnTo>
                      <a:pt x="2816" y="4083"/>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2"/>
              <p:cNvSpPr/>
              <p:nvPr/>
            </p:nvSpPr>
            <p:spPr>
              <a:xfrm>
                <a:off x="6491518" y="1778703"/>
                <a:ext cx="43012" cy="51624"/>
              </a:xfrm>
              <a:custGeom>
                <a:avLst/>
                <a:gdLst/>
                <a:ahLst/>
                <a:cxnLst/>
                <a:rect l="l" t="t" r="r" b="b"/>
                <a:pathLst>
                  <a:path w="879" h="1055" extrusionOk="0">
                    <a:moveTo>
                      <a:pt x="1" y="0"/>
                    </a:moveTo>
                    <a:lnTo>
                      <a:pt x="879" y="1054"/>
                    </a:lnTo>
                    <a:cubicBezTo>
                      <a:pt x="585" y="367"/>
                      <a:pt x="1" y="0"/>
                      <a:pt x="1" y="0"/>
                    </a:cubicBezTo>
                    <a:close/>
                  </a:path>
                </a:pathLst>
              </a:custGeom>
              <a:solidFill>
                <a:srgbClr val="F7B7A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2"/>
              <p:cNvSpPr/>
              <p:nvPr/>
            </p:nvSpPr>
            <p:spPr>
              <a:xfrm>
                <a:off x="6491518" y="1778703"/>
                <a:ext cx="43012" cy="51624"/>
              </a:xfrm>
              <a:custGeom>
                <a:avLst/>
                <a:gdLst/>
                <a:ahLst/>
                <a:cxnLst/>
                <a:rect l="l" t="t" r="r" b="b"/>
                <a:pathLst>
                  <a:path w="879" h="1055" fill="none" extrusionOk="0">
                    <a:moveTo>
                      <a:pt x="1" y="0"/>
                    </a:moveTo>
                    <a:cubicBezTo>
                      <a:pt x="1" y="0"/>
                      <a:pt x="585" y="367"/>
                      <a:pt x="879" y="105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2"/>
              <p:cNvSpPr/>
              <p:nvPr/>
            </p:nvSpPr>
            <p:spPr>
              <a:xfrm>
                <a:off x="6574997" y="1763436"/>
                <a:ext cx="41201" cy="64102"/>
              </a:xfrm>
              <a:custGeom>
                <a:avLst/>
                <a:gdLst/>
                <a:ahLst/>
                <a:cxnLst/>
                <a:rect l="l" t="t" r="r" b="b"/>
                <a:pathLst>
                  <a:path w="842" h="1310" extrusionOk="0">
                    <a:moveTo>
                      <a:pt x="0" y="0"/>
                    </a:moveTo>
                    <a:lnTo>
                      <a:pt x="842" y="1310"/>
                    </a:lnTo>
                    <a:cubicBezTo>
                      <a:pt x="746" y="934"/>
                      <a:pt x="0" y="1"/>
                      <a:pt x="0" y="0"/>
                    </a:cubicBezTo>
                    <a:close/>
                  </a:path>
                </a:pathLst>
              </a:custGeom>
              <a:solidFill>
                <a:srgbClr val="F7B7A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2"/>
              <p:cNvSpPr/>
              <p:nvPr/>
            </p:nvSpPr>
            <p:spPr>
              <a:xfrm>
                <a:off x="6574997" y="1763436"/>
                <a:ext cx="41201" cy="64102"/>
              </a:xfrm>
              <a:custGeom>
                <a:avLst/>
                <a:gdLst/>
                <a:ahLst/>
                <a:cxnLst/>
                <a:rect l="l" t="t" r="r" b="b"/>
                <a:pathLst>
                  <a:path w="842" h="1310" fill="none" extrusionOk="0">
                    <a:moveTo>
                      <a:pt x="0" y="0"/>
                    </a:moveTo>
                    <a:cubicBezTo>
                      <a:pt x="0" y="0"/>
                      <a:pt x="746" y="934"/>
                      <a:pt x="842" y="131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2"/>
              <p:cNvSpPr/>
              <p:nvPr/>
            </p:nvSpPr>
            <p:spPr>
              <a:xfrm>
                <a:off x="6605629" y="1742150"/>
                <a:ext cx="44920" cy="58621"/>
              </a:xfrm>
              <a:custGeom>
                <a:avLst/>
                <a:gdLst/>
                <a:ahLst/>
                <a:cxnLst/>
                <a:rect l="l" t="t" r="r" b="b"/>
                <a:pathLst>
                  <a:path w="918" h="1198" extrusionOk="0">
                    <a:moveTo>
                      <a:pt x="1" y="0"/>
                    </a:moveTo>
                    <a:lnTo>
                      <a:pt x="918" y="1197"/>
                    </a:lnTo>
                  </a:path>
                </a:pathLst>
              </a:custGeom>
              <a:solidFill>
                <a:srgbClr val="F7B7A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2"/>
              <p:cNvSpPr/>
              <p:nvPr/>
            </p:nvSpPr>
            <p:spPr>
              <a:xfrm>
                <a:off x="6605629" y="1742150"/>
                <a:ext cx="44920" cy="58621"/>
              </a:xfrm>
              <a:custGeom>
                <a:avLst/>
                <a:gdLst/>
                <a:ahLst/>
                <a:cxnLst/>
                <a:rect l="l" t="t" r="r" b="b"/>
                <a:pathLst>
                  <a:path w="918" h="1198" fill="none" extrusionOk="0">
                    <a:moveTo>
                      <a:pt x="1" y="0"/>
                    </a:moveTo>
                    <a:lnTo>
                      <a:pt x="918" y="1197"/>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2"/>
              <p:cNvSpPr/>
              <p:nvPr/>
            </p:nvSpPr>
            <p:spPr>
              <a:xfrm>
                <a:off x="6073488" y="778767"/>
                <a:ext cx="42082" cy="42082"/>
              </a:xfrm>
              <a:custGeom>
                <a:avLst/>
                <a:gdLst/>
                <a:ahLst/>
                <a:cxnLst/>
                <a:rect l="l" t="t" r="r" b="b"/>
                <a:pathLst>
                  <a:path w="860" h="860" extrusionOk="0">
                    <a:moveTo>
                      <a:pt x="430" y="1"/>
                    </a:moveTo>
                    <a:cubicBezTo>
                      <a:pt x="193" y="1"/>
                      <a:pt x="0" y="193"/>
                      <a:pt x="0" y="431"/>
                    </a:cubicBezTo>
                    <a:cubicBezTo>
                      <a:pt x="0" y="667"/>
                      <a:pt x="193" y="860"/>
                      <a:pt x="430" y="860"/>
                    </a:cubicBezTo>
                    <a:cubicBezTo>
                      <a:pt x="668" y="860"/>
                      <a:pt x="859" y="667"/>
                      <a:pt x="859" y="431"/>
                    </a:cubicBezTo>
                    <a:cubicBezTo>
                      <a:pt x="859" y="193"/>
                      <a:pt x="668" y="1"/>
                      <a:pt x="430" y="1"/>
                    </a:cubicBezTo>
                    <a:close/>
                  </a:path>
                </a:pathLst>
              </a:custGeom>
              <a:solidFill>
                <a:srgbClr val="FFFFFF"/>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2"/>
              <p:cNvSpPr/>
              <p:nvPr/>
            </p:nvSpPr>
            <p:spPr>
              <a:xfrm>
                <a:off x="6035859" y="713002"/>
                <a:ext cx="63221" cy="108385"/>
              </a:xfrm>
              <a:custGeom>
                <a:avLst/>
                <a:gdLst/>
                <a:ahLst/>
                <a:cxnLst/>
                <a:rect l="l" t="t" r="r" b="b"/>
                <a:pathLst>
                  <a:path w="1292" h="2215" extrusionOk="0">
                    <a:moveTo>
                      <a:pt x="1109" y="1"/>
                    </a:moveTo>
                    <a:lnTo>
                      <a:pt x="1" y="580"/>
                    </a:lnTo>
                    <a:cubicBezTo>
                      <a:pt x="1" y="580"/>
                      <a:pt x="177" y="514"/>
                      <a:pt x="305" y="514"/>
                    </a:cubicBezTo>
                    <a:cubicBezTo>
                      <a:pt x="369" y="514"/>
                      <a:pt x="420" y="530"/>
                      <a:pt x="431" y="580"/>
                    </a:cubicBezTo>
                    <a:cubicBezTo>
                      <a:pt x="464" y="729"/>
                      <a:pt x="415" y="1573"/>
                      <a:pt x="514" y="1871"/>
                    </a:cubicBezTo>
                    <a:cubicBezTo>
                      <a:pt x="585" y="2083"/>
                      <a:pt x="641" y="2215"/>
                      <a:pt x="778" y="2215"/>
                    </a:cubicBezTo>
                    <a:cubicBezTo>
                      <a:pt x="834" y="2215"/>
                      <a:pt x="902" y="2193"/>
                      <a:pt x="989" y="2147"/>
                    </a:cubicBezTo>
                    <a:cubicBezTo>
                      <a:pt x="1291" y="1987"/>
                      <a:pt x="1173" y="696"/>
                      <a:pt x="1199" y="514"/>
                    </a:cubicBezTo>
                    <a:cubicBezTo>
                      <a:pt x="1225" y="332"/>
                      <a:pt x="1109" y="1"/>
                      <a:pt x="11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2"/>
              <p:cNvSpPr/>
              <p:nvPr/>
            </p:nvSpPr>
            <p:spPr>
              <a:xfrm>
                <a:off x="6035859" y="713002"/>
                <a:ext cx="63221" cy="112936"/>
              </a:xfrm>
              <a:custGeom>
                <a:avLst/>
                <a:gdLst/>
                <a:ahLst/>
                <a:cxnLst/>
                <a:rect l="l" t="t" r="r" b="b"/>
                <a:pathLst>
                  <a:path w="1292" h="2308" fill="none" extrusionOk="0">
                    <a:moveTo>
                      <a:pt x="1" y="580"/>
                    </a:moveTo>
                    <a:cubicBezTo>
                      <a:pt x="1" y="580"/>
                      <a:pt x="398" y="431"/>
                      <a:pt x="431" y="580"/>
                    </a:cubicBezTo>
                    <a:cubicBezTo>
                      <a:pt x="464" y="729"/>
                      <a:pt x="415" y="1573"/>
                      <a:pt x="514" y="1871"/>
                    </a:cubicBezTo>
                    <a:cubicBezTo>
                      <a:pt x="613" y="2169"/>
                      <a:pt x="685" y="2308"/>
                      <a:pt x="989" y="2147"/>
                    </a:cubicBezTo>
                    <a:cubicBezTo>
                      <a:pt x="1291" y="1987"/>
                      <a:pt x="1173" y="696"/>
                      <a:pt x="1199" y="514"/>
                    </a:cubicBezTo>
                    <a:cubicBezTo>
                      <a:pt x="1225" y="332"/>
                      <a:pt x="1109" y="1"/>
                      <a:pt x="1109"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2"/>
              <p:cNvSpPr/>
              <p:nvPr/>
            </p:nvSpPr>
            <p:spPr>
              <a:xfrm>
                <a:off x="6089440" y="728416"/>
                <a:ext cx="42229" cy="99676"/>
              </a:xfrm>
              <a:custGeom>
                <a:avLst/>
                <a:gdLst/>
                <a:ahLst/>
                <a:cxnLst/>
                <a:rect l="l" t="t" r="r" b="b"/>
                <a:pathLst>
                  <a:path w="863" h="2037" extrusionOk="0">
                    <a:moveTo>
                      <a:pt x="94" y="0"/>
                    </a:moveTo>
                    <a:lnTo>
                      <a:pt x="108" y="315"/>
                    </a:lnTo>
                    <a:lnTo>
                      <a:pt x="29" y="1617"/>
                    </a:lnTo>
                    <a:cubicBezTo>
                      <a:pt x="1" y="1695"/>
                      <a:pt x="109" y="2036"/>
                      <a:pt x="392" y="2036"/>
                    </a:cubicBezTo>
                    <a:cubicBezTo>
                      <a:pt x="398" y="2036"/>
                      <a:pt x="405" y="2036"/>
                      <a:pt x="412" y="2036"/>
                    </a:cubicBezTo>
                    <a:cubicBezTo>
                      <a:pt x="708" y="2019"/>
                      <a:pt x="863" y="389"/>
                      <a:pt x="7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2"/>
              <p:cNvSpPr/>
              <p:nvPr/>
            </p:nvSpPr>
            <p:spPr>
              <a:xfrm>
                <a:off x="6089440" y="728416"/>
                <a:ext cx="42229" cy="100458"/>
              </a:xfrm>
              <a:custGeom>
                <a:avLst/>
                <a:gdLst/>
                <a:ahLst/>
                <a:cxnLst/>
                <a:rect l="l" t="t" r="r" b="b"/>
                <a:pathLst>
                  <a:path w="863" h="2053" fill="none" extrusionOk="0">
                    <a:moveTo>
                      <a:pt x="791" y="0"/>
                    </a:moveTo>
                    <a:cubicBezTo>
                      <a:pt x="863" y="389"/>
                      <a:pt x="708" y="2019"/>
                      <a:pt x="412" y="2036"/>
                    </a:cubicBezTo>
                    <a:cubicBezTo>
                      <a:pt x="114" y="2052"/>
                      <a:pt x="0" y="1696"/>
                      <a:pt x="29" y="1617"/>
                    </a:cubicBezTo>
                    <a:lnTo>
                      <a:pt x="108" y="315"/>
                    </a:lnTo>
                    <a:lnTo>
                      <a:pt x="94" y="0"/>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2"/>
              <p:cNvSpPr/>
              <p:nvPr/>
            </p:nvSpPr>
            <p:spPr>
              <a:xfrm>
                <a:off x="6060178" y="827308"/>
                <a:ext cx="142491" cy="131335"/>
              </a:xfrm>
              <a:custGeom>
                <a:avLst/>
                <a:gdLst/>
                <a:ahLst/>
                <a:cxnLst/>
                <a:rect l="l" t="t" r="r" b="b"/>
                <a:pathLst>
                  <a:path w="2912" h="2684" extrusionOk="0">
                    <a:moveTo>
                      <a:pt x="2515" y="1"/>
                    </a:moveTo>
                    <a:cubicBezTo>
                      <a:pt x="2320" y="1"/>
                      <a:pt x="1955" y="494"/>
                      <a:pt x="1955" y="494"/>
                    </a:cubicBezTo>
                    <a:cubicBezTo>
                      <a:pt x="1955" y="494"/>
                      <a:pt x="1357" y="527"/>
                      <a:pt x="927" y="594"/>
                    </a:cubicBezTo>
                    <a:cubicBezTo>
                      <a:pt x="497" y="660"/>
                      <a:pt x="0" y="1271"/>
                      <a:pt x="0" y="1271"/>
                    </a:cubicBezTo>
                    <a:lnTo>
                      <a:pt x="370" y="2683"/>
                    </a:lnTo>
                    <a:cubicBezTo>
                      <a:pt x="370" y="2683"/>
                      <a:pt x="869" y="2434"/>
                      <a:pt x="1257" y="2278"/>
                    </a:cubicBezTo>
                    <a:cubicBezTo>
                      <a:pt x="1645" y="2123"/>
                      <a:pt x="2746" y="841"/>
                      <a:pt x="2828" y="636"/>
                    </a:cubicBezTo>
                    <a:cubicBezTo>
                      <a:pt x="2911" y="431"/>
                      <a:pt x="2737" y="127"/>
                      <a:pt x="2565" y="15"/>
                    </a:cubicBezTo>
                    <a:cubicBezTo>
                      <a:pt x="2550" y="5"/>
                      <a:pt x="2533" y="1"/>
                      <a:pt x="25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2"/>
              <p:cNvSpPr/>
              <p:nvPr/>
            </p:nvSpPr>
            <p:spPr>
              <a:xfrm>
                <a:off x="6060178" y="822562"/>
                <a:ext cx="142491" cy="136081"/>
              </a:xfrm>
              <a:custGeom>
                <a:avLst/>
                <a:gdLst/>
                <a:ahLst/>
                <a:cxnLst/>
                <a:rect l="l" t="t" r="r" b="b"/>
                <a:pathLst>
                  <a:path w="2912" h="2781" fill="none" extrusionOk="0">
                    <a:moveTo>
                      <a:pt x="0" y="1368"/>
                    </a:moveTo>
                    <a:cubicBezTo>
                      <a:pt x="0" y="1368"/>
                      <a:pt x="497" y="757"/>
                      <a:pt x="927" y="691"/>
                    </a:cubicBezTo>
                    <a:cubicBezTo>
                      <a:pt x="1357" y="624"/>
                      <a:pt x="1955" y="591"/>
                      <a:pt x="1955" y="591"/>
                    </a:cubicBezTo>
                    <a:cubicBezTo>
                      <a:pt x="1955" y="591"/>
                      <a:pt x="2392" y="0"/>
                      <a:pt x="2565" y="112"/>
                    </a:cubicBezTo>
                    <a:cubicBezTo>
                      <a:pt x="2737" y="224"/>
                      <a:pt x="2911" y="528"/>
                      <a:pt x="2828" y="733"/>
                    </a:cubicBezTo>
                    <a:cubicBezTo>
                      <a:pt x="2746" y="938"/>
                      <a:pt x="1645" y="2220"/>
                      <a:pt x="1257" y="2375"/>
                    </a:cubicBezTo>
                    <a:cubicBezTo>
                      <a:pt x="869" y="2531"/>
                      <a:pt x="370" y="2780"/>
                      <a:pt x="370" y="2780"/>
                    </a:cubicBezTo>
                  </a:path>
                </a:pathLst>
              </a:custGeom>
              <a:solidFill>
                <a:schemeClr val="dk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2"/>
              <p:cNvSpPr/>
              <p:nvPr/>
            </p:nvSpPr>
            <p:spPr>
              <a:xfrm>
                <a:off x="6010700" y="652275"/>
                <a:ext cx="281230" cy="358207"/>
              </a:xfrm>
              <a:custGeom>
                <a:avLst/>
                <a:gdLst/>
                <a:ahLst/>
                <a:cxnLst/>
                <a:rect l="l" t="t" r="r" b="b"/>
                <a:pathLst>
                  <a:path w="5593" h="7089" extrusionOk="0">
                    <a:moveTo>
                      <a:pt x="5368" y="0"/>
                    </a:moveTo>
                    <a:cubicBezTo>
                      <a:pt x="5368" y="0"/>
                      <a:pt x="5368" y="0"/>
                      <a:pt x="5368" y="0"/>
                    </a:cubicBezTo>
                    <a:lnTo>
                      <a:pt x="5388" y="56"/>
                    </a:lnTo>
                    <a:lnTo>
                      <a:pt x="5388" y="56"/>
                    </a:lnTo>
                    <a:cubicBezTo>
                      <a:pt x="5394" y="2"/>
                      <a:pt x="5371" y="0"/>
                      <a:pt x="5368" y="0"/>
                    </a:cubicBezTo>
                    <a:close/>
                    <a:moveTo>
                      <a:pt x="5388" y="56"/>
                    </a:moveTo>
                    <a:lnTo>
                      <a:pt x="5388" y="56"/>
                    </a:lnTo>
                    <a:cubicBezTo>
                      <a:pt x="5386" y="78"/>
                      <a:pt x="5378" y="109"/>
                      <a:pt x="5363" y="153"/>
                    </a:cubicBezTo>
                    <a:cubicBezTo>
                      <a:pt x="5307" y="308"/>
                      <a:pt x="5242" y="414"/>
                      <a:pt x="5242" y="414"/>
                    </a:cubicBezTo>
                    <a:lnTo>
                      <a:pt x="1561" y="4800"/>
                    </a:lnTo>
                    <a:lnTo>
                      <a:pt x="1518" y="4958"/>
                    </a:lnTo>
                    <a:lnTo>
                      <a:pt x="1467" y="5117"/>
                    </a:lnTo>
                    <a:lnTo>
                      <a:pt x="869" y="5790"/>
                    </a:lnTo>
                    <a:lnTo>
                      <a:pt x="788" y="6010"/>
                    </a:lnTo>
                    <a:lnTo>
                      <a:pt x="1" y="7055"/>
                    </a:lnTo>
                    <a:lnTo>
                      <a:pt x="127" y="7088"/>
                    </a:lnTo>
                    <a:lnTo>
                      <a:pt x="881" y="6120"/>
                    </a:lnTo>
                    <a:lnTo>
                      <a:pt x="1090" y="5983"/>
                    </a:lnTo>
                    <a:lnTo>
                      <a:pt x="1674" y="5264"/>
                    </a:lnTo>
                    <a:lnTo>
                      <a:pt x="1879" y="5108"/>
                    </a:lnTo>
                    <a:lnTo>
                      <a:pt x="5592" y="612"/>
                    </a:lnTo>
                    <a:lnTo>
                      <a:pt x="5388" y="56"/>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2"/>
              <p:cNvSpPr/>
              <p:nvPr/>
            </p:nvSpPr>
            <p:spPr>
              <a:xfrm>
                <a:off x="6084547" y="535132"/>
                <a:ext cx="320067" cy="385735"/>
              </a:xfrm>
              <a:custGeom>
                <a:avLst/>
                <a:gdLst/>
                <a:ahLst/>
                <a:cxnLst/>
                <a:rect l="l" t="t" r="r" b="b"/>
                <a:pathLst>
                  <a:path w="6541" h="7883" fill="none" extrusionOk="0">
                    <a:moveTo>
                      <a:pt x="3868" y="2266"/>
                    </a:moveTo>
                    <a:lnTo>
                      <a:pt x="5423" y="452"/>
                    </a:lnTo>
                    <a:cubicBezTo>
                      <a:pt x="5423" y="452"/>
                      <a:pt x="5682" y="1"/>
                      <a:pt x="6111" y="348"/>
                    </a:cubicBezTo>
                    <a:cubicBezTo>
                      <a:pt x="6540" y="694"/>
                      <a:pt x="6350" y="881"/>
                      <a:pt x="6193" y="1123"/>
                    </a:cubicBezTo>
                    <a:lnTo>
                      <a:pt x="4726" y="2961"/>
                    </a:lnTo>
                    <a:lnTo>
                      <a:pt x="4160" y="3144"/>
                    </a:lnTo>
                    <a:lnTo>
                      <a:pt x="308" y="7808"/>
                    </a:lnTo>
                    <a:cubicBezTo>
                      <a:pt x="308" y="7808"/>
                      <a:pt x="53" y="7882"/>
                      <a:pt x="1" y="7538"/>
                    </a:cubicBezTo>
                    <a:lnTo>
                      <a:pt x="3851" y="2876"/>
                    </a:lnTo>
                    <a:lnTo>
                      <a:pt x="3868" y="2266"/>
                    </a:ln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2"/>
              <p:cNvSpPr/>
              <p:nvPr/>
            </p:nvSpPr>
            <p:spPr>
              <a:xfrm>
                <a:off x="6048386" y="909319"/>
                <a:ext cx="47269" cy="54707"/>
              </a:xfrm>
              <a:custGeom>
                <a:avLst/>
                <a:gdLst/>
                <a:ahLst/>
                <a:cxnLst/>
                <a:rect l="l" t="t" r="r" b="b"/>
                <a:pathLst>
                  <a:path w="966" h="1118" fill="none" extrusionOk="0">
                    <a:moveTo>
                      <a:pt x="767" y="0"/>
                    </a:moveTo>
                    <a:cubicBezTo>
                      <a:pt x="767" y="0"/>
                      <a:pt x="157" y="685"/>
                      <a:pt x="78" y="805"/>
                    </a:cubicBezTo>
                    <a:cubicBezTo>
                      <a:pt x="0" y="927"/>
                      <a:pt x="187" y="1117"/>
                      <a:pt x="320" y="962"/>
                    </a:cubicBezTo>
                    <a:lnTo>
                      <a:pt x="966" y="166"/>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2"/>
              <p:cNvSpPr/>
              <p:nvPr/>
            </p:nvSpPr>
            <p:spPr>
              <a:xfrm>
                <a:off x="6009435" y="954435"/>
                <a:ext cx="47660" cy="56370"/>
              </a:xfrm>
              <a:custGeom>
                <a:avLst/>
                <a:gdLst/>
                <a:ahLst/>
                <a:cxnLst/>
                <a:rect l="l" t="t" r="r" b="b"/>
                <a:pathLst>
                  <a:path w="974" h="1152" fill="none" extrusionOk="0">
                    <a:moveTo>
                      <a:pt x="867" y="0"/>
                    </a:moveTo>
                    <a:lnTo>
                      <a:pt x="1" y="1072"/>
                    </a:lnTo>
                    <a:lnTo>
                      <a:pt x="121" y="1151"/>
                    </a:lnTo>
                    <a:lnTo>
                      <a:pt x="973" y="93"/>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2"/>
              <p:cNvSpPr/>
              <p:nvPr/>
            </p:nvSpPr>
            <p:spPr>
              <a:xfrm>
                <a:off x="6125944" y="853977"/>
                <a:ext cx="15658" cy="12478"/>
              </a:xfrm>
              <a:custGeom>
                <a:avLst/>
                <a:gdLst/>
                <a:ahLst/>
                <a:cxnLst/>
                <a:rect l="l" t="t" r="r" b="b"/>
                <a:pathLst>
                  <a:path w="320" h="255" fill="none" extrusionOk="0">
                    <a:moveTo>
                      <a:pt x="0" y="0"/>
                    </a:moveTo>
                    <a:cubicBezTo>
                      <a:pt x="0" y="0"/>
                      <a:pt x="59" y="248"/>
                      <a:pt x="319" y="25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2"/>
              <p:cNvSpPr/>
              <p:nvPr/>
            </p:nvSpPr>
            <p:spPr>
              <a:xfrm>
                <a:off x="6169542" y="801080"/>
                <a:ext cx="16343" cy="13310"/>
              </a:xfrm>
              <a:custGeom>
                <a:avLst/>
                <a:gdLst/>
                <a:ahLst/>
                <a:cxnLst/>
                <a:rect l="l" t="t" r="r" b="b"/>
                <a:pathLst>
                  <a:path w="334" h="272" fill="none" extrusionOk="0">
                    <a:moveTo>
                      <a:pt x="0" y="1"/>
                    </a:moveTo>
                    <a:cubicBezTo>
                      <a:pt x="0" y="1"/>
                      <a:pt x="71" y="272"/>
                      <a:pt x="333" y="24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2"/>
              <p:cNvSpPr/>
              <p:nvPr/>
            </p:nvSpPr>
            <p:spPr>
              <a:xfrm>
                <a:off x="6214903" y="746129"/>
                <a:ext cx="16099" cy="12037"/>
              </a:xfrm>
              <a:custGeom>
                <a:avLst/>
                <a:gdLst/>
                <a:ahLst/>
                <a:cxnLst/>
                <a:rect l="l" t="t" r="r" b="b"/>
                <a:pathLst>
                  <a:path w="329" h="246" fill="none" extrusionOk="0">
                    <a:moveTo>
                      <a:pt x="1" y="0"/>
                    </a:moveTo>
                    <a:cubicBezTo>
                      <a:pt x="1" y="0"/>
                      <a:pt x="48" y="239"/>
                      <a:pt x="328" y="24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2"/>
              <p:cNvSpPr/>
              <p:nvPr/>
            </p:nvSpPr>
            <p:spPr>
              <a:xfrm>
                <a:off x="6277295" y="643319"/>
                <a:ext cx="42131" cy="32002"/>
              </a:xfrm>
              <a:custGeom>
                <a:avLst/>
                <a:gdLst/>
                <a:ahLst/>
                <a:cxnLst/>
                <a:rect l="l" t="t" r="r" b="b"/>
                <a:pathLst>
                  <a:path w="861" h="654" fill="none" extrusionOk="0">
                    <a:moveTo>
                      <a:pt x="1" y="1"/>
                    </a:moveTo>
                    <a:cubicBezTo>
                      <a:pt x="1" y="1"/>
                      <a:pt x="163" y="614"/>
                      <a:pt x="860" y="65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2"/>
              <p:cNvSpPr/>
              <p:nvPr/>
            </p:nvSpPr>
            <p:spPr>
              <a:xfrm>
                <a:off x="6128977" y="730960"/>
                <a:ext cx="55049" cy="77118"/>
              </a:xfrm>
              <a:custGeom>
                <a:avLst/>
                <a:gdLst/>
                <a:ahLst/>
                <a:cxnLst/>
                <a:rect l="l" t="t" r="r" b="b"/>
                <a:pathLst>
                  <a:path w="1125" h="1576" extrusionOk="0">
                    <a:moveTo>
                      <a:pt x="440" y="0"/>
                    </a:moveTo>
                    <a:lnTo>
                      <a:pt x="1" y="395"/>
                    </a:lnTo>
                    <a:cubicBezTo>
                      <a:pt x="1" y="395"/>
                      <a:pt x="276" y="738"/>
                      <a:pt x="369" y="1055"/>
                    </a:cubicBezTo>
                    <a:cubicBezTo>
                      <a:pt x="455" y="1346"/>
                      <a:pt x="591" y="1575"/>
                      <a:pt x="803" y="1575"/>
                    </a:cubicBezTo>
                    <a:cubicBezTo>
                      <a:pt x="821" y="1575"/>
                      <a:pt x="840" y="1573"/>
                      <a:pt x="860" y="1570"/>
                    </a:cubicBezTo>
                    <a:cubicBezTo>
                      <a:pt x="1106" y="1525"/>
                      <a:pt x="1125" y="1096"/>
                      <a:pt x="1075" y="985"/>
                    </a:cubicBezTo>
                    <a:cubicBezTo>
                      <a:pt x="1025" y="875"/>
                      <a:pt x="440" y="0"/>
                      <a:pt x="4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2"/>
              <p:cNvSpPr/>
              <p:nvPr/>
            </p:nvSpPr>
            <p:spPr>
              <a:xfrm>
                <a:off x="6128975" y="730950"/>
                <a:ext cx="55049" cy="79026"/>
              </a:xfrm>
              <a:custGeom>
                <a:avLst/>
                <a:gdLst/>
                <a:ahLst/>
                <a:cxnLst/>
                <a:rect l="l" t="t" r="r" b="b"/>
                <a:pathLst>
                  <a:path w="1125" h="1615" fill="none" extrusionOk="0">
                    <a:moveTo>
                      <a:pt x="1" y="395"/>
                    </a:moveTo>
                    <a:cubicBezTo>
                      <a:pt x="1" y="395"/>
                      <a:pt x="276" y="738"/>
                      <a:pt x="369" y="1055"/>
                    </a:cubicBezTo>
                    <a:cubicBezTo>
                      <a:pt x="463" y="1371"/>
                      <a:pt x="615" y="1615"/>
                      <a:pt x="860" y="1570"/>
                    </a:cubicBezTo>
                    <a:cubicBezTo>
                      <a:pt x="1106" y="1525"/>
                      <a:pt x="1125" y="1096"/>
                      <a:pt x="1075" y="985"/>
                    </a:cubicBezTo>
                    <a:cubicBezTo>
                      <a:pt x="1025" y="875"/>
                      <a:pt x="440" y="0"/>
                      <a:pt x="440"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2"/>
              <p:cNvSpPr/>
              <p:nvPr/>
            </p:nvSpPr>
            <p:spPr>
              <a:xfrm>
                <a:off x="7323958" y="1081023"/>
                <a:ext cx="395613" cy="778222"/>
              </a:xfrm>
              <a:custGeom>
                <a:avLst/>
                <a:gdLst/>
                <a:ahLst/>
                <a:cxnLst/>
                <a:rect l="l" t="t" r="r" b="b"/>
                <a:pathLst>
                  <a:path w="8371" h="15904" fill="none" extrusionOk="0">
                    <a:moveTo>
                      <a:pt x="4251" y="44"/>
                    </a:moveTo>
                    <a:cubicBezTo>
                      <a:pt x="4185" y="0"/>
                      <a:pt x="947" y="638"/>
                      <a:pt x="750" y="2731"/>
                    </a:cubicBezTo>
                    <a:cubicBezTo>
                      <a:pt x="551" y="4823"/>
                      <a:pt x="419" y="8788"/>
                      <a:pt x="441" y="9405"/>
                    </a:cubicBezTo>
                    <a:cubicBezTo>
                      <a:pt x="462" y="10022"/>
                      <a:pt x="0" y="14406"/>
                      <a:pt x="3591" y="15154"/>
                    </a:cubicBezTo>
                    <a:cubicBezTo>
                      <a:pt x="7181" y="15903"/>
                      <a:pt x="8108" y="12835"/>
                      <a:pt x="8370" y="11961"/>
                    </a:cubicBezTo>
                  </a:path>
                </a:pathLst>
              </a:custGeom>
              <a:solidFill>
                <a:schemeClr val="dk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2"/>
              <p:cNvSpPr/>
              <p:nvPr/>
            </p:nvSpPr>
            <p:spPr>
              <a:xfrm>
                <a:off x="7321022" y="1455602"/>
                <a:ext cx="432319" cy="375214"/>
              </a:xfrm>
              <a:custGeom>
                <a:avLst/>
                <a:gdLst/>
                <a:ahLst/>
                <a:cxnLst/>
                <a:rect l="l" t="t" r="r" b="b"/>
                <a:pathLst>
                  <a:path w="8835" h="7668" extrusionOk="0">
                    <a:moveTo>
                      <a:pt x="3959" y="1"/>
                    </a:moveTo>
                    <a:cubicBezTo>
                      <a:pt x="2708" y="1"/>
                      <a:pt x="501" y="1750"/>
                      <a:pt x="501" y="1750"/>
                    </a:cubicBezTo>
                    <a:lnTo>
                      <a:pt x="500" y="1750"/>
                    </a:lnTo>
                    <a:cubicBezTo>
                      <a:pt x="0" y="4580"/>
                      <a:pt x="1357" y="6753"/>
                      <a:pt x="3268" y="7423"/>
                    </a:cubicBezTo>
                    <a:cubicBezTo>
                      <a:pt x="3734" y="7587"/>
                      <a:pt x="4206" y="7667"/>
                      <a:pt x="4664" y="7667"/>
                    </a:cubicBezTo>
                    <a:cubicBezTo>
                      <a:pt x="6083" y="7667"/>
                      <a:pt x="7375" y="6896"/>
                      <a:pt x="8004" y="5437"/>
                    </a:cubicBezTo>
                    <a:cubicBezTo>
                      <a:pt x="8834" y="3505"/>
                      <a:pt x="8004" y="1650"/>
                      <a:pt x="8004" y="1650"/>
                    </a:cubicBezTo>
                    <a:cubicBezTo>
                      <a:pt x="8004" y="1650"/>
                      <a:pt x="5235" y="28"/>
                      <a:pt x="3988" y="1"/>
                    </a:cubicBezTo>
                    <a:cubicBezTo>
                      <a:pt x="3978" y="1"/>
                      <a:pt x="3969" y="1"/>
                      <a:pt x="3959"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2"/>
              <p:cNvSpPr/>
              <p:nvPr/>
            </p:nvSpPr>
            <p:spPr>
              <a:xfrm>
                <a:off x="6496500" y="1350450"/>
                <a:ext cx="96900" cy="32100"/>
              </a:xfrm>
              <a:prstGeom prst="ellipse">
                <a:avLst/>
              </a:pr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 name="Google Shape;533;p42"/>
            <p:cNvSpPr/>
            <p:nvPr/>
          </p:nvSpPr>
          <p:spPr>
            <a:xfrm rot="7810112">
              <a:off x="6257819" y="579952"/>
              <a:ext cx="163711" cy="61958"/>
            </a:xfrm>
            <a:prstGeom prst="roundRect">
              <a:avLst>
                <a:gd name="adj" fmla="val 33687"/>
              </a:avLst>
            </a:pr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42"/>
          <p:cNvGrpSpPr/>
          <p:nvPr/>
        </p:nvGrpSpPr>
        <p:grpSpPr>
          <a:xfrm>
            <a:off x="4843169" y="193089"/>
            <a:ext cx="622654" cy="732352"/>
            <a:chOff x="2302650" y="4474650"/>
            <a:chExt cx="553175" cy="650575"/>
          </a:xfrm>
        </p:grpSpPr>
        <p:sp>
          <p:nvSpPr>
            <p:cNvPr id="535" name="Google Shape;535;p42"/>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2"/>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no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7" name="Google Shape;537;p42"/>
          <p:cNvSpPr/>
          <p:nvPr/>
        </p:nvSpPr>
        <p:spPr>
          <a:xfrm>
            <a:off x="7623781" y="-138545"/>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8" name="Google Shape;538;p42"/>
          <p:cNvGrpSpPr/>
          <p:nvPr/>
        </p:nvGrpSpPr>
        <p:grpSpPr>
          <a:xfrm>
            <a:off x="5152772" y="3132661"/>
            <a:ext cx="705586" cy="881849"/>
            <a:chOff x="2050625" y="571600"/>
            <a:chExt cx="529600" cy="661900"/>
          </a:xfrm>
        </p:grpSpPr>
        <p:sp>
          <p:nvSpPr>
            <p:cNvPr id="539" name="Google Shape;539;p42"/>
            <p:cNvSpPr/>
            <p:nvPr/>
          </p:nvSpPr>
          <p:spPr>
            <a:xfrm>
              <a:off x="2050625" y="571600"/>
              <a:ext cx="529600" cy="661900"/>
            </a:xfrm>
            <a:custGeom>
              <a:avLst/>
              <a:gdLst/>
              <a:ahLst/>
              <a:cxnLst/>
              <a:rect l="l" t="t" r="r" b="b"/>
              <a:pathLst>
                <a:path w="21184" h="26476" extrusionOk="0">
                  <a:moveTo>
                    <a:pt x="19355" y="3207"/>
                  </a:moveTo>
                  <a:cubicBezTo>
                    <a:pt x="19254" y="3566"/>
                    <a:pt x="18953" y="3875"/>
                    <a:pt x="18953" y="3875"/>
                  </a:cubicBezTo>
                  <a:lnTo>
                    <a:pt x="13966" y="10120"/>
                  </a:lnTo>
                  <a:cubicBezTo>
                    <a:pt x="17094" y="10360"/>
                    <a:pt x="16463" y="12647"/>
                    <a:pt x="16463" y="12647"/>
                  </a:cubicBezTo>
                  <a:cubicBezTo>
                    <a:pt x="19365" y="12838"/>
                    <a:pt x="18767" y="15417"/>
                    <a:pt x="18767" y="15417"/>
                  </a:cubicBezTo>
                  <a:cubicBezTo>
                    <a:pt x="21183" y="16549"/>
                    <a:pt x="20277" y="18349"/>
                    <a:pt x="16940" y="22194"/>
                  </a:cubicBezTo>
                  <a:cubicBezTo>
                    <a:pt x="13604" y="26037"/>
                    <a:pt x="9764" y="26476"/>
                    <a:pt x="6874" y="24788"/>
                  </a:cubicBezTo>
                  <a:cubicBezTo>
                    <a:pt x="3378" y="22744"/>
                    <a:pt x="1625" y="20238"/>
                    <a:pt x="2298" y="16076"/>
                  </a:cubicBezTo>
                  <a:cubicBezTo>
                    <a:pt x="2853" y="12654"/>
                    <a:pt x="2342" y="12824"/>
                    <a:pt x="1171" y="9370"/>
                  </a:cubicBezTo>
                  <a:cubicBezTo>
                    <a:pt x="1" y="5916"/>
                    <a:pt x="2827" y="6269"/>
                    <a:pt x="2827" y="6269"/>
                  </a:cubicBezTo>
                  <a:cubicBezTo>
                    <a:pt x="7047" y="8005"/>
                    <a:pt x="6462" y="12362"/>
                    <a:pt x="6462" y="12362"/>
                  </a:cubicBezTo>
                  <a:lnTo>
                    <a:pt x="15195" y="1428"/>
                  </a:lnTo>
                  <a:cubicBezTo>
                    <a:pt x="15462" y="1094"/>
                    <a:pt x="15793" y="808"/>
                    <a:pt x="16183" y="631"/>
                  </a:cubicBezTo>
                  <a:cubicBezTo>
                    <a:pt x="17568" y="1"/>
                    <a:pt x="18627" y="957"/>
                    <a:pt x="18627" y="957"/>
                  </a:cubicBezTo>
                  <a:cubicBezTo>
                    <a:pt x="19271" y="1401"/>
                    <a:pt x="19356" y="2033"/>
                    <a:pt x="19413" y="2455"/>
                  </a:cubicBezTo>
                  <a:cubicBezTo>
                    <a:pt x="19413" y="2455"/>
                    <a:pt x="19484" y="2743"/>
                    <a:pt x="19355" y="3207"/>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2"/>
            <p:cNvSpPr/>
            <p:nvPr/>
          </p:nvSpPr>
          <p:spPr>
            <a:xfrm>
              <a:off x="2447725" y="611575"/>
              <a:ext cx="55900" cy="55900"/>
            </a:xfrm>
            <a:custGeom>
              <a:avLst/>
              <a:gdLst/>
              <a:ahLst/>
              <a:cxnLst/>
              <a:rect l="l" t="t" r="r" b="b"/>
              <a:pathLst>
                <a:path w="2236" h="2236" extrusionOk="0">
                  <a:moveTo>
                    <a:pt x="1118" y="2236"/>
                  </a:moveTo>
                  <a:lnTo>
                    <a:pt x="1118" y="2236"/>
                  </a:lnTo>
                  <a:cubicBezTo>
                    <a:pt x="501" y="2236"/>
                    <a:pt x="1" y="1736"/>
                    <a:pt x="1" y="1118"/>
                  </a:cubicBezTo>
                  <a:lnTo>
                    <a:pt x="1" y="1118"/>
                  </a:lnTo>
                  <a:cubicBezTo>
                    <a:pt x="1" y="501"/>
                    <a:pt x="501" y="1"/>
                    <a:pt x="1118" y="1"/>
                  </a:cubicBezTo>
                  <a:lnTo>
                    <a:pt x="1118" y="1"/>
                  </a:lnTo>
                  <a:cubicBezTo>
                    <a:pt x="1735" y="1"/>
                    <a:pt x="2236" y="501"/>
                    <a:pt x="2236" y="1118"/>
                  </a:cubicBezTo>
                  <a:lnTo>
                    <a:pt x="2236" y="1118"/>
                  </a:lnTo>
                  <a:cubicBezTo>
                    <a:pt x="2236" y="1736"/>
                    <a:pt x="1735" y="2236"/>
                    <a:pt x="1118" y="2236"/>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2"/>
            <p:cNvSpPr/>
            <p:nvPr/>
          </p:nvSpPr>
          <p:spPr>
            <a:xfrm>
              <a:off x="2324875" y="824575"/>
              <a:ext cx="137325" cy="135475"/>
            </a:xfrm>
            <a:custGeom>
              <a:avLst/>
              <a:gdLst/>
              <a:ahLst/>
              <a:cxnLst/>
              <a:rect l="l" t="t" r="r" b="b"/>
              <a:pathLst>
                <a:path w="5493" h="5419" extrusionOk="0">
                  <a:moveTo>
                    <a:pt x="2996" y="1"/>
                  </a:moveTo>
                  <a:lnTo>
                    <a:pt x="587" y="2680"/>
                  </a:lnTo>
                  <a:cubicBezTo>
                    <a:pt x="1" y="3332"/>
                    <a:pt x="31" y="4331"/>
                    <a:pt x="657" y="4947"/>
                  </a:cubicBezTo>
                  <a:cubicBezTo>
                    <a:pt x="976" y="5261"/>
                    <a:pt x="1392" y="5418"/>
                    <a:pt x="1809" y="5418"/>
                  </a:cubicBezTo>
                  <a:cubicBezTo>
                    <a:pt x="2217" y="5418"/>
                    <a:pt x="2624" y="5267"/>
                    <a:pt x="2941" y="4965"/>
                  </a:cubicBezTo>
                  <a:lnTo>
                    <a:pt x="5493" y="2528"/>
                  </a:lnTo>
                  <a:lnTo>
                    <a:pt x="29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2"/>
            <p:cNvSpPr/>
            <p:nvPr/>
          </p:nvSpPr>
          <p:spPr>
            <a:xfrm>
              <a:off x="2324875" y="824575"/>
              <a:ext cx="137325" cy="139425"/>
            </a:xfrm>
            <a:custGeom>
              <a:avLst/>
              <a:gdLst/>
              <a:ahLst/>
              <a:cxnLst/>
              <a:rect l="l" t="t" r="r" b="b"/>
              <a:pathLst>
                <a:path w="5493" h="5577" fill="none" extrusionOk="0">
                  <a:moveTo>
                    <a:pt x="2996" y="1"/>
                  </a:moveTo>
                  <a:lnTo>
                    <a:pt x="587" y="2680"/>
                  </a:lnTo>
                  <a:cubicBezTo>
                    <a:pt x="1" y="3332"/>
                    <a:pt x="31" y="4331"/>
                    <a:pt x="657" y="4947"/>
                  </a:cubicBezTo>
                  <a:lnTo>
                    <a:pt x="657" y="4947"/>
                  </a:lnTo>
                  <a:cubicBezTo>
                    <a:pt x="1289" y="5569"/>
                    <a:pt x="2301" y="5577"/>
                    <a:pt x="2941" y="4965"/>
                  </a:cubicBezTo>
                  <a:lnTo>
                    <a:pt x="5493" y="252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42"/>
            <p:cNvSpPr/>
            <p:nvPr/>
          </p:nvSpPr>
          <p:spPr>
            <a:xfrm>
              <a:off x="2384775" y="887750"/>
              <a:ext cx="146425" cy="197000"/>
            </a:xfrm>
            <a:custGeom>
              <a:avLst/>
              <a:gdLst/>
              <a:ahLst/>
              <a:cxnLst/>
              <a:rect l="l" t="t" r="r" b="b"/>
              <a:pathLst>
                <a:path w="5857" h="7880" extrusionOk="0">
                  <a:moveTo>
                    <a:pt x="5401" y="2770"/>
                  </a:moveTo>
                  <a:lnTo>
                    <a:pt x="4575" y="3568"/>
                  </a:lnTo>
                  <a:lnTo>
                    <a:pt x="4617" y="3670"/>
                  </a:lnTo>
                  <a:lnTo>
                    <a:pt x="5401" y="2770"/>
                  </a:lnTo>
                  <a:close/>
                  <a:moveTo>
                    <a:pt x="3098" y="1"/>
                  </a:moveTo>
                  <a:lnTo>
                    <a:pt x="587" y="2862"/>
                  </a:lnTo>
                  <a:cubicBezTo>
                    <a:pt x="0" y="3514"/>
                    <a:pt x="31" y="4513"/>
                    <a:pt x="656" y="5129"/>
                  </a:cubicBezTo>
                  <a:cubicBezTo>
                    <a:pt x="976" y="5443"/>
                    <a:pt x="1392" y="5600"/>
                    <a:pt x="1808" y="5600"/>
                  </a:cubicBezTo>
                  <a:cubicBezTo>
                    <a:pt x="2216" y="5600"/>
                    <a:pt x="2624" y="5449"/>
                    <a:pt x="2941" y="5146"/>
                  </a:cubicBezTo>
                  <a:lnTo>
                    <a:pt x="4575" y="3568"/>
                  </a:lnTo>
                  <a:lnTo>
                    <a:pt x="3098" y="1"/>
                  </a:lnTo>
                  <a:close/>
                  <a:moveTo>
                    <a:pt x="4617" y="3670"/>
                  </a:moveTo>
                  <a:lnTo>
                    <a:pt x="2905" y="5636"/>
                  </a:lnTo>
                  <a:cubicBezTo>
                    <a:pt x="2443" y="6159"/>
                    <a:pt x="2447" y="6945"/>
                    <a:pt x="2915" y="7464"/>
                  </a:cubicBezTo>
                  <a:cubicBezTo>
                    <a:pt x="3245" y="7764"/>
                    <a:pt x="3571" y="7880"/>
                    <a:pt x="3882" y="7880"/>
                  </a:cubicBezTo>
                  <a:cubicBezTo>
                    <a:pt x="4720" y="7880"/>
                    <a:pt x="5447" y="7037"/>
                    <a:pt x="5856" y="6664"/>
                  </a:cubicBezTo>
                  <a:lnTo>
                    <a:pt x="4617" y="367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2"/>
            <p:cNvSpPr/>
            <p:nvPr/>
          </p:nvSpPr>
          <p:spPr>
            <a:xfrm>
              <a:off x="2384775" y="887750"/>
              <a:ext cx="146425" cy="214275"/>
            </a:xfrm>
            <a:custGeom>
              <a:avLst/>
              <a:gdLst/>
              <a:ahLst/>
              <a:cxnLst/>
              <a:rect l="l" t="t" r="r" b="b"/>
              <a:pathLst>
                <a:path w="5857" h="8571" fill="none" extrusionOk="0">
                  <a:moveTo>
                    <a:pt x="5856" y="6664"/>
                  </a:moveTo>
                  <a:cubicBezTo>
                    <a:pt x="5295" y="7176"/>
                    <a:pt x="4136" y="8570"/>
                    <a:pt x="2915" y="7464"/>
                  </a:cubicBezTo>
                  <a:lnTo>
                    <a:pt x="2915" y="7464"/>
                  </a:lnTo>
                  <a:cubicBezTo>
                    <a:pt x="2447" y="6945"/>
                    <a:pt x="2443" y="6159"/>
                    <a:pt x="2905" y="5636"/>
                  </a:cubicBezTo>
                  <a:lnTo>
                    <a:pt x="5401" y="2770"/>
                  </a:lnTo>
                  <a:lnTo>
                    <a:pt x="2941" y="5146"/>
                  </a:lnTo>
                  <a:cubicBezTo>
                    <a:pt x="2300" y="5759"/>
                    <a:pt x="1289" y="5750"/>
                    <a:pt x="656" y="5129"/>
                  </a:cubicBezTo>
                  <a:lnTo>
                    <a:pt x="656" y="5129"/>
                  </a:lnTo>
                  <a:cubicBezTo>
                    <a:pt x="31" y="4513"/>
                    <a:pt x="0" y="3514"/>
                    <a:pt x="587" y="2862"/>
                  </a:cubicBezTo>
                  <a:lnTo>
                    <a:pt x="3098" y="1"/>
                  </a:lnTo>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42"/>
          <p:cNvGrpSpPr/>
          <p:nvPr/>
        </p:nvGrpSpPr>
        <p:grpSpPr>
          <a:xfrm>
            <a:off x="4732174" y="342125"/>
            <a:ext cx="3973650" cy="3615225"/>
            <a:chOff x="4650113" y="342125"/>
            <a:chExt cx="3973650" cy="3615225"/>
          </a:xfrm>
        </p:grpSpPr>
        <p:grpSp>
          <p:nvGrpSpPr>
            <p:cNvPr id="546" name="Google Shape;546;p42"/>
            <p:cNvGrpSpPr/>
            <p:nvPr/>
          </p:nvGrpSpPr>
          <p:grpSpPr>
            <a:xfrm>
              <a:off x="4650113" y="2375700"/>
              <a:ext cx="389750" cy="385750"/>
              <a:chOff x="3382475" y="1831100"/>
              <a:chExt cx="389750" cy="385750"/>
            </a:xfrm>
          </p:grpSpPr>
          <p:sp>
            <p:nvSpPr>
              <p:cNvPr id="547" name="Google Shape;547;p4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 name="Google Shape;551;p42"/>
            <p:cNvGrpSpPr/>
            <p:nvPr/>
          </p:nvGrpSpPr>
          <p:grpSpPr>
            <a:xfrm>
              <a:off x="6593713" y="342125"/>
              <a:ext cx="389750" cy="385750"/>
              <a:chOff x="3382475" y="1831100"/>
              <a:chExt cx="389750" cy="385750"/>
            </a:xfrm>
          </p:grpSpPr>
          <p:sp>
            <p:nvSpPr>
              <p:cNvPr id="552" name="Google Shape;552;p4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42"/>
            <p:cNvGrpSpPr/>
            <p:nvPr/>
          </p:nvGrpSpPr>
          <p:grpSpPr>
            <a:xfrm>
              <a:off x="8234013" y="3571600"/>
              <a:ext cx="389750" cy="385750"/>
              <a:chOff x="3382475" y="1831100"/>
              <a:chExt cx="389750" cy="385750"/>
            </a:xfrm>
          </p:grpSpPr>
          <p:sp>
            <p:nvSpPr>
              <p:cNvPr id="557" name="Google Shape;557;p4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45"/>
          <p:cNvSpPr/>
          <p:nvPr/>
        </p:nvSpPr>
        <p:spPr>
          <a:xfrm>
            <a:off x="1939200" y="2492119"/>
            <a:ext cx="5265600" cy="2116291"/>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5"/>
          <p:cNvSpPr txBox="1">
            <a:spLocks noGrp="1"/>
          </p:cNvSpPr>
          <p:nvPr>
            <p:ph type="subTitle" idx="1"/>
          </p:nvPr>
        </p:nvSpPr>
        <p:spPr>
          <a:xfrm>
            <a:off x="2360100" y="2685911"/>
            <a:ext cx="4423800" cy="188286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550" b="1" i="1" dirty="0">
                <a:solidFill>
                  <a:srgbClr val="FF0000"/>
                </a:solidFill>
              </a:rPr>
              <a:t>NOURAH ABDULLAH, AFNAN ABDULLAH , WARD DAHEM </a:t>
            </a:r>
          </a:p>
          <a:p>
            <a:pPr marL="0" lvl="0" indent="0"/>
            <a:r>
              <a:rPr lang="en-US" sz="1550" b="1" dirty="0"/>
              <a:t>We present this Project Report Submitted in Partial Fulfillment of the Requirements for the Degree of BACHELOR</a:t>
            </a:r>
          </a:p>
          <a:p>
            <a:pPr marL="0" lvl="0" indent="0"/>
            <a:r>
              <a:rPr lang="en-US" sz="1550" b="1" dirty="0"/>
              <a:t> in </a:t>
            </a:r>
          </a:p>
          <a:p>
            <a:pPr marL="0" lvl="0" indent="0"/>
            <a:r>
              <a:rPr lang="en-US" sz="1550" b="1" dirty="0"/>
              <a:t>(COMPUTER SCIENCE )</a:t>
            </a:r>
          </a:p>
          <a:p>
            <a:pPr marL="0" lvl="0" indent="0" algn="ctr" rtl="0">
              <a:spcBef>
                <a:spcPts val="0"/>
              </a:spcBef>
              <a:spcAft>
                <a:spcPts val="0"/>
              </a:spcAft>
              <a:buNone/>
            </a:pPr>
            <a:endParaRPr sz="1550" b="1" dirty="0"/>
          </a:p>
        </p:txBody>
      </p:sp>
      <p:sp>
        <p:nvSpPr>
          <p:cNvPr id="673" name="Google Shape;673;p45"/>
          <p:cNvSpPr txBox="1">
            <a:spLocks noGrp="1"/>
          </p:cNvSpPr>
          <p:nvPr>
            <p:ph type="title"/>
          </p:nvPr>
        </p:nvSpPr>
        <p:spPr>
          <a:xfrm>
            <a:off x="1581749" y="960315"/>
            <a:ext cx="6447469" cy="162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300" dirty="0"/>
              <a:t>WHO </a:t>
            </a:r>
            <a:r>
              <a:rPr lang="en-US" sz="5300" dirty="0"/>
              <a:t>ARE WE </a:t>
            </a:r>
            <a:r>
              <a:rPr lang="en" sz="5300" dirty="0"/>
              <a:t>!</a:t>
            </a:r>
            <a:endParaRPr sz="5300" dirty="0"/>
          </a:p>
        </p:txBody>
      </p:sp>
      <p:grpSp>
        <p:nvGrpSpPr>
          <p:cNvPr id="674" name="Google Shape;674;p45"/>
          <p:cNvGrpSpPr/>
          <p:nvPr/>
        </p:nvGrpSpPr>
        <p:grpSpPr>
          <a:xfrm>
            <a:off x="4061282" y="4674278"/>
            <a:ext cx="705593" cy="362075"/>
            <a:chOff x="2339625" y="3726250"/>
            <a:chExt cx="850625" cy="362075"/>
          </a:xfrm>
        </p:grpSpPr>
        <p:sp>
          <p:nvSpPr>
            <p:cNvPr id="675" name="Google Shape;675;p45"/>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5"/>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77" name="Google Shape;677;p45"/>
          <p:cNvCxnSpPr/>
          <p:nvPr/>
        </p:nvCxnSpPr>
        <p:spPr>
          <a:xfrm>
            <a:off x="1840800" y="1972436"/>
            <a:ext cx="5462400" cy="0"/>
          </a:xfrm>
          <a:prstGeom prst="straightConnector1">
            <a:avLst/>
          </a:prstGeom>
          <a:noFill/>
          <a:ln w="19050" cap="flat" cmpd="sng">
            <a:solidFill>
              <a:schemeClr val="accent3"/>
            </a:solidFill>
            <a:prstDash val="solid"/>
            <a:round/>
            <a:headEnd type="none" w="med" len="med"/>
            <a:tailEnd type="none" w="med" len="med"/>
          </a:ln>
        </p:spPr>
      </p:cxnSp>
      <p:sp>
        <p:nvSpPr>
          <p:cNvPr id="678" name="Google Shape;678;p45"/>
          <p:cNvSpPr/>
          <p:nvPr/>
        </p:nvSpPr>
        <p:spPr>
          <a:xfrm>
            <a:off x="917350" y="421190"/>
            <a:ext cx="818258" cy="81566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9" name="Google Shape;679;p45"/>
          <p:cNvGrpSpPr/>
          <p:nvPr/>
        </p:nvGrpSpPr>
        <p:grpSpPr>
          <a:xfrm flipH="1">
            <a:off x="7332231" y="3778537"/>
            <a:ext cx="705575" cy="829873"/>
            <a:chOff x="2302650" y="4474650"/>
            <a:chExt cx="553175" cy="650575"/>
          </a:xfrm>
        </p:grpSpPr>
        <p:sp>
          <p:nvSpPr>
            <p:cNvPr id="680" name="Google Shape;680;p45"/>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5"/>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no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45"/>
          <p:cNvSpPr/>
          <p:nvPr/>
        </p:nvSpPr>
        <p:spPr>
          <a:xfrm>
            <a:off x="7244576" y="421190"/>
            <a:ext cx="880911" cy="837772"/>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3" name="Google Shape;683;p45"/>
          <p:cNvGrpSpPr/>
          <p:nvPr/>
        </p:nvGrpSpPr>
        <p:grpSpPr>
          <a:xfrm>
            <a:off x="675710" y="1610650"/>
            <a:ext cx="389750" cy="385750"/>
            <a:chOff x="3382475" y="1831100"/>
            <a:chExt cx="389750" cy="385750"/>
          </a:xfrm>
        </p:grpSpPr>
        <p:sp>
          <p:nvSpPr>
            <p:cNvPr id="684" name="Google Shape;684;p4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 name="Google Shape;688;p45"/>
          <p:cNvGrpSpPr/>
          <p:nvPr/>
        </p:nvGrpSpPr>
        <p:grpSpPr>
          <a:xfrm rot="10800000">
            <a:off x="673457" y="3194288"/>
            <a:ext cx="389750" cy="385750"/>
            <a:chOff x="3382475" y="1831100"/>
            <a:chExt cx="389750" cy="385750"/>
          </a:xfrm>
        </p:grpSpPr>
        <p:sp>
          <p:nvSpPr>
            <p:cNvPr id="689" name="Google Shape;689;p4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 name="Google Shape;693;p45"/>
          <p:cNvGrpSpPr/>
          <p:nvPr/>
        </p:nvGrpSpPr>
        <p:grpSpPr>
          <a:xfrm>
            <a:off x="8064829" y="3194288"/>
            <a:ext cx="389750" cy="385750"/>
            <a:chOff x="3382475" y="1831100"/>
            <a:chExt cx="389750" cy="385750"/>
          </a:xfrm>
        </p:grpSpPr>
        <p:sp>
          <p:nvSpPr>
            <p:cNvPr id="694" name="Google Shape;694;p4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 name="Google Shape;698;p45"/>
          <p:cNvGrpSpPr/>
          <p:nvPr/>
        </p:nvGrpSpPr>
        <p:grpSpPr>
          <a:xfrm rot="10800000">
            <a:off x="8080793" y="1495249"/>
            <a:ext cx="389750" cy="385750"/>
            <a:chOff x="3382475" y="1831100"/>
            <a:chExt cx="389750" cy="385750"/>
          </a:xfrm>
        </p:grpSpPr>
        <p:sp>
          <p:nvSpPr>
            <p:cNvPr id="699" name="Google Shape;699;p4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703;p45"/>
          <p:cNvGrpSpPr/>
          <p:nvPr/>
        </p:nvGrpSpPr>
        <p:grpSpPr>
          <a:xfrm>
            <a:off x="4377125" y="600025"/>
            <a:ext cx="389750" cy="385750"/>
            <a:chOff x="3382475" y="1831100"/>
            <a:chExt cx="389750" cy="385750"/>
          </a:xfrm>
        </p:grpSpPr>
        <p:sp>
          <p:nvSpPr>
            <p:cNvPr id="704" name="Google Shape;704;p4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 name="Google Shape;708;p45"/>
          <p:cNvSpPr/>
          <p:nvPr/>
        </p:nvSpPr>
        <p:spPr>
          <a:xfrm>
            <a:off x="1106186" y="3811739"/>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3"/>
          <p:cNvSpPr/>
          <p:nvPr/>
        </p:nvSpPr>
        <p:spPr>
          <a:xfrm>
            <a:off x="704213" y="4146150"/>
            <a:ext cx="3545700" cy="465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3"/>
          <p:cNvSpPr/>
          <p:nvPr/>
        </p:nvSpPr>
        <p:spPr>
          <a:xfrm>
            <a:off x="4894087" y="4146150"/>
            <a:ext cx="3545700" cy="465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3"/>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 OF THIS </a:t>
            </a:r>
            <a:r>
              <a:rPr lang="en-US" dirty="0"/>
              <a:t>PRESENTATION </a:t>
            </a:r>
          </a:p>
        </p:txBody>
      </p:sp>
      <p:graphicFrame>
        <p:nvGraphicFramePr>
          <p:cNvPr id="568" name="Google Shape;568;p43"/>
          <p:cNvGraphicFramePr/>
          <p:nvPr>
            <p:extLst>
              <p:ext uri="{D42A27DB-BD31-4B8C-83A1-F6EECF244321}">
                <p14:modId xmlns:p14="http://schemas.microsoft.com/office/powerpoint/2010/main" val="912152099"/>
              </p:ext>
            </p:extLst>
          </p:nvPr>
        </p:nvGraphicFramePr>
        <p:xfrm>
          <a:off x="674843" y="1590047"/>
          <a:ext cx="8153067" cy="2420500"/>
        </p:xfrm>
        <a:graphic>
          <a:graphicData uri="http://schemas.openxmlformats.org/drawingml/2006/table">
            <a:tbl>
              <a:tblPr>
                <a:noFill/>
                <a:tableStyleId>{18BA8D45-1882-4175-A8E5-087B79347878}</a:tableStyleId>
              </a:tblPr>
              <a:tblGrid>
                <a:gridCol w="2645300">
                  <a:extLst>
                    <a:ext uri="{9D8B030D-6E8A-4147-A177-3AD203B41FA5}">
                      <a16:colId xmlns:a16="http://schemas.microsoft.com/office/drawing/2014/main" val="20000"/>
                    </a:ext>
                  </a:extLst>
                </a:gridCol>
                <a:gridCol w="5507767">
                  <a:extLst>
                    <a:ext uri="{9D8B030D-6E8A-4147-A177-3AD203B41FA5}">
                      <a16:colId xmlns:a16="http://schemas.microsoft.com/office/drawing/2014/main" val="20001"/>
                    </a:ext>
                  </a:extLst>
                </a:gridCol>
              </a:tblGrid>
              <a:tr h="530830">
                <a:tc>
                  <a:txBody>
                    <a:bodyPr/>
                    <a:lstStyle/>
                    <a:p>
                      <a:pPr marL="0" lvl="0" indent="0" algn="l" rtl="0">
                        <a:spcBef>
                          <a:spcPts val="0"/>
                        </a:spcBef>
                        <a:spcAft>
                          <a:spcPts val="0"/>
                        </a:spcAft>
                        <a:buNone/>
                      </a:pPr>
                      <a:r>
                        <a:rPr lang="en-US" sz="1600" b="1" dirty="0">
                          <a:solidFill>
                            <a:schemeClr val="hlink"/>
                          </a:solidFill>
                          <a:uFill>
                            <a:noFill/>
                          </a:uFill>
                          <a:latin typeface="Montserrat"/>
                          <a:ea typeface="Montserrat"/>
                          <a:cs typeface="Montserrat"/>
                          <a:sym typeface="Montserrat"/>
                        </a:rPr>
                        <a:t>Abstract </a:t>
                      </a:r>
                      <a:endParaRPr sz="1600" b="1" dirty="0">
                        <a:solidFill>
                          <a:schemeClr val="accent3"/>
                        </a:solidFill>
                        <a:latin typeface="Montserrat"/>
                        <a:ea typeface="Montserrat"/>
                        <a:cs typeface="Montserrat"/>
                        <a:sym typeface="Montserrat"/>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solidFill>
                      <a:schemeClr val="accent2"/>
                    </a:solidFill>
                  </a:tcPr>
                </a:tc>
                <a:tc>
                  <a:txBody>
                    <a:bodyPr/>
                    <a:lstStyle/>
                    <a:p>
                      <a:pPr marL="0" lvl="0" indent="0" algn="l" rtl="0">
                        <a:spcBef>
                          <a:spcPts val="0"/>
                        </a:spcBef>
                        <a:spcAft>
                          <a:spcPts val="1600"/>
                        </a:spcAft>
                        <a:buNone/>
                      </a:pPr>
                      <a:r>
                        <a:rPr lang="en-US"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rPr>
                        <a:t>Summary for all project (interpreting facts, identifying the problems).</a:t>
                      </a:r>
                      <a:endParaRPr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r h="530830">
                <a:tc>
                  <a:txBody>
                    <a:bodyPr/>
                    <a:lstStyle/>
                    <a:p>
                      <a:pPr marL="0" lvl="0" indent="0" algn="l" rtl="0">
                        <a:spcBef>
                          <a:spcPts val="0"/>
                        </a:spcBef>
                        <a:spcAft>
                          <a:spcPts val="0"/>
                        </a:spcAft>
                        <a:buNone/>
                      </a:pPr>
                      <a:r>
                        <a:rPr lang="en-US" sz="1600" b="1" dirty="0">
                          <a:solidFill>
                            <a:schemeClr val="hlink"/>
                          </a:solidFill>
                          <a:uFill>
                            <a:noFill/>
                          </a:uFill>
                          <a:latin typeface="Montserrat"/>
                          <a:ea typeface="Montserrat"/>
                          <a:cs typeface="Montserrat"/>
                          <a:sym typeface="Montserrat"/>
                        </a:rPr>
                        <a:t>Introduction </a:t>
                      </a:r>
                      <a:endParaRPr sz="1600" b="1" dirty="0">
                        <a:solidFill>
                          <a:schemeClr val="accent3"/>
                        </a:solidFill>
                        <a:latin typeface="Montserrat"/>
                        <a:ea typeface="Montserrat"/>
                        <a:cs typeface="Montserrat"/>
                        <a:sym typeface="Montserrat"/>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1600"/>
                        </a:spcAft>
                        <a:buNone/>
                      </a:pPr>
                      <a:r>
                        <a:rPr lang="en-US"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rPr>
                        <a:t>Explain the overview ,goal, importance, limits and boundaries  of the project </a:t>
                      </a:r>
                      <a:endParaRPr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530830">
                <a:tc>
                  <a:txBody>
                    <a:bodyPr/>
                    <a:lstStyle/>
                    <a:p>
                      <a:pPr marL="0" lvl="0" indent="0" algn="l" rtl="0">
                        <a:spcBef>
                          <a:spcPts val="0"/>
                        </a:spcBef>
                        <a:spcAft>
                          <a:spcPts val="0"/>
                        </a:spcAft>
                        <a:buNone/>
                      </a:pPr>
                      <a:r>
                        <a:rPr lang="en-US" sz="1600" b="1" dirty="0">
                          <a:solidFill>
                            <a:schemeClr val="hlink"/>
                          </a:solidFill>
                          <a:uFill>
                            <a:noFill/>
                          </a:uFill>
                          <a:latin typeface="Montserrat"/>
                          <a:ea typeface="Montserrat"/>
                          <a:cs typeface="Montserrat"/>
                          <a:sym typeface="Montserrat"/>
                        </a:rPr>
                        <a:t>Theoretical section  </a:t>
                      </a:r>
                      <a:endParaRPr sz="1600" b="1" dirty="0">
                        <a:solidFill>
                          <a:schemeClr val="accent3"/>
                        </a:solidFill>
                        <a:latin typeface="Montserrat"/>
                        <a:ea typeface="Montserrat"/>
                        <a:cs typeface="Montserrat"/>
                        <a:sym typeface="Montserrat"/>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solidFill>
                      <a:schemeClr val="accent2"/>
                    </a:solidFill>
                  </a:tcPr>
                </a:tc>
                <a:tc>
                  <a:txBody>
                    <a:bodyPr/>
                    <a:lstStyle/>
                    <a:p>
                      <a:pPr marL="0" lvl="0" indent="0" algn="l" rtl="0">
                        <a:spcBef>
                          <a:spcPts val="0"/>
                        </a:spcBef>
                        <a:spcAft>
                          <a:spcPts val="1600"/>
                        </a:spcAft>
                        <a:buNone/>
                      </a:pPr>
                      <a:r>
                        <a:rPr lang="en"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rPr>
                        <a:t>You must keep it so that proper credits for our design are given</a:t>
                      </a:r>
                      <a:endParaRPr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530830">
                <a:tc>
                  <a:txBody>
                    <a:bodyPr/>
                    <a:lstStyle/>
                    <a:p>
                      <a:pPr marL="0" lvl="0" indent="0" algn="l" rtl="0">
                        <a:spcBef>
                          <a:spcPts val="0"/>
                        </a:spcBef>
                        <a:spcAft>
                          <a:spcPts val="0"/>
                        </a:spcAft>
                        <a:buNone/>
                      </a:pPr>
                      <a:r>
                        <a:rPr lang="en-US" sz="1600" b="1" dirty="0">
                          <a:solidFill>
                            <a:schemeClr val="hlink"/>
                          </a:solidFill>
                          <a:uFill>
                            <a:noFill/>
                          </a:uFill>
                          <a:latin typeface="Montserrat"/>
                          <a:ea typeface="Montserrat"/>
                          <a:cs typeface="Montserrat"/>
                          <a:sym typeface="Montserrat"/>
                        </a:rPr>
                        <a:t>SYSTEM STUDY AND ANLAYSIS </a:t>
                      </a:r>
                      <a:endParaRPr lang="en-US" sz="1600" b="1" dirty="0">
                        <a:solidFill>
                          <a:schemeClr val="accent3"/>
                        </a:solidFill>
                        <a:latin typeface="Montserrat"/>
                        <a:ea typeface="Montserrat"/>
                        <a:cs typeface="Montserrat"/>
                        <a:sym typeface="Montserrat"/>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solidFill>
                      <a:schemeClr val="accent2"/>
                    </a:solidFill>
                  </a:tcPr>
                </a:tc>
                <a:tc>
                  <a:txBody>
                    <a:bodyPr/>
                    <a:lstStyle/>
                    <a:p>
                      <a:pPr marL="0" lvl="0" indent="0" algn="l" rtl="0">
                        <a:spcBef>
                          <a:spcPts val="0"/>
                        </a:spcBef>
                        <a:spcAft>
                          <a:spcPts val="1600"/>
                        </a:spcAft>
                        <a:buNone/>
                      </a:pPr>
                      <a:r>
                        <a:rPr lang="en-US"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rPr>
                        <a:t>Show system diagrams , decomposition of a system into its components</a:t>
                      </a:r>
                      <a:r>
                        <a:rPr lang="en-US" sz="1400" baseline="0" dirty="0">
                          <a:solidFill>
                            <a:schemeClr val="accent3"/>
                          </a:solidFill>
                          <a:latin typeface="Segoe UI Semibold" panose="020B0702040204020203" pitchFamily="34" charset="0"/>
                          <a:ea typeface="Source Sans Pro"/>
                          <a:cs typeface="Segoe UI Semibold" panose="020B0702040204020203" pitchFamily="34" charset="0"/>
                          <a:sym typeface="Source Sans Pro"/>
                        </a:rPr>
                        <a:t> </a:t>
                      </a:r>
                      <a:r>
                        <a:rPr lang="en-US"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rPr>
                        <a:t>and the concept of this system in Theoretical way </a:t>
                      </a:r>
                      <a:endParaRPr sz="1400" dirty="0">
                        <a:solidFill>
                          <a:schemeClr val="accent3"/>
                        </a:solidFill>
                        <a:latin typeface="Segoe UI Semibold" panose="020B0702040204020203" pitchFamily="34" charset="0"/>
                        <a:ea typeface="Source Sans Pro"/>
                        <a:cs typeface="Segoe UI Semibold" panose="020B0702040204020203" pitchFamily="34" charset="0"/>
                        <a:sym typeface="Source Sans Pro"/>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solidFill>
                      <a:prstDash val="solid"/>
                      <a:round/>
                      <a:headEnd type="none" w="sm" len="sm"/>
                      <a:tailEnd type="none" w="sm" len="sm"/>
                    </a:lnT>
                    <a:lnB w="9525"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70" name="Google Shape;570;p43"/>
          <p:cNvSpPr txBox="1"/>
          <p:nvPr/>
        </p:nvSpPr>
        <p:spPr>
          <a:xfrm>
            <a:off x="987950" y="4129800"/>
            <a:ext cx="3000000" cy="47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dirty="0">
                <a:solidFill>
                  <a:schemeClr val="accent3"/>
                </a:solidFill>
                <a:latin typeface="Source Sans Pro"/>
                <a:ea typeface="Source Sans Pro"/>
                <a:cs typeface="Source Sans Pro"/>
                <a:sym typeface="Source Sans Pro"/>
              </a:rPr>
              <a:t> </a:t>
            </a:r>
            <a:endParaRPr sz="1500" b="1" dirty="0">
              <a:solidFill>
                <a:schemeClr val="accent3"/>
              </a:solidFill>
              <a:latin typeface="Montserrat"/>
              <a:ea typeface="Montserrat"/>
              <a:cs typeface="Montserrat"/>
              <a:sym typeface="Montserrat"/>
            </a:endParaRPr>
          </a:p>
        </p:txBody>
      </p:sp>
      <p:sp>
        <p:nvSpPr>
          <p:cNvPr id="571" name="Google Shape;571;p43"/>
          <p:cNvSpPr txBox="1"/>
          <p:nvPr/>
        </p:nvSpPr>
        <p:spPr>
          <a:xfrm>
            <a:off x="4840400" y="4129800"/>
            <a:ext cx="3583800" cy="47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dirty="0">
                <a:solidFill>
                  <a:schemeClr val="accent3"/>
                </a:solidFill>
                <a:latin typeface="Source Sans Pro"/>
                <a:ea typeface="Source Sans Pro"/>
                <a:cs typeface="Source Sans Pro"/>
                <a:sym typeface="Source Sans Pro"/>
              </a:rPr>
              <a:t> </a:t>
            </a:r>
            <a:endParaRPr sz="600" b="1" dirty="0">
              <a:solidFill>
                <a:schemeClr val="accent3"/>
              </a:solidFill>
              <a:latin typeface="Montserrat"/>
              <a:ea typeface="Montserrat"/>
              <a:cs typeface="Montserrat"/>
              <a:sym typeface="Montserrat"/>
            </a:endParaRPr>
          </a:p>
        </p:txBody>
      </p:sp>
      <p:sp>
        <p:nvSpPr>
          <p:cNvPr id="572" name="Google Shape;572;p43"/>
          <p:cNvSpPr/>
          <p:nvPr/>
        </p:nvSpPr>
        <p:spPr>
          <a:xfrm>
            <a:off x="7950438" y="392225"/>
            <a:ext cx="823574" cy="8208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3" name="Google Shape;573;p43"/>
          <p:cNvGrpSpPr/>
          <p:nvPr/>
        </p:nvGrpSpPr>
        <p:grpSpPr>
          <a:xfrm>
            <a:off x="4377125" y="4176775"/>
            <a:ext cx="389750" cy="385750"/>
            <a:chOff x="3382475" y="1831100"/>
            <a:chExt cx="389750" cy="385750"/>
          </a:xfrm>
        </p:grpSpPr>
        <p:sp>
          <p:nvSpPr>
            <p:cNvPr id="574" name="Google Shape;574;p4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 name="Google Shape;578;p43"/>
          <p:cNvGrpSpPr/>
          <p:nvPr/>
        </p:nvGrpSpPr>
        <p:grpSpPr>
          <a:xfrm>
            <a:off x="649338" y="367425"/>
            <a:ext cx="389750" cy="385750"/>
            <a:chOff x="3382475" y="1831100"/>
            <a:chExt cx="389750" cy="385750"/>
          </a:xfrm>
        </p:grpSpPr>
        <p:sp>
          <p:nvSpPr>
            <p:cNvPr id="579" name="Google Shape;579;p4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43"/>
          <p:cNvCxnSpPr/>
          <p:nvPr/>
        </p:nvCxnSpPr>
        <p:spPr>
          <a:xfrm>
            <a:off x="1476300" y="1039975"/>
            <a:ext cx="61914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4"/>
          <p:cNvSpPr txBox="1">
            <a:spLocks noGrp="1"/>
          </p:cNvSpPr>
          <p:nvPr>
            <p:ph type="title"/>
          </p:nvPr>
        </p:nvSpPr>
        <p:spPr>
          <a:xfrm>
            <a:off x="724607" y="87099"/>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Abstract </a:t>
            </a:r>
            <a:endParaRPr dirty="0"/>
          </a:p>
        </p:txBody>
      </p:sp>
      <p:grpSp>
        <p:nvGrpSpPr>
          <p:cNvPr id="589" name="Google Shape;589;p44"/>
          <p:cNvGrpSpPr/>
          <p:nvPr/>
        </p:nvGrpSpPr>
        <p:grpSpPr>
          <a:xfrm>
            <a:off x="6108759" y="1450789"/>
            <a:ext cx="3035241" cy="2884253"/>
            <a:chOff x="4426200" y="1867075"/>
            <a:chExt cx="1412200" cy="1341950"/>
          </a:xfrm>
        </p:grpSpPr>
        <p:sp>
          <p:nvSpPr>
            <p:cNvPr id="590" name="Google Shape;590;p44"/>
            <p:cNvSpPr/>
            <p:nvPr/>
          </p:nvSpPr>
          <p:spPr>
            <a:xfrm>
              <a:off x="4558975" y="2729725"/>
              <a:ext cx="755475" cy="479300"/>
            </a:xfrm>
            <a:custGeom>
              <a:avLst/>
              <a:gdLst/>
              <a:ahLst/>
              <a:cxnLst/>
              <a:rect l="l" t="t" r="r" b="b"/>
              <a:pathLst>
                <a:path w="30219" h="19172" extrusionOk="0">
                  <a:moveTo>
                    <a:pt x="8895" y="0"/>
                  </a:moveTo>
                  <a:cubicBezTo>
                    <a:pt x="8895" y="0"/>
                    <a:pt x="1949" y="2600"/>
                    <a:pt x="0" y="19171"/>
                  </a:cubicBezTo>
                  <a:lnTo>
                    <a:pt x="30218" y="19171"/>
                  </a:lnTo>
                  <a:cubicBezTo>
                    <a:pt x="27781" y="8449"/>
                    <a:pt x="23661" y="2324"/>
                    <a:pt x="23661" y="2324"/>
                  </a:cubicBezTo>
                  <a:lnTo>
                    <a:pt x="8895"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4"/>
            <p:cNvSpPr/>
            <p:nvPr/>
          </p:nvSpPr>
          <p:spPr>
            <a:xfrm>
              <a:off x="4558975" y="2729725"/>
              <a:ext cx="755475" cy="479300"/>
            </a:xfrm>
            <a:custGeom>
              <a:avLst/>
              <a:gdLst/>
              <a:ahLst/>
              <a:cxnLst/>
              <a:rect l="l" t="t" r="r" b="b"/>
              <a:pathLst>
                <a:path w="30219" h="19172" fill="none" extrusionOk="0">
                  <a:moveTo>
                    <a:pt x="8895" y="0"/>
                  </a:moveTo>
                  <a:cubicBezTo>
                    <a:pt x="8895" y="0"/>
                    <a:pt x="1949" y="2600"/>
                    <a:pt x="0" y="19171"/>
                  </a:cubicBezTo>
                  <a:lnTo>
                    <a:pt x="30218" y="19171"/>
                  </a:lnTo>
                  <a:cubicBezTo>
                    <a:pt x="27781" y="8449"/>
                    <a:pt x="23661" y="2324"/>
                    <a:pt x="23661" y="232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4"/>
            <p:cNvSpPr/>
            <p:nvPr/>
          </p:nvSpPr>
          <p:spPr>
            <a:xfrm>
              <a:off x="4646375" y="1991875"/>
              <a:ext cx="570925" cy="728575"/>
            </a:xfrm>
            <a:custGeom>
              <a:avLst/>
              <a:gdLst/>
              <a:ahLst/>
              <a:cxnLst/>
              <a:rect l="l" t="t" r="r" b="b"/>
              <a:pathLst>
                <a:path w="22837" h="29143" extrusionOk="0">
                  <a:moveTo>
                    <a:pt x="11840" y="0"/>
                  </a:moveTo>
                  <a:cubicBezTo>
                    <a:pt x="9188" y="0"/>
                    <a:pt x="8160" y="2382"/>
                    <a:pt x="8160" y="2382"/>
                  </a:cubicBezTo>
                  <a:lnTo>
                    <a:pt x="9237" y="4941"/>
                  </a:lnTo>
                  <a:cubicBezTo>
                    <a:pt x="9237" y="4941"/>
                    <a:pt x="9219" y="4940"/>
                    <a:pt x="9188" y="4940"/>
                  </a:cubicBezTo>
                  <a:cubicBezTo>
                    <a:pt x="8824" y="4940"/>
                    <a:pt x="6565" y="5054"/>
                    <a:pt x="6813" y="7903"/>
                  </a:cubicBezTo>
                  <a:cubicBezTo>
                    <a:pt x="7082" y="11000"/>
                    <a:pt x="8698" y="13559"/>
                    <a:pt x="8698" y="13559"/>
                  </a:cubicBezTo>
                  <a:lnTo>
                    <a:pt x="7082" y="14097"/>
                  </a:lnTo>
                  <a:cubicBezTo>
                    <a:pt x="7082" y="14097"/>
                    <a:pt x="6408" y="11674"/>
                    <a:pt x="4255" y="10192"/>
                  </a:cubicBezTo>
                  <a:cubicBezTo>
                    <a:pt x="3773" y="10040"/>
                    <a:pt x="3324" y="9969"/>
                    <a:pt x="2914" y="9969"/>
                  </a:cubicBezTo>
                  <a:cubicBezTo>
                    <a:pt x="1144" y="9969"/>
                    <a:pt x="73" y="11284"/>
                    <a:pt x="41" y="13087"/>
                  </a:cubicBezTo>
                  <a:cubicBezTo>
                    <a:pt x="0" y="15309"/>
                    <a:pt x="1469" y="16083"/>
                    <a:pt x="1469" y="16083"/>
                  </a:cubicBezTo>
                  <a:cubicBezTo>
                    <a:pt x="4255" y="18540"/>
                    <a:pt x="5399" y="26366"/>
                    <a:pt x="5399" y="26366"/>
                  </a:cubicBezTo>
                  <a:lnTo>
                    <a:pt x="5399" y="26548"/>
                  </a:lnTo>
                  <a:cubicBezTo>
                    <a:pt x="5399" y="26548"/>
                    <a:pt x="8428" y="27696"/>
                    <a:pt x="11505" y="28218"/>
                  </a:cubicBezTo>
                  <a:cubicBezTo>
                    <a:pt x="13929" y="28628"/>
                    <a:pt x="16103" y="28774"/>
                    <a:pt x="16103" y="28774"/>
                  </a:cubicBezTo>
                  <a:lnTo>
                    <a:pt x="16565" y="29143"/>
                  </a:lnTo>
                  <a:cubicBezTo>
                    <a:pt x="16565" y="29143"/>
                    <a:pt x="16507" y="28639"/>
                    <a:pt x="16320" y="26440"/>
                  </a:cubicBezTo>
                  <a:cubicBezTo>
                    <a:pt x="16133" y="24241"/>
                    <a:pt x="14892" y="23254"/>
                    <a:pt x="15977" y="21879"/>
                  </a:cubicBezTo>
                  <a:cubicBezTo>
                    <a:pt x="17062" y="20506"/>
                    <a:pt x="18931" y="20695"/>
                    <a:pt x="20483" y="20213"/>
                  </a:cubicBezTo>
                  <a:cubicBezTo>
                    <a:pt x="22036" y="19731"/>
                    <a:pt x="22836" y="18810"/>
                    <a:pt x="22677" y="17720"/>
                  </a:cubicBezTo>
                  <a:cubicBezTo>
                    <a:pt x="22518" y="16632"/>
                    <a:pt x="21625" y="15847"/>
                    <a:pt x="21594" y="15131"/>
                  </a:cubicBezTo>
                  <a:cubicBezTo>
                    <a:pt x="21565" y="14413"/>
                    <a:pt x="21490" y="14097"/>
                    <a:pt x="21128" y="13840"/>
                  </a:cubicBezTo>
                  <a:cubicBezTo>
                    <a:pt x="21069" y="13798"/>
                    <a:pt x="20958" y="13780"/>
                    <a:pt x="20814" y="13780"/>
                  </a:cubicBezTo>
                  <a:cubicBezTo>
                    <a:pt x="20088" y="13780"/>
                    <a:pt x="18527" y="14231"/>
                    <a:pt x="18527" y="14231"/>
                  </a:cubicBezTo>
                  <a:cubicBezTo>
                    <a:pt x="18527" y="14231"/>
                    <a:pt x="20278" y="13289"/>
                    <a:pt x="20530" y="12647"/>
                  </a:cubicBezTo>
                  <a:cubicBezTo>
                    <a:pt x="20783" y="12005"/>
                    <a:pt x="20412" y="11942"/>
                    <a:pt x="20113" y="11491"/>
                  </a:cubicBezTo>
                  <a:cubicBezTo>
                    <a:pt x="19814" y="11039"/>
                    <a:pt x="19605" y="10461"/>
                    <a:pt x="19605" y="10461"/>
                  </a:cubicBezTo>
                  <a:cubicBezTo>
                    <a:pt x="20412" y="10057"/>
                    <a:pt x="20682" y="9653"/>
                    <a:pt x="21210" y="8969"/>
                  </a:cubicBezTo>
                  <a:cubicBezTo>
                    <a:pt x="21737" y="8283"/>
                    <a:pt x="20165" y="7501"/>
                    <a:pt x="20165" y="7501"/>
                  </a:cubicBezTo>
                  <a:cubicBezTo>
                    <a:pt x="20165" y="7501"/>
                    <a:pt x="18124" y="6422"/>
                    <a:pt x="16934" y="3989"/>
                  </a:cubicBezTo>
                  <a:cubicBezTo>
                    <a:pt x="15745" y="1557"/>
                    <a:pt x="13533" y="291"/>
                    <a:pt x="13533" y="291"/>
                  </a:cubicBezTo>
                  <a:cubicBezTo>
                    <a:pt x="12907" y="87"/>
                    <a:pt x="12344" y="0"/>
                    <a:pt x="11840" y="0"/>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4"/>
            <p:cNvSpPr/>
            <p:nvPr/>
          </p:nvSpPr>
          <p:spPr>
            <a:xfrm>
              <a:off x="4426200" y="1869275"/>
              <a:ext cx="571675" cy="700200"/>
            </a:xfrm>
            <a:custGeom>
              <a:avLst/>
              <a:gdLst/>
              <a:ahLst/>
              <a:cxnLst/>
              <a:rect l="l" t="t" r="r" b="b"/>
              <a:pathLst>
                <a:path w="22867" h="28008" extrusionOk="0">
                  <a:moveTo>
                    <a:pt x="18631" y="0"/>
                  </a:moveTo>
                  <a:cubicBezTo>
                    <a:pt x="18571" y="0"/>
                    <a:pt x="18510" y="1"/>
                    <a:pt x="18448" y="3"/>
                  </a:cubicBezTo>
                  <a:cubicBezTo>
                    <a:pt x="14004" y="149"/>
                    <a:pt x="13620" y="1944"/>
                    <a:pt x="10580" y="2932"/>
                  </a:cubicBezTo>
                  <a:cubicBezTo>
                    <a:pt x="7540" y="3920"/>
                    <a:pt x="5345" y="4149"/>
                    <a:pt x="2403" y="7805"/>
                  </a:cubicBezTo>
                  <a:cubicBezTo>
                    <a:pt x="0" y="11730"/>
                    <a:pt x="1885" y="13615"/>
                    <a:pt x="1678" y="16189"/>
                  </a:cubicBezTo>
                  <a:cubicBezTo>
                    <a:pt x="2020" y="21020"/>
                    <a:pt x="3235" y="22681"/>
                    <a:pt x="6532" y="24274"/>
                  </a:cubicBezTo>
                  <a:cubicBezTo>
                    <a:pt x="8618" y="25060"/>
                    <a:pt x="9426" y="24925"/>
                    <a:pt x="10525" y="26728"/>
                  </a:cubicBezTo>
                  <a:cubicBezTo>
                    <a:pt x="10525" y="26728"/>
                    <a:pt x="11626" y="28007"/>
                    <a:pt x="13324" y="28007"/>
                  </a:cubicBezTo>
                  <a:cubicBezTo>
                    <a:pt x="13393" y="28007"/>
                    <a:pt x="13463" y="28005"/>
                    <a:pt x="13534" y="28001"/>
                  </a:cubicBezTo>
                  <a:cubicBezTo>
                    <a:pt x="13534" y="28001"/>
                    <a:pt x="12613" y="24094"/>
                    <a:pt x="10638" y="21155"/>
                  </a:cubicBezTo>
                  <a:cubicBezTo>
                    <a:pt x="9156" y="20751"/>
                    <a:pt x="8527" y="18221"/>
                    <a:pt x="9044" y="16591"/>
                  </a:cubicBezTo>
                  <a:cubicBezTo>
                    <a:pt x="9340" y="15657"/>
                    <a:pt x="10482" y="14847"/>
                    <a:pt x="11758" y="14847"/>
                  </a:cubicBezTo>
                  <a:cubicBezTo>
                    <a:pt x="12711" y="14847"/>
                    <a:pt x="13737" y="15298"/>
                    <a:pt x="14543" y="16487"/>
                  </a:cubicBezTo>
                  <a:cubicBezTo>
                    <a:pt x="15485" y="17655"/>
                    <a:pt x="15889" y="18866"/>
                    <a:pt x="15889" y="18866"/>
                  </a:cubicBezTo>
                  <a:lnTo>
                    <a:pt x="17505" y="18462"/>
                  </a:lnTo>
                  <a:cubicBezTo>
                    <a:pt x="17505" y="18462"/>
                    <a:pt x="15874" y="15819"/>
                    <a:pt x="15591" y="13029"/>
                  </a:cubicBezTo>
                  <a:cubicBezTo>
                    <a:pt x="15350" y="10652"/>
                    <a:pt x="18044" y="9710"/>
                    <a:pt x="18044" y="9710"/>
                  </a:cubicBezTo>
                  <a:lnTo>
                    <a:pt x="16966" y="7286"/>
                  </a:lnTo>
                  <a:cubicBezTo>
                    <a:pt x="16966" y="7286"/>
                    <a:pt x="17961" y="4903"/>
                    <a:pt x="20843" y="4903"/>
                  </a:cubicBezTo>
                  <a:cubicBezTo>
                    <a:pt x="21211" y="4903"/>
                    <a:pt x="21610" y="4942"/>
                    <a:pt x="22042" y="5030"/>
                  </a:cubicBezTo>
                  <a:cubicBezTo>
                    <a:pt x="22042" y="5030"/>
                    <a:pt x="22867" y="0"/>
                    <a:pt x="1863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4"/>
            <p:cNvSpPr/>
            <p:nvPr/>
          </p:nvSpPr>
          <p:spPr>
            <a:xfrm>
              <a:off x="4764025" y="2643875"/>
              <a:ext cx="406150" cy="213800"/>
            </a:xfrm>
            <a:custGeom>
              <a:avLst/>
              <a:gdLst/>
              <a:ahLst/>
              <a:cxnLst/>
              <a:rect l="l" t="t" r="r" b="b"/>
              <a:pathLst>
                <a:path w="16246" h="8552" extrusionOk="0">
                  <a:moveTo>
                    <a:pt x="626" y="1"/>
                  </a:moveTo>
                  <a:lnTo>
                    <a:pt x="114" y="146"/>
                  </a:lnTo>
                  <a:cubicBezTo>
                    <a:pt x="43" y="205"/>
                    <a:pt x="1" y="288"/>
                    <a:pt x="19" y="406"/>
                  </a:cubicBezTo>
                  <a:cubicBezTo>
                    <a:pt x="44" y="554"/>
                    <a:pt x="514" y="3166"/>
                    <a:pt x="514" y="3166"/>
                  </a:cubicBezTo>
                  <a:cubicBezTo>
                    <a:pt x="514" y="3166"/>
                    <a:pt x="587" y="3519"/>
                    <a:pt x="1010" y="3646"/>
                  </a:cubicBezTo>
                  <a:cubicBezTo>
                    <a:pt x="5338" y="5656"/>
                    <a:pt x="12677" y="8552"/>
                    <a:pt x="12677" y="8552"/>
                  </a:cubicBezTo>
                  <a:lnTo>
                    <a:pt x="11801" y="5656"/>
                  </a:lnTo>
                  <a:lnTo>
                    <a:pt x="14764" y="6734"/>
                  </a:lnTo>
                  <a:lnTo>
                    <a:pt x="14764" y="6734"/>
                  </a:lnTo>
                  <a:lnTo>
                    <a:pt x="14630" y="5522"/>
                  </a:lnTo>
                  <a:lnTo>
                    <a:pt x="14630" y="5522"/>
                  </a:lnTo>
                  <a:lnTo>
                    <a:pt x="16245" y="5925"/>
                  </a:lnTo>
                  <a:lnTo>
                    <a:pt x="16245" y="5925"/>
                  </a:lnTo>
                  <a:lnTo>
                    <a:pt x="14495" y="3098"/>
                  </a:lnTo>
                  <a:lnTo>
                    <a:pt x="14360" y="2694"/>
                  </a:lnTo>
                  <a:cubicBezTo>
                    <a:pt x="14227" y="2585"/>
                    <a:pt x="13926" y="2490"/>
                    <a:pt x="13582" y="2402"/>
                  </a:cubicBezTo>
                  <a:cubicBezTo>
                    <a:pt x="12610" y="2155"/>
                    <a:pt x="11802" y="1886"/>
                    <a:pt x="11801" y="1886"/>
                  </a:cubicBezTo>
                  <a:lnTo>
                    <a:pt x="11801" y="1886"/>
                  </a:lnTo>
                  <a:lnTo>
                    <a:pt x="11869" y="3166"/>
                  </a:lnTo>
                  <a:cubicBezTo>
                    <a:pt x="11869" y="3166"/>
                    <a:pt x="11575" y="2755"/>
                    <a:pt x="11372" y="2755"/>
                  </a:cubicBezTo>
                  <a:cubicBezTo>
                    <a:pt x="11357" y="2755"/>
                    <a:pt x="11343" y="2757"/>
                    <a:pt x="11330" y="2762"/>
                  </a:cubicBezTo>
                  <a:cubicBezTo>
                    <a:pt x="11320" y="2765"/>
                    <a:pt x="11302" y="2766"/>
                    <a:pt x="11275" y="2766"/>
                  </a:cubicBezTo>
                  <a:cubicBezTo>
                    <a:pt x="10724" y="2766"/>
                    <a:pt x="6676" y="2136"/>
                    <a:pt x="4973" y="1751"/>
                  </a:cubicBezTo>
                  <a:cubicBezTo>
                    <a:pt x="3184" y="1348"/>
                    <a:pt x="722" y="406"/>
                    <a:pt x="722" y="406"/>
                  </a:cubicBezTo>
                  <a:lnTo>
                    <a:pt x="626" y="1"/>
                  </a:ln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4"/>
            <p:cNvSpPr/>
            <p:nvPr/>
          </p:nvSpPr>
          <p:spPr>
            <a:xfrm>
              <a:off x="4878100" y="1992800"/>
              <a:ext cx="351475" cy="528850"/>
            </a:xfrm>
            <a:custGeom>
              <a:avLst/>
              <a:gdLst/>
              <a:ahLst/>
              <a:cxnLst/>
              <a:rect l="l" t="t" r="r" b="b"/>
              <a:pathLst>
                <a:path w="14059" h="21154" fill="none" extrusionOk="0">
                  <a:moveTo>
                    <a:pt x="3790" y="0"/>
                  </a:moveTo>
                  <a:cubicBezTo>
                    <a:pt x="5021" y="603"/>
                    <a:pt x="6730" y="1895"/>
                    <a:pt x="8014" y="4644"/>
                  </a:cubicBezTo>
                  <a:cubicBezTo>
                    <a:pt x="8665" y="6040"/>
                    <a:pt x="10428" y="7150"/>
                    <a:pt x="11547" y="7900"/>
                  </a:cubicBezTo>
                  <a:cubicBezTo>
                    <a:pt x="12336" y="8427"/>
                    <a:pt x="11920" y="9015"/>
                    <a:pt x="11734" y="9294"/>
                  </a:cubicBezTo>
                  <a:cubicBezTo>
                    <a:pt x="11362" y="9852"/>
                    <a:pt x="10292" y="10457"/>
                    <a:pt x="10292" y="10457"/>
                  </a:cubicBezTo>
                  <a:cubicBezTo>
                    <a:pt x="10292" y="10457"/>
                    <a:pt x="10597" y="11228"/>
                    <a:pt x="10990" y="11619"/>
                  </a:cubicBezTo>
                  <a:cubicBezTo>
                    <a:pt x="11455" y="12085"/>
                    <a:pt x="11386" y="12387"/>
                    <a:pt x="11222" y="12689"/>
                  </a:cubicBezTo>
                  <a:cubicBezTo>
                    <a:pt x="10896" y="13294"/>
                    <a:pt x="9269" y="14178"/>
                    <a:pt x="9269" y="14178"/>
                  </a:cubicBezTo>
                  <a:cubicBezTo>
                    <a:pt x="9269" y="14178"/>
                    <a:pt x="10617" y="13852"/>
                    <a:pt x="11175" y="13758"/>
                  </a:cubicBezTo>
                  <a:cubicBezTo>
                    <a:pt x="11734" y="13666"/>
                    <a:pt x="12292" y="13758"/>
                    <a:pt x="12314" y="14769"/>
                  </a:cubicBezTo>
                  <a:cubicBezTo>
                    <a:pt x="12199" y="16084"/>
                    <a:pt x="14059" y="16921"/>
                    <a:pt x="13175" y="18827"/>
                  </a:cubicBezTo>
                  <a:cubicBezTo>
                    <a:pt x="12153" y="20874"/>
                    <a:pt x="5921" y="21153"/>
                    <a:pt x="2851" y="20781"/>
                  </a:cubicBezTo>
                  <a:cubicBezTo>
                    <a:pt x="1876" y="20663"/>
                    <a:pt x="891" y="20131"/>
                    <a:pt x="1" y="1946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4"/>
            <p:cNvSpPr/>
            <p:nvPr/>
          </p:nvSpPr>
          <p:spPr>
            <a:xfrm>
              <a:off x="4628500" y="1974175"/>
              <a:ext cx="348750" cy="468400"/>
            </a:xfrm>
            <a:custGeom>
              <a:avLst/>
              <a:gdLst/>
              <a:ahLst/>
              <a:cxnLst/>
              <a:rect l="l" t="t" r="r" b="b"/>
              <a:pathLst>
                <a:path w="13950" h="18736" fill="none" extrusionOk="0">
                  <a:moveTo>
                    <a:pt x="6605" y="16690"/>
                  </a:moveTo>
                  <a:cubicBezTo>
                    <a:pt x="6605" y="16690"/>
                    <a:pt x="1861" y="18736"/>
                    <a:pt x="931" y="14923"/>
                  </a:cubicBezTo>
                  <a:cubicBezTo>
                    <a:pt x="0" y="11109"/>
                    <a:pt x="2977" y="10179"/>
                    <a:pt x="4930" y="10923"/>
                  </a:cubicBezTo>
                  <a:cubicBezTo>
                    <a:pt x="4930" y="10923"/>
                    <a:pt x="6557" y="11527"/>
                    <a:pt x="7860" y="14690"/>
                  </a:cubicBezTo>
                  <a:lnTo>
                    <a:pt x="9348" y="14318"/>
                  </a:lnTo>
                  <a:cubicBezTo>
                    <a:pt x="9348" y="14318"/>
                    <a:pt x="7581" y="10970"/>
                    <a:pt x="7487" y="8645"/>
                  </a:cubicBezTo>
                  <a:cubicBezTo>
                    <a:pt x="7394" y="6319"/>
                    <a:pt x="9999" y="5575"/>
                    <a:pt x="9999" y="5575"/>
                  </a:cubicBezTo>
                  <a:lnTo>
                    <a:pt x="8883" y="3157"/>
                  </a:lnTo>
                  <a:cubicBezTo>
                    <a:pt x="8883" y="3157"/>
                    <a:pt x="10089" y="1"/>
                    <a:pt x="13950" y="83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4"/>
            <p:cNvSpPr/>
            <p:nvPr/>
          </p:nvSpPr>
          <p:spPr>
            <a:xfrm>
              <a:off x="4671750" y="2269325"/>
              <a:ext cx="92800" cy="123250"/>
            </a:xfrm>
            <a:custGeom>
              <a:avLst/>
              <a:gdLst/>
              <a:ahLst/>
              <a:cxnLst/>
              <a:rect l="l" t="t" r="r" b="b"/>
              <a:pathLst>
                <a:path w="3712" h="4930" fill="none" extrusionOk="0">
                  <a:moveTo>
                    <a:pt x="3247" y="930"/>
                  </a:moveTo>
                  <a:cubicBezTo>
                    <a:pt x="3247" y="930"/>
                    <a:pt x="1758" y="0"/>
                    <a:pt x="1015" y="1209"/>
                  </a:cubicBezTo>
                  <a:cubicBezTo>
                    <a:pt x="1" y="2858"/>
                    <a:pt x="2224" y="4930"/>
                    <a:pt x="3712" y="3163"/>
                  </a:cubicBezTo>
                  <a:lnTo>
                    <a:pt x="3433" y="2233"/>
                  </a:lnTo>
                  <a:cubicBezTo>
                    <a:pt x="3433" y="2233"/>
                    <a:pt x="2688" y="1861"/>
                    <a:pt x="1758" y="223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4"/>
            <p:cNvSpPr/>
            <p:nvPr/>
          </p:nvSpPr>
          <p:spPr>
            <a:xfrm>
              <a:off x="5014000" y="2508825"/>
              <a:ext cx="97025" cy="214200"/>
            </a:xfrm>
            <a:custGeom>
              <a:avLst/>
              <a:gdLst/>
              <a:ahLst/>
              <a:cxnLst/>
              <a:rect l="l" t="t" r="r" b="b"/>
              <a:pathLst>
                <a:path w="3881" h="8568" fill="none" extrusionOk="0">
                  <a:moveTo>
                    <a:pt x="3880" y="0"/>
                  </a:moveTo>
                  <a:cubicBezTo>
                    <a:pt x="3880" y="0"/>
                    <a:pt x="0" y="263"/>
                    <a:pt x="1063" y="3450"/>
                  </a:cubicBezTo>
                  <a:cubicBezTo>
                    <a:pt x="1735" y="5470"/>
                    <a:pt x="1600" y="6009"/>
                    <a:pt x="1735" y="7220"/>
                  </a:cubicBezTo>
                  <a:lnTo>
                    <a:pt x="1870" y="856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4"/>
            <p:cNvSpPr/>
            <p:nvPr/>
          </p:nvSpPr>
          <p:spPr>
            <a:xfrm>
              <a:off x="5080775" y="2227475"/>
              <a:ext cx="30250" cy="32600"/>
            </a:xfrm>
            <a:custGeom>
              <a:avLst/>
              <a:gdLst/>
              <a:ahLst/>
              <a:cxnLst/>
              <a:rect l="l" t="t" r="r" b="b"/>
              <a:pathLst>
                <a:path w="1210" h="1304" fill="none" extrusionOk="0">
                  <a:moveTo>
                    <a:pt x="1209" y="1303"/>
                  </a:moveTo>
                  <a:cubicBezTo>
                    <a:pt x="1209" y="1303"/>
                    <a:pt x="0" y="1303"/>
                    <a:pt x="279"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4"/>
            <p:cNvSpPr/>
            <p:nvPr/>
          </p:nvSpPr>
          <p:spPr>
            <a:xfrm>
              <a:off x="4432050" y="1867075"/>
              <a:ext cx="567350" cy="706875"/>
            </a:xfrm>
            <a:custGeom>
              <a:avLst/>
              <a:gdLst/>
              <a:ahLst/>
              <a:cxnLst/>
              <a:rect l="l" t="t" r="r" b="b"/>
              <a:pathLst>
                <a:path w="22694" h="28275" fill="none" extrusionOk="0">
                  <a:moveTo>
                    <a:pt x="21763" y="5116"/>
                  </a:moveTo>
                  <a:cubicBezTo>
                    <a:pt x="21763" y="5116"/>
                    <a:pt x="22693" y="187"/>
                    <a:pt x="18415" y="94"/>
                  </a:cubicBezTo>
                  <a:cubicBezTo>
                    <a:pt x="14136" y="0"/>
                    <a:pt x="12184" y="2791"/>
                    <a:pt x="9207" y="3349"/>
                  </a:cubicBezTo>
                  <a:cubicBezTo>
                    <a:pt x="6997" y="3763"/>
                    <a:pt x="0" y="6884"/>
                    <a:pt x="1023" y="12929"/>
                  </a:cubicBezTo>
                  <a:cubicBezTo>
                    <a:pt x="2046" y="18974"/>
                    <a:pt x="744" y="22601"/>
                    <a:pt x="7998" y="25019"/>
                  </a:cubicBezTo>
                  <a:cubicBezTo>
                    <a:pt x="7998" y="25019"/>
                    <a:pt x="9115" y="25205"/>
                    <a:pt x="10045" y="26507"/>
                  </a:cubicBezTo>
                  <a:cubicBezTo>
                    <a:pt x="10975" y="27810"/>
                    <a:pt x="12555" y="28274"/>
                    <a:pt x="13300" y="2808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4"/>
            <p:cNvSpPr/>
            <p:nvPr/>
          </p:nvSpPr>
          <p:spPr>
            <a:xfrm>
              <a:off x="4690700" y="2397925"/>
              <a:ext cx="91375" cy="256075"/>
            </a:xfrm>
            <a:custGeom>
              <a:avLst/>
              <a:gdLst/>
              <a:ahLst/>
              <a:cxnLst/>
              <a:rect l="l" t="t" r="r" b="b"/>
              <a:pathLst>
                <a:path w="3655" h="10243" fill="none" extrusionOk="0">
                  <a:moveTo>
                    <a:pt x="0" y="1"/>
                  </a:moveTo>
                  <a:cubicBezTo>
                    <a:pt x="0" y="1"/>
                    <a:pt x="2312" y="2787"/>
                    <a:pt x="3424" y="8818"/>
                  </a:cubicBezTo>
                  <a:cubicBezTo>
                    <a:pt x="3508" y="9274"/>
                    <a:pt x="3586" y="9749"/>
                    <a:pt x="3655" y="1024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4"/>
            <p:cNvSpPr/>
            <p:nvPr/>
          </p:nvSpPr>
          <p:spPr>
            <a:xfrm>
              <a:off x="5115625" y="2227475"/>
              <a:ext cx="34900" cy="20950"/>
            </a:xfrm>
            <a:custGeom>
              <a:avLst/>
              <a:gdLst/>
              <a:ahLst/>
              <a:cxnLst/>
              <a:rect l="l" t="t" r="r" b="b"/>
              <a:pathLst>
                <a:path w="1396" h="838" fill="none" extrusionOk="0">
                  <a:moveTo>
                    <a:pt x="559" y="744"/>
                  </a:moveTo>
                  <a:cubicBezTo>
                    <a:pt x="559" y="744"/>
                    <a:pt x="1" y="838"/>
                    <a:pt x="280" y="465"/>
                  </a:cubicBezTo>
                  <a:cubicBezTo>
                    <a:pt x="559" y="93"/>
                    <a:pt x="1023" y="1"/>
                    <a:pt x="1395" y="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4"/>
            <p:cNvSpPr/>
            <p:nvPr/>
          </p:nvSpPr>
          <p:spPr>
            <a:xfrm>
              <a:off x="4764500" y="2645575"/>
              <a:ext cx="282775" cy="67350"/>
            </a:xfrm>
            <a:custGeom>
              <a:avLst/>
              <a:gdLst/>
              <a:ahLst/>
              <a:cxnLst/>
              <a:rect l="l" t="t" r="r" b="b"/>
              <a:pathLst>
                <a:path w="11311" h="2694" fill="none" extrusionOk="0">
                  <a:moveTo>
                    <a:pt x="539" y="0"/>
                  </a:moveTo>
                  <a:lnTo>
                    <a:pt x="0" y="135"/>
                  </a:lnTo>
                  <a:cubicBezTo>
                    <a:pt x="5253" y="2289"/>
                    <a:pt x="11311" y="2694"/>
                    <a:pt x="11311" y="26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4"/>
            <p:cNvSpPr/>
            <p:nvPr/>
          </p:nvSpPr>
          <p:spPr>
            <a:xfrm>
              <a:off x="4764500" y="2648925"/>
              <a:ext cx="370325" cy="208750"/>
            </a:xfrm>
            <a:custGeom>
              <a:avLst/>
              <a:gdLst/>
              <a:ahLst/>
              <a:cxnLst/>
              <a:rect l="l" t="t" r="r" b="b"/>
              <a:pathLst>
                <a:path w="14813" h="8350" fill="none" extrusionOk="0">
                  <a:moveTo>
                    <a:pt x="0" y="1"/>
                  </a:moveTo>
                  <a:lnTo>
                    <a:pt x="539" y="3232"/>
                  </a:lnTo>
                  <a:cubicBezTo>
                    <a:pt x="5118" y="5387"/>
                    <a:pt x="12658" y="8350"/>
                    <a:pt x="12658" y="8350"/>
                  </a:cubicBezTo>
                  <a:lnTo>
                    <a:pt x="11311" y="3906"/>
                  </a:lnTo>
                  <a:cubicBezTo>
                    <a:pt x="11311" y="3906"/>
                    <a:pt x="10622" y="1508"/>
                    <a:pt x="11985" y="3097"/>
                  </a:cubicBezTo>
                  <a:cubicBezTo>
                    <a:pt x="12793" y="4040"/>
                    <a:pt x="14813" y="6599"/>
                    <a:pt x="14813" y="6599"/>
                  </a:cubicBezTo>
                  <a:lnTo>
                    <a:pt x="14274" y="2425"/>
                  </a:lnTo>
                  <a:lnTo>
                    <a:pt x="11715" y="1616"/>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4"/>
            <p:cNvSpPr/>
            <p:nvPr/>
          </p:nvSpPr>
          <p:spPr>
            <a:xfrm>
              <a:off x="5121325" y="2709525"/>
              <a:ext cx="50525" cy="84175"/>
            </a:xfrm>
            <a:custGeom>
              <a:avLst/>
              <a:gdLst/>
              <a:ahLst/>
              <a:cxnLst/>
              <a:rect l="l" t="t" r="r" b="b"/>
              <a:pathLst>
                <a:path w="2021" h="3367" fill="none" extrusionOk="0">
                  <a:moveTo>
                    <a:pt x="1" y="1"/>
                  </a:moveTo>
                  <a:lnTo>
                    <a:pt x="2021" y="3367"/>
                  </a:lnTo>
                  <a:lnTo>
                    <a:pt x="377" y="2913"/>
                  </a:lnTo>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4"/>
            <p:cNvSpPr/>
            <p:nvPr/>
          </p:nvSpPr>
          <p:spPr>
            <a:xfrm>
              <a:off x="5392750" y="2456275"/>
              <a:ext cx="41450" cy="58425"/>
            </a:xfrm>
            <a:custGeom>
              <a:avLst/>
              <a:gdLst/>
              <a:ahLst/>
              <a:cxnLst/>
              <a:rect l="l" t="t" r="r" b="b"/>
              <a:pathLst>
                <a:path w="1658" h="2337" extrusionOk="0">
                  <a:moveTo>
                    <a:pt x="620" y="1"/>
                  </a:moveTo>
                  <a:cubicBezTo>
                    <a:pt x="351" y="1"/>
                    <a:pt x="246" y="31"/>
                    <a:pt x="246" y="31"/>
                  </a:cubicBezTo>
                  <a:cubicBezTo>
                    <a:pt x="243" y="29"/>
                    <a:pt x="239" y="28"/>
                    <a:pt x="236" y="28"/>
                  </a:cubicBezTo>
                  <a:cubicBezTo>
                    <a:pt x="115" y="28"/>
                    <a:pt x="0" y="934"/>
                    <a:pt x="0" y="934"/>
                  </a:cubicBezTo>
                  <a:lnTo>
                    <a:pt x="935" y="2336"/>
                  </a:lnTo>
                  <a:cubicBezTo>
                    <a:pt x="935" y="2336"/>
                    <a:pt x="1657" y="169"/>
                    <a:pt x="1130" y="28"/>
                  </a:cubicBezTo>
                  <a:cubicBezTo>
                    <a:pt x="917" y="8"/>
                    <a:pt x="749" y="1"/>
                    <a:pt x="620" y="1"/>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4"/>
            <p:cNvSpPr/>
            <p:nvPr/>
          </p:nvSpPr>
          <p:spPr>
            <a:xfrm>
              <a:off x="5392750" y="2455375"/>
              <a:ext cx="41450" cy="59325"/>
            </a:xfrm>
            <a:custGeom>
              <a:avLst/>
              <a:gdLst/>
              <a:ahLst/>
              <a:cxnLst/>
              <a:rect l="l" t="t" r="r" b="b"/>
              <a:pathLst>
                <a:path w="1658" h="2373" fill="none" extrusionOk="0">
                  <a:moveTo>
                    <a:pt x="1130" y="64"/>
                  </a:moveTo>
                  <a:cubicBezTo>
                    <a:pt x="475" y="0"/>
                    <a:pt x="246" y="67"/>
                    <a:pt x="246" y="67"/>
                  </a:cubicBezTo>
                  <a:cubicBezTo>
                    <a:pt x="122" y="12"/>
                    <a:pt x="0" y="970"/>
                    <a:pt x="0" y="970"/>
                  </a:cubicBezTo>
                  <a:lnTo>
                    <a:pt x="935" y="2372"/>
                  </a:lnTo>
                  <a:cubicBezTo>
                    <a:pt x="935" y="2372"/>
                    <a:pt x="1657" y="205"/>
                    <a:pt x="1130" y="6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4"/>
            <p:cNvSpPr/>
            <p:nvPr/>
          </p:nvSpPr>
          <p:spPr>
            <a:xfrm>
              <a:off x="5305025" y="2392150"/>
              <a:ext cx="157700" cy="199225"/>
            </a:xfrm>
            <a:custGeom>
              <a:avLst/>
              <a:gdLst/>
              <a:ahLst/>
              <a:cxnLst/>
              <a:rect l="l" t="t" r="r" b="b"/>
              <a:pathLst>
                <a:path w="6308" h="7969" extrusionOk="0">
                  <a:moveTo>
                    <a:pt x="639" y="1"/>
                  </a:moveTo>
                  <a:cubicBezTo>
                    <a:pt x="420" y="1"/>
                    <a:pt x="190" y="103"/>
                    <a:pt x="0" y="422"/>
                  </a:cubicBezTo>
                  <a:cubicBezTo>
                    <a:pt x="0" y="422"/>
                    <a:pt x="353" y="1283"/>
                    <a:pt x="583" y="2090"/>
                  </a:cubicBezTo>
                  <a:cubicBezTo>
                    <a:pt x="813" y="2896"/>
                    <a:pt x="1923" y="5358"/>
                    <a:pt x="2430" y="5861"/>
                  </a:cubicBezTo>
                  <a:cubicBezTo>
                    <a:pt x="2938" y="6363"/>
                    <a:pt x="5227" y="7782"/>
                    <a:pt x="6308" y="7968"/>
                  </a:cubicBezTo>
                  <a:lnTo>
                    <a:pt x="1394" y="342"/>
                  </a:lnTo>
                  <a:cubicBezTo>
                    <a:pt x="1394" y="342"/>
                    <a:pt x="1036" y="1"/>
                    <a:pt x="639" y="1"/>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4"/>
            <p:cNvSpPr/>
            <p:nvPr/>
          </p:nvSpPr>
          <p:spPr>
            <a:xfrm>
              <a:off x="5305025" y="2380200"/>
              <a:ext cx="157700" cy="211175"/>
            </a:xfrm>
            <a:custGeom>
              <a:avLst/>
              <a:gdLst/>
              <a:ahLst/>
              <a:cxnLst/>
              <a:rect l="l" t="t" r="r" b="b"/>
              <a:pathLst>
                <a:path w="6308" h="8447" fill="none" extrusionOk="0">
                  <a:moveTo>
                    <a:pt x="1394" y="820"/>
                  </a:moveTo>
                  <a:cubicBezTo>
                    <a:pt x="1394" y="820"/>
                    <a:pt x="536" y="1"/>
                    <a:pt x="0" y="900"/>
                  </a:cubicBezTo>
                  <a:cubicBezTo>
                    <a:pt x="0" y="900"/>
                    <a:pt x="353" y="1761"/>
                    <a:pt x="583" y="2568"/>
                  </a:cubicBezTo>
                  <a:cubicBezTo>
                    <a:pt x="813" y="3374"/>
                    <a:pt x="1923" y="5836"/>
                    <a:pt x="2430" y="6339"/>
                  </a:cubicBezTo>
                  <a:cubicBezTo>
                    <a:pt x="2938" y="6841"/>
                    <a:pt x="5227" y="8260"/>
                    <a:pt x="6308" y="844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4"/>
            <p:cNvSpPr/>
            <p:nvPr/>
          </p:nvSpPr>
          <p:spPr>
            <a:xfrm>
              <a:off x="5338150" y="2490750"/>
              <a:ext cx="168350" cy="120550"/>
            </a:xfrm>
            <a:custGeom>
              <a:avLst/>
              <a:gdLst/>
              <a:ahLst/>
              <a:cxnLst/>
              <a:rect l="l" t="t" r="r" b="b"/>
              <a:pathLst>
                <a:path w="6734" h="4822" extrusionOk="0">
                  <a:moveTo>
                    <a:pt x="91" y="0"/>
                  </a:moveTo>
                  <a:cubicBezTo>
                    <a:pt x="0" y="564"/>
                    <a:pt x="644" y="2427"/>
                    <a:pt x="908" y="2834"/>
                  </a:cubicBezTo>
                  <a:cubicBezTo>
                    <a:pt x="1170" y="3242"/>
                    <a:pt x="1788" y="3510"/>
                    <a:pt x="3077" y="3923"/>
                  </a:cubicBezTo>
                  <a:cubicBezTo>
                    <a:pt x="4366" y="4336"/>
                    <a:pt x="5230" y="4711"/>
                    <a:pt x="5778" y="4802"/>
                  </a:cubicBezTo>
                  <a:cubicBezTo>
                    <a:pt x="5859" y="4815"/>
                    <a:pt x="5936" y="4821"/>
                    <a:pt x="6010" y="4821"/>
                  </a:cubicBezTo>
                  <a:cubicBezTo>
                    <a:pt x="6437" y="4821"/>
                    <a:pt x="6733" y="4629"/>
                    <a:pt x="6733" y="4629"/>
                  </a:cubicBezTo>
                  <a:lnTo>
                    <a:pt x="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4"/>
            <p:cNvSpPr/>
            <p:nvPr/>
          </p:nvSpPr>
          <p:spPr>
            <a:xfrm>
              <a:off x="5338150" y="2490750"/>
              <a:ext cx="168350" cy="122350"/>
            </a:xfrm>
            <a:custGeom>
              <a:avLst/>
              <a:gdLst/>
              <a:ahLst/>
              <a:cxnLst/>
              <a:rect l="l" t="t" r="r" b="b"/>
              <a:pathLst>
                <a:path w="6734" h="4894" fill="none" extrusionOk="0">
                  <a:moveTo>
                    <a:pt x="6733" y="4629"/>
                  </a:moveTo>
                  <a:cubicBezTo>
                    <a:pt x="6733" y="4629"/>
                    <a:pt x="6326" y="4893"/>
                    <a:pt x="5778" y="4802"/>
                  </a:cubicBezTo>
                  <a:cubicBezTo>
                    <a:pt x="5230" y="4711"/>
                    <a:pt x="4366" y="4336"/>
                    <a:pt x="3077" y="3923"/>
                  </a:cubicBezTo>
                  <a:cubicBezTo>
                    <a:pt x="1788" y="3510"/>
                    <a:pt x="1170" y="3242"/>
                    <a:pt x="908" y="2834"/>
                  </a:cubicBezTo>
                  <a:cubicBezTo>
                    <a:pt x="644" y="2427"/>
                    <a:pt x="0" y="564"/>
                    <a:pt x="91"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4"/>
            <p:cNvSpPr/>
            <p:nvPr/>
          </p:nvSpPr>
          <p:spPr>
            <a:xfrm>
              <a:off x="5362525" y="2474650"/>
              <a:ext cx="47450" cy="27550"/>
            </a:xfrm>
            <a:custGeom>
              <a:avLst/>
              <a:gdLst/>
              <a:ahLst/>
              <a:cxnLst/>
              <a:rect l="l" t="t" r="r" b="b"/>
              <a:pathLst>
                <a:path w="1898" h="1102" fill="none" extrusionOk="0">
                  <a:moveTo>
                    <a:pt x="1897" y="1102"/>
                  </a:moveTo>
                  <a:cubicBezTo>
                    <a:pt x="1897" y="1102"/>
                    <a:pt x="1257" y="90"/>
                    <a:pt x="832" y="53"/>
                  </a:cubicBezTo>
                  <a:cubicBezTo>
                    <a:pt x="233" y="0"/>
                    <a:pt x="0" y="279"/>
                    <a:pt x="0" y="27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4"/>
            <p:cNvSpPr/>
            <p:nvPr/>
          </p:nvSpPr>
          <p:spPr>
            <a:xfrm>
              <a:off x="5368950" y="2447800"/>
              <a:ext cx="18450" cy="29425"/>
            </a:xfrm>
            <a:custGeom>
              <a:avLst/>
              <a:gdLst/>
              <a:ahLst/>
              <a:cxnLst/>
              <a:rect l="l" t="t" r="r" b="b"/>
              <a:pathLst>
                <a:path w="738" h="1177" fill="none" extrusionOk="0">
                  <a:moveTo>
                    <a:pt x="737" y="1177"/>
                  </a:moveTo>
                  <a:cubicBezTo>
                    <a:pt x="737" y="1177"/>
                    <a:pt x="339" y="152"/>
                    <a:pt x="1"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4"/>
            <p:cNvSpPr/>
            <p:nvPr/>
          </p:nvSpPr>
          <p:spPr>
            <a:xfrm>
              <a:off x="5607025" y="2355625"/>
              <a:ext cx="14225" cy="71500"/>
            </a:xfrm>
            <a:custGeom>
              <a:avLst/>
              <a:gdLst/>
              <a:ahLst/>
              <a:cxnLst/>
              <a:rect l="l" t="t" r="r" b="b"/>
              <a:pathLst>
                <a:path w="569" h="2860" fill="none" extrusionOk="0">
                  <a:moveTo>
                    <a:pt x="569" y="0"/>
                  </a:moveTo>
                  <a:cubicBezTo>
                    <a:pt x="569" y="0"/>
                    <a:pt x="0" y="771"/>
                    <a:pt x="415" y="285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4"/>
            <p:cNvSpPr/>
            <p:nvPr/>
          </p:nvSpPr>
          <p:spPr>
            <a:xfrm>
              <a:off x="5627425" y="2344675"/>
              <a:ext cx="20125" cy="54675"/>
            </a:xfrm>
            <a:custGeom>
              <a:avLst/>
              <a:gdLst/>
              <a:ahLst/>
              <a:cxnLst/>
              <a:rect l="l" t="t" r="r" b="b"/>
              <a:pathLst>
                <a:path w="805" h="2187" fill="none" extrusionOk="0">
                  <a:moveTo>
                    <a:pt x="804" y="0"/>
                  </a:moveTo>
                  <a:cubicBezTo>
                    <a:pt x="804" y="0"/>
                    <a:pt x="1" y="683"/>
                    <a:pt x="81" y="218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4"/>
            <p:cNvSpPr/>
            <p:nvPr/>
          </p:nvSpPr>
          <p:spPr>
            <a:xfrm>
              <a:off x="5658075" y="2274700"/>
              <a:ext cx="118375" cy="188350"/>
            </a:xfrm>
            <a:custGeom>
              <a:avLst/>
              <a:gdLst/>
              <a:ahLst/>
              <a:cxnLst/>
              <a:rect l="l" t="t" r="r" b="b"/>
              <a:pathLst>
                <a:path w="4735" h="7534" extrusionOk="0">
                  <a:moveTo>
                    <a:pt x="2928" y="0"/>
                  </a:moveTo>
                  <a:lnTo>
                    <a:pt x="1103" y="823"/>
                  </a:lnTo>
                  <a:cubicBezTo>
                    <a:pt x="1103" y="823"/>
                    <a:pt x="0" y="2272"/>
                    <a:pt x="220" y="4130"/>
                  </a:cubicBezTo>
                  <a:cubicBezTo>
                    <a:pt x="510" y="6585"/>
                    <a:pt x="3034" y="7534"/>
                    <a:pt x="3034" y="7534"/>
                  </a:cubicBezTo>
                  <a:lnTo>
                    <a:pt x="4735" y="6657"/>
                  </a:lnTo>
                  <a:cubicBezTo>
                    <a:pt x="4735" y="6657"/>
                    <a:pt x="2459" y="5815"/>
                    <a:pt x="2007" y="4151"/>
                  </a:cubicBezTo>
                  <a:cubicBezTo>
                    <a:pt x="1468" y="2168"/>
                    <a:pt x="2928" y="1"/>
                    <a:pt x="2928"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4"/>
            <p:cNvSpPr/>
            <p:nvPr/>
          </p:nvSpPr>
          <p:spPr>
            <a:xfrm>
              <a:off x="5692475" y="2197650"/>
              <a:ext cx="145925" cy="252875"/>
            </a:xfrm>
            <a:custGeom>
              <a:avLst/>
              <a:gdLst/>
              <a:ahLst/>
              <a:cxnLst/>
              <a:rect l="l" t="t" r="r" b="b"/>
              <a:pathLst>
                <a:path w="5837" h="10115" extrusionOk="0">
                  <a:moveTo>
                    <a:pt x="5836" y="0"/>
                  </a:moveTo>
                  <a:lnTo>
                    <a:pt x="1450" y="2437"/>
                  </a:lnTo>
                  <a:cubicBezTo>
                    <a:pt x="1450" y="2437"/>
                    <a:pt x="0" y="4284"/>
                    <a:pt x="531" y="6687"/>
                  </a:cubicBezTo>
                  <a:cubicBezTo>
                    <a:pt x="1207" y="9748"/>
                    <a:pt x="4224" y="10114"/>
                    <a:pt x="4224" y="10114"/>
                  </a:cubicBezTo>
                  <a:lnTo>
                    <a:pt x="5836" y="9261"/>
                  </a:lnTo>
                  <a:lnTo>
                    <a:pt x="5836"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4"/>
            <p:cNvSpPr/>
            <p:nvPr/>
          </p:nvSpPr>
          <p:spPr>
            <a:xfrm>
              <a:off x="5692475" y="2197650"/>
              <a:ext cx="145925" cy="252875"/>
            </a:xfrm>
            <a:custGeom>
              <a:avLst/>
              <a:gdLst/>
              <a:ahLst/>
              <a:cxnLst/>
              <a:rect l="l" t="t" r="r" b="b"/>
              <a:pathLst>
                <a:path w="5837" h="10115" fill="none" extrusionOk="0">
                  <a:moveTo>
                    <a:pt x="5836" y="0"/>
                  </a:moveTo>
                  <a:lnTo>
                    <a:pt x="1450" y="2437"/>
                  </a:lnTo>
                  <a:cubicBezTo>
                    <a:pt x="1450" y="2437"/>
                    <a:pt x="0" y="4284"/>
                    <a:pt x="531" y="6687"/>
                  </a:cubicBezTo>
                  <a:cubicBezTo>
                    <a:pt x="1207" y="9748"/>
                    <a:pt x="4224" y="10114"/>
                    <a:pt x="4224" y="10114"/>
                  </a:cubicBezTo>
                  <a:lnTo>
                    <a:pt x="5836" y="9261"/>
                  </a:lnTo>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4"/>
            <p:cNvSpPr/>
            <p:nvPr/>
          </p:nvSpPr>
          <p:spPr>
            <a:xfrm>
              <a:off x="5393250" y="2400475"/>
              <a:ext cx="19650" cy="35775"/>
            </a:xfrm>
            <a:custGeom>
              <a:avLst/>
              <a:gdLst/>
              <a:ahLst/>
              <a:cxnLst/>
              <a:rect l="l" t="t" r="r" b="b"/>
              <a:pathLst>
                <a:path w="786" h="1431" fill="none" extrusionOk="0">
                  <a:moveTo>
                    <a:pt x="785" y="1"/>
                  </a:moveTo>
                  <a:cubicBezTo>
                    <a:pt x="785" y="1"/>
                    <a:pt x="305" y="388"/>
                    <a:pt x="0" y="143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4"/>
            <p:cNvSpPr/>
            <p:nvPr/>
          </p:nvSpPr>
          <p:spPr>
            <a:xfrm>
              <a:off x="5382225" y="2401700"/>
              <a:ext cx="18075" cy="26100"/>
            </a:xfrm>
            <a:custGeom>
              <a:avLst/>
              <a:gdLst/>
              <a:ahLst/>
              <a:cxnLst/>
              <a:rect l="l" t="t" r="r" b="b"/>
              <a:pathLst>
                <a:path w="723" h="1044" fill="none" extrusionOk="0">
                  <a:moveTo>
                    <a:pt x="723" y="0"/>
                  </a:moveTo>
                  <a:cubicBezTo>
                    <a:pt x="723" y="0"/>
                    <a:pt x="199" y="248"/>
                    <a:pt x="1" y="104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4"/>
            <p:cNvSpPr/>
            <p:nvPr/>
          </p:nvSpPr>
          <p:spPr>
            <a:xfrm>
              <a:off x="5167250" y="2268075"/>
              <a:ext cx="166575" cy="150950"/>
            </a:xfrm>
            <a:custGeom>
              <a:avLst/>
              <a:gdLst/>
              <a:ahLst/>
              <a:cxnLst/>
              <a:rect l="l" t="t" r="r" b="b"/>
              <a:pathLst>
                <a:path w="6663" h="6038" extrusionOk="0">
                  <a:moveTo>
                    <a:pt x="189" y="1"/>
                  </a:moveTo>
                  <a:lnTo>
                    <a:pt x="0" y="159"/>
                  </a:lnTo>
                  <a:lnTo>
                    <a:pt x="6663" y="6038"/>
                  </a:lnTo>
                  <a:lnTo>
                    <a:pt x="6663" y="6038"/>
                  </a:lnTo>
                  <a:lnTo>
                    <a:pt x="6570" y="5653"/>
                  </a:lnTo>
                  <a:lnTo>
                    <a:pt x="189" y="1"/>
                  </a:ln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4"/>
            <p:cNvSpPr/>
            <p:nvPr/>
          </p:nvSpPr>
          <p:spPr>
            <a:xfrm>
              <a:off x="5135225" y="2238250"/>
              <a:ext cx="36950" cy="33800"/>
            </a:xfrm>
            <a:custGeom>
              <a:avLst/>
              <a:gdLst/>
              <a:ahLst/>
              <a:cxnLst/>
              <a:rect l="l" t="t" r="r" b="b"/>
              <a:pathLst>
                <a:path w="1478" h="1352" extrusionOk="0">
                  <a:moveTo>
                    <a:pt x="325" y="1"/>
                  </a:moveTo>
                  <a:cubicBezTo>
                    <a:pt x="113" y="1"/>
                    <a:pt x="1" y="180"/>
                    <a:pt x="84" y="392"/>
                  </a:cubicBezTo>
                  <a:cubicBezTo>
                    <a:pt x="293" y="923"/>
                    <a:pt x="1281" y="1352"/>
                    <a:pt x="1281" y="1352"/>
                  </a:cubicBezTo>
                  <a:lnTo>
                    <a:pt x="1478" y="1171"/>
                  </a:lnTo>
                  <a:cubicBezTo>
                    <a:pt x="1331" y="904"/>
                    <a:pt x="1106" y="535"/>
                    <a:pt x="862" y="290"/>
                  </a:cubicBezTo>
                  <a:cubicBezTo>
                    <a:pt x="657" y="82"/>
                    <a:pt x="468" y="1"/>
                    <a:pt x="325"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4"/>
            <p:cNvSpPr/>
            <p:nvPr/>
          </p:nvSpPr>
          <p:spPr>
            <a:xfrm>
              <a:off x="5390300" y="2489700"/>
              <a:ext cx="107975" cy="96850"/>
            </a:xfrm>
            <a:custGeom>
              <a:avLst/>
              <a:gdLst/>
              <a:ahLst/>
              <a:cxnLst/>
              <a:rect l="l" t="t" r="r" b="b"/>
              <a:pathLst>
                <a:path w="4319" h="3874" extrusionOk="0">
                  <a:moveTo>
                    <a:pt x="2613" y="1"/>
                  </a:moveTo>
                  <a:lnTo>
                    <a:pt x="1024" y="320"/>
                  </a:lnTo>
                  <a:lnTo>
                    <a:pt x="0" y="1613"/>
                  </a:lnTo>
                  <a:lnTo>
                    <a:pt x="2613" y="3874"/>
                  </a:lnTo>
                  <a:lnTo>
                    <a:pt x="4319" y="2539"/>
                  </a:lnTo>
                  <a:lnTo>
                    <a:pt x="26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4"/>
            <p:cNvSpPr/>
            <p:nvPr/>
          </p:nvSpPr>
          <p:spPr>
            <a:xfrm>
              <a:off x="5424675" y="2489150"/>
              <a:ext cx="17625" cy="26800"/>
            </a:xfrm>
            <a:custGeom>
              <a:avLst/>
              <a:gdLst/>
              <a:ahLst/>
              <a:cxnLst/>
              <a:rect l="l" t="t" r="r" b="b"/>
              <a:pathLst>
                <a:path w="705" h="1072" fill="none" extrusionOk="0">
                  <a:moveTo>
                    <a:pt x="1" y="1071"/>
                  </a:moveTo>
                  <a:cubicBezTo>
                    <a:pt x="1" y="1071"/>
                    <a:pt x="93" y="267"/>
                    <a:pt x="704"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4"/>
            <p:cNvSpPr/>
            <p:nvPr/>
          </p:nvSpPr>
          <p:spPr>
            <a:xfrm>
              <a:off x="5326125" y="2323075"/>
              <a:ext cx="390625" cy="287575"/>
            </a:xfrm>
            <a:custGeom>
              <a:avLst/>
              <a:gdLst/>
              <a:ahLst/>
              <a:cxnLst/>
              <a:rect l="l" t="t" r="r" b="b"/>
              <a:pathLst>
                <a:path w="15625" h="11503" extrusionOk="0">
                  <a:moveTo>
                    <a:pt x="13898" y="0"/>
                  </a:moveTo>
                  <a:lnTo>
                    <a:pt x="13898" y="0"/>
                  </a:lnTo>
                  <a:cubicBezTo>
                    <a:pt x="13897" y="0"/>
                    <a:pt x="12761" y="1267"/>
                    <a:pt x="11558" y="1332"/>
                  </a:cubicBezTo>
                  <a:cubicBezTo>
                    <a:pt x="11483" y="1336"/>
                    <a:pt x="11406" y="1338"/>
                    <a:pt x="11327" y="1338"/>
                  </a:cubicBezTo>
                  <a:cubicBezTo>
                    <a:pt x="10854" y="1338"/>
                    <a:pt x="10312" y="1275"/>
                    <a:pt x="9665" y="1275"/>
                  </a:cubicBezTo>
                  <a:cubicBezTo>
                    <a:pt x="8696" y="1275"/>
                    <a:pt x="7493" y="1416"/>
                    <a:pt x="5932" y="2119"/>
                  </a:cubicBezTo>
                  <a:cubicBezTo>
                    <a:pt x="4662" y="2692"/>
                    <a:pt x="3941" y="3147"/>
                    <a:pt x="2875" y="3147"/>
                  </a:cubicBezTo>
                  <a:cubicBezTo>
                    <a:pt x="2410" y="3147"/>
                    <a:pt x="1879" y="3060"/>
                    <a:pt x="1208" y="2858"/>
                  </a:cubicBezTo>
                  <a:cubicBezTo>
                    <a:pt x="1208" y="2858"/>
                    <a:pt x="1139" y="2843"/>
                    <a:pt x="1037" y="2843"/>
                  </a:cubicBezTo>
                  <a:cubicBezTo>
                    <a:pt x="820" y="2843"/>
                    <a:pt x="451" y="2910"/>
                    <a:pt x="269" y="3331"/>
                  </a:cubicBezTo>
                  <a:cubicBezTo>
                    <a:pt x="0" y="3947"/>
                    <a:pt x="1144" y="5031"/>
                    <a:pt x="2787" y="5304"/>
                  </a:cubicBezTo>
                  <a:cubicBezTo>
                    <a:pt x="3068" y="5351"/>
                    <a:pt x="3305" y="5370"/>
                    <a:pt x="3508" y="5370"/>
                  </a:cubicBezTo>
                  <a:cubicBezTo>
                    <a:pt x="4415" y="5370"/>
                    <a:pt x="4636" y="4988"/>
                    <a:pt x="5021" y="4988"/>
                  </a:cubicBezTo>
                  <a:cubicBezTo>
                    <a:pt x="5054" y="4988"/>
                    <a:pt x="5087" y="4991"/>
                    <a:pt x="5122" y="4997"/>
                  </a:cubicBezTo>
                  <a:cubicBezTo>
                    <a:pt x="5671" y="5088"/>
                    <a:pt x="5118" y="6023"/>
                    <a:pt x="4780" y="6464"/>
                  </a:cubicBezTo>
                  <a:cubicBezTo>
                    <a:pt x="4442" y="6903"/>
                    <a:pt x="4528" y="7381"/>
                    <a:pt x="4667" y="7735"/>
                  </a:cubicBezTo>
                  <a:lnTo>
                    <a:pt x="5858" y="11412"/>
                  </a:lnTo>
                  <a:cubicBezTo>
                    <a:pt x="5858" y="11412"/>
                    <a:pt x="6104" y="11502"/>
                    <a:pt x="6482" y="11502"/>
                  </a:cubicBezTo>
                  <a:cubicBezTo>
                    <a:pt x="6920" y="11502"/>
                    <a:pt x="7536" y="11382"/>
                    <a:pt x="8154" y="10864"/>
                  </a:cubicBezTo>
                  <a:cubicBezTo>
                    <a:pt x="9307" y="9897"/>
                    <a:pt x="12201" y="7630"/>
                    <a:pt x="13301" y="6786"/>
                  </a:cubicBezTo>
                  <a:cubicBezTo>
                    <a:pt x="14401" y="5942"/>
                    <a:pt x="15624" y="5153"/>
                    <a:pt x="15624" y="5153"/>
                  </a:cubicBezTo>
                  <a:cubicBezTo>
                    <a:pt x="15624" y="5153"/>
                    <a:pt x="12344" y="3581"/>
                    <a:pt x="138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4"/>
            <p:cNvSpPr/>
            <p:nvPr/>
          </p:nvSpPr>
          <p:spPr>
            <a:xfrm>
              <a:off x="5326125" y="2323075"/>
              <a:ext cx="390625" cy="295775"/>
            </a:xfrm>
            <a:custGeom>
              <a:avLst/>
              <a:gdLst/>
              <a:ahLst/>
              <a:cxnLst/>
              <a:rect l="l" t="t" r="r" b="b"/>
              <a:pathLst>
                <a:path w="15625" h="11831" fill="none" extrusionOk="0">
                  <a:moveTo>
                    <a:pt x="5858" y="11412"/>
                  </a:moveTo>
                  <a:cubicBezTo>
                    <a:pt x="5858" y="11412"/>
                    <a:pt x="7000" y="11831"/>
                    <a:pt x="8154" y="10864"/>
                  </a:cubicBezTo>
                  <a:cubicBezTo>
                    <a:pt x="9307" y="9897"/>
                    <a:pt x="12201" y="7630"/>
                    <a:pt x="13301" y="6786"/>
                  </a:cubicBezTo>
                  <a:cubicBezTo>
                    <a:pt x="14401" y="5942"/>
                    <a:pt x="15624" y="5153"/>
                    <a:pt x="15624" y="5153"/>
                  </a:cubicBezTo>
                  <a:cubicBezTo>
                    <a:pt x="15624" y="5153"/>
                    <a:pt x="12344" y="3581"/>
                    <a:pt x="13898" y="0"/>
                  </a:cubicBezTo>
                  <a:cubicBezTo>
                    <a:pt x="13898" y="0"/>
                    <a:pt x="12761" y="1267"/>
                    <a:pt x="11558" y="1332"/>
                  </a:cubicBezTo>
                  <a:cubicBezTo>
                    <a:pt x="10356" y="1397"/>
                    <a:pt x="8709" y="868"/>
                    <a:pt x="5932" y="2119"/>
                  </a:cubicBezTo>
                  <a:cubicBezTo>
                    <a:pt x="4107" y="2942"/>
                    <a:pt x="3415" y="3522"/>
                    <a:pt x="1208" y="2858"/>
                  </a:cubicBezTo>
                  <a:cubicBezTo>
                    <a:pt x="1208" y="2858"/>
                    <a:pt x="537" y="2712"/>
                    <a:pt x="269" y="3331"/>
                  </a:cubicBezTo>
                  <a:cubicBezTo>
                    <a:pt x="0" y="3947"/>
                    <a:pt x="1144" y="5031"/>
                    <a:pt x="2787" y="5304"/>
                  </a:cubicBezTo>
                  <a:cubicBezTo>
                    <a:pt x="4430" y="5577"/>
                    <a:pt x="4575" y="4906"/>
                    <a:pt x="5122" y="4997"/>
                  </a:cubicBezTo>
                  <a:cubicBezTo>
                    <a:pt x="5671" y="5088"/>
                    <a:pt x="5118" y="6023"/>
                    <a:pt x="4780" y="6464"/>
                  </a:cubicBezTo>
                  <a:cubicBezTo>
                    <a:pt x="4442" y="6903"/>
                    <a:pt x="4528" y="7381"/>
                    <a:pt x="4667" y="773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4"/>
            <p:cNvSpPr/>
            <p:nvPr/>
          </p:nvSpPr>
          <p:spPr>
            <a:xfrm>
              <a:off x="5393275" y="2490500"/>
              <a:ext cx="41825" cy="30175"/>
            </a:xfrm>
            <a:custGeom>
              <a:avLst/>
              <a:gdLst/>
              <a:ahLst/>
              <a:cxnLst/>
              <a:rect l="l" t="t" r="r" b="b"/>
              <a:pathLst>
                <a:path w="1673" h="1207" fill="none" extrusionOk="0">
                  <a:moveTo>
                    <a:pt x="1673" y="141"/>
                  </a:moveTo>
                  <a:cubicBezTo>
                    <a:pt x="740" y="1"/>
                    <a:pt x="1" y="1206"/>
                    <a:pt x="1" y="120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4"/>
            <p:cNvSpPr/>
            <p:nvPr/>
          </p:nvSpPr>
          <p:spPr>
            <a:xfrm>
              <a:off x="5057375" y="2783575"/>
              <a:ext cx="77450" cy="30350"/>
            </a:xfrm>
            <a:custGeom>
              <a:avLst/>
              <a:gdLst/>
              <a:ahLst/>
              <a:cxnLst/>
              <a:rect l="l" t="t" r="r" b="b"/>
              <a:pathLst>
                <a:path w="3098" h="1214" fill="none" extrusionOk="0">
                  <a:moveTo>
                    <a:pt x="3098" y="1213"/>
                  </a:moveTo>
                  <a:lnTo>
                    <a:pt x="0" y="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44"/>
          <p:cNvGrpSpPr/>
          <p:nvPr/>
        </p:nvGrpSpPr>
        <p:grpSpPr>
          <a:xfrm>
            <a:off x="8004477" y="1277623"/>
            <a:ext cx="880927" cy="880985"/>
            <a:chOff x="1322675" y="613125"/>
            <a:chExt cx="570475" cy="570475"/>
          </a:xfrm>
        </p:grpSpPr>
        <p:sp>
          <p:nvSpPr>
            <p:cNvPr id="630" name="Google Shape;630;p44"/>
            <p:cNvSpPr/>
            <p:nvPr/>
          </p:nvSpPr>
          <p:spPr>
            <a:xfrm>
              <a:off x="1322675" y="613125"/>
              <a:ext cx="570475" cy="570475"/>
            </a:xfrm>
            <a:custGeom>
              <a:avLst/>
              <a:gdLst/>
              <a:ahLst/>
              <a:cxnLst/>
              <a:rect l="l" t="t" r="r" b="b"/>
              <a:pathLst>
                <a:path w="22819" h="22819" extrusionOk="0">
                  <a:moveTo>
                    <a:pt x="11410" y="0"/>
                  </a:moveTo>
                  <a:cubicBezTo>
                    <a:pt x="8383" y="0"/>
                    <a:pt x="5482" y="1202"/>
                    <a:pt x="3342" y="3341"/>
                  </a:cubicBezTo>
                  <a:cubicBezTo>
                    <a:pt x="1202" y="5482"/>
                    <a:pt x="0" y="8383"/>
                    <a:pt x="0" y="11409"/>
                  </a:cubicBezTo>
                  <a:cubicBezTo>
                    <a:pt x="0" y="14434"/>
                    <a:pt x="1202" y="17337"/>
                    <a:pt x="3342" y="19476"/>
                  </a:cubicBezTo>
                  <a:cubicBezTo>
                    <a:pt x="5482" y="21615"/>
                    <a:pt x="8383" y="22818"/>
                    <a:pt x="11410" y="22818"/>
                  </a:cubicBezTo>
                  <a:cubicBezTo>
                    <a:pt x="14435" y="22818"/>
                    <a:pt x="17337" y="21615"/>
                    <a:pt x="19477" y="19476"/>
                  </a:cubicBezTo>
                  <a:cubicBezTo>
                    <a:pt x="21616" y="17337"/>
                    <a:pt x="22818" y="14434"/>
                    <a:pt x="22818" y="11409"/>
                  </a:cubicBezTo>
                  <a:cubicBezTo>
                    <a:pt x="22818" y="8383"/>
                    <a:pt x="21616" y="5482"/>
                    <a:pt x="19477" y="3341"/>
                  </a:cubicBezTo>
                  <a:cubicBezTo>
                    <a:pt x="17337" y="1202"/>
                    <a:pt x="14435" y="0"/>
                    <a:pt x="11410" y="0"/>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4"/>
            <p:cNvSpPr/>
            <p:nvPr/>
          </p:nvSpPr>
          <p:spPr>
            <a:xfrm>
              <a:off x="1488575" y="789625"/>
              <a:ext cx="228050" cy="217425"/>
            </a:xfrm>
            <a:custGeom>
              <a:avLst/>
              <a:gdLst/>
              <a:ahLst/>
              <a:cxnLst/>
              <a:rect l="l" t="t" r="r" b="b"/>
              <a:pathLst>
                <a:path w="9122" h="8697" extrusionOk="0">
                  <a:moveTo>
                    <a:pt x="4773" y="1"/>
                  </a:moveTo>
                  <a:cubicBezTo>
                    <a:pt x="3660" y="1"/>
                    <a:pt x="2548" y="426"/>
                    <a:pt x="1699" y="1275"/>
                  </a:cubicBezTo>
                  <a:cubicBezTo>
                    <a:pt x="0" y="2972"/>
                    <a:pt x="0" y="5726"/>
                    <a:pt x="1699" y="7424"/>
                  </a:cubicBezTo>
                  <a:cubicBezTo>
                    <a:pt x="2514" y="8239"/>
                    <a:pt x="3620" y="8697"/>
                    <a:pt x="4774" y="8697"/>
                  </a:cubicBezTo>
                  <a:cubicBezTo>
                    <a:pt x="5926" y="8697"/>
                    <a:pt x="7032" y="8239"/>
                    <a:pt x="7848" y="7424"/>
                  </a:cubicBezTo>
                  <a:cubicBezTo>
                    <a:pt x="8663" y="6608"/>
                    <a:pt x="9122" y="5502"/>
                    <a:pt x="9122" y="4349"/>
                  </a:cubicBezTo>
                  <a:cubicBezTo>
                    <a:pt x="9122" y="3195"/>
                    <a:pt x="8663" y="2090"/>
                    <a:pt x="7848" y="1275"/>
                  </a:cubicBezTo>
                  <a:cubicBezTo>
                    <a:pt x="6999" y="426"/>
                    <a:pt x="5886" y="1"/>
                    <a:pt x="4773"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4"/>
            <p:cNvSpPr/>
            <p:nvPr/>
          </p:nvSpPr>
          <p:spPr>
            <a:xfrm>
              <a:off x="1595125" y="655150"/>
              <a:ext cx="25575" cy="25575"/>
            </a:xfrm>
            <a:custGeom>
              <a:avLst/>
              <a:gdLst/>
              <a:ahLst/>
              <a:cxnLst/>
              <a:rect l="l" t="t" r="r" b="b"/>
              <a:pathLst>
                <a:path w="1023" h="1023" extrusionOk="0">
                  <a:moveTo>
                    <a:pt x="1022" y="512"/>
                  </a:moveTo>
                  <a:cubicBezTo>
                    <a:pt x="1022" y="794"/>
                    <a:pt x="793" y="1022"/>
                    <a:pt x="512" y="1022"/>
                  </a:cubicBezTo>
                  <a:cubicBezTo>
                    <a:pt x="229" y="1022"/>
                    <a:pt x="0" y="794"/>
                    <a:pt x="0" y="512"/>
                  </a:cubicBezTo>
                  <a:cubicBezTo>
                    <a:pt x="0" y="229"/>
                    <a:pt x="229" y="1"/>
                    <a:pt x="512" y="1"/>
                  </a:cubicBezTo>
                  <a:cubicBezTo>
                    <a:pt x="793" y="1"/>
                    <a:pt x="1022" y="229"/>
                    <a:pt x="1022" y="512"/>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4"/>
            <p:cNvSpPr/>
            <p:nvPr/>
          </p:nvSpPr>
          <p:spPr>
            <a:xfrm>
              <a:off x="1595125" y="1115975"/>
              <a:ext cx="25575" cy="25575"/>
            </a:xfrm>
            <a:custGeom>
              <a:avLst/>
              <a:gdLst/>
              <a:ahLst/>
              <a:cxnLst/>
              <a:rect l="l" t="t" r="r" b="b"/>
              <a:pathLst>
                <a:path w="1023" h="1023" extrusionOk="0">
                  <a:moveTo>
                    <a:pt x="1022" y="511"/>
                  </a:moveTo>
                  <a:cubicBezTo>
                    <a:pt x="1022" y="793"/>
                    <a:pt x="793" y="1023"/>
                    <a:pt x="512" y="1023"/>
                  </a:cubicBezTo>
                  <a:cubicBezTo>
                    <a:pt x="229" y="1023"/>
                    <a:pt x="0" y="793"/>
                    <a:pt x="0" y="511"/>
                  </a:cubicBezTo>
                  <a:cubicBezTo>
                    <a:pt x="0" y="230"/>
                    <a:pt x="229" y="0"/>
                    <a:pt x="512" y="0"/>
                  </a:cubicBezTo>
                  <a:cubicBezTo>
                    <a:pt x="793" y="0"/>
                    <a:pt x="1022" y="230"/>
                    <a:pt x="1022"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4"/>
            <p:cNvSpPr/>
            <p:nvPr/>
          </p:nvSpPr>
          <p:spPr>
            <a:xfrm>
              <a:off x="1831050" y="871850"/>
              <a:ext cx="25575" cy="25600"/>
            </a:xfrm>
            <a:custGeom>
              <a:avLst/>
              <a:gdLst/>
              <a:ahLst/>
              <a:cxnLst/>
              <a:rect l="l" t="t" r="r" b="b"/>
              <a:pathLst>
                <a:path w="1023" h="1024" extrusionOk="0">
                  <a:moveTo>
                    <a:pt x="1022" y="511"/>
                  </a:moveTo>
                  <a:cubicBezTo>
                    <a:pt x="1022" y="794"/>
                    <a:pt x="793" y="1023"/>
                    <a:pt x="511" y="1023"/>
                  </a:cubicBezTo>
                  <a:cubicBezTo>
                    <a:pt x="229" y="1023"/>
                    <a:pt x="0" y="794"/>
                    <a:pt x="0" y="511"/>
                  </a:cubicBezTo>
                  <a:cubicBezTo>
                    <a:pt x="0" y="230"/>
                    <a:pt x="229" y="1"/>
                    <a:pt x="511" y="1"/>
                  </a:cubicBezTo>
                  <a:cubicBezTo>
                    <a:pt x="793" y="1"/>
                    <a:pt x="1022" y="230"/>
                    <a:pt x="1022"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4"/>
            <p:cNvSpPr/>
            <p:nvPr/>
          </p:nvSpPr>
          <p:spPr>
            <a:xfrm>
              <a:off x="1374325" y="884625"/>
              <a:ext cx="25575" cy="25575"/>
            </a:xfrm>
            <a:custGeom>
              <a:avLst/>
              <a:gdLst/>
              <a:ahLst/>
              <a:cxnLst/>
              <a:rect l="l" t="t" r="r" b="b"/>
              <a:pathLst>
                <a:path w="1023" h="1023" extrusionOk="0">
                  <a:moveTo>
                    <a:pt x="1022" y="512"/>
                  </a:moveTo>
                  <a:cubicBezTo>
                    <a:pt x="1022" y="793"/>
                    <a:pt x="793" y="1023"/>
                    <a:pt x="511" y="1023"/>
                  </a:cubicBezTo>
                  <a:cubicBezTo>
                    <a:pt x="229" y="1023"/>
                    <a:pt x="0" y="793"/>
                    <a:pt x="0" y="512"/>
                  </a:cubicBezTo>
                  <a:cubicBezTo>
                    <a:pt x="0" y="230"/>
                    <a:pt x="229" y="0"/>
                    <a:pt x="511" y="0"/>
                  </a:cubicBezTo>
                  <a:cubicBezTo>
                    <a:pt x="793" y="0"/>
                    <a:pt x="1022" y="230"/>
                    <a:pt x="1022" y="512"/>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4"/>
            <p:cNvSpPr/>
            <p:nvPr/>
          </p:nvSpPr>
          <p:spPr>
            <a:xfrm>
              <a:off x="1760775" y="1056900"/>
              <a:ext cx="25600" cy="25600"/>
            </a:xfrm>
            <a:custGeom>
              <a:avLst/>
              <a:gdLst/>
              <a:ahLst/>
              <a:cxnLst/>
              <a:rect l="l" t="t" r="r" b="b"/>
              <a:pathLst>
                <a:path w="1024" h="1024" extrusionOk="0">
                  <a:moveTo>
                    <a:pt x="1023" y="513"/>
                  </a:moveTo>
                  <a:cubicBezTo>
                    <a:pt x="1023" y="795"/>
                    <a:pt x="794" y="1023"/>
                    <a:pt x="511" y="1023"/>
                  </a:cubicBezTo>
                  <a:cubicBezTo>
                    <a:pt x="229" y="1023"/>
                    <a:pt x="1" y="795"/>
                    <a:pt x="1" y="513"/>
                  </a:cubicBezTo>
                  <a:cubicBezTo>
                    <a:pt x="1" y="230"/>
                    <a:pt x="229" y="1"/>
                    <a:pt x="511" y="1"/>
                  </a:cubicBezTo>
                  <a:cubicBezTo>
                    <a:pt x="794" y="1"/>
                    <a:pt x="1023" y="230"/>
                    <a:pt x="1023" y="513"/>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4"/>
            <p:cNvSpPr/>
            <p:nvPr/>
          </p:nvSpPr>
          <p:spPr>
            <a:xfrm>
              <a:off x="1441375" y="1056900"/>
              <a:ext cx="25600" cy="25600"/>
            </a:xfrm>
            <a:custGeom>
              <a:avLst/>
              <a:gdLst/>
              <a:ahLst/>
              <a:cxnLst/>
              <a:rect l="l" t="t" r="r" b="b"/>
              <a:pathLst>
                <a:path w="1024" h="1024" extrusionOk="0">
                  <a:moveTo>
                    <a:pt x="1023" y="513"/>
                  </a:moveTo>
                  <a:cubicBezTo>
                    <a:pt x="1023" y="795"/>
                    <a:pt x="794" y="1023"/>
                    <a:pt x="511" y="1023"/>
                  </a:cubicBezTo>
                  <a:cubicBezTo>
                    <a:pt x="230" y="1023"/>
                    <a:pt x="1" y="795"/>
                    <a:pt x="1" y="513"/>
                  </a:cubicBezTo>
                  <a:cubicBezTo>
                    <a:pt x="1" y="230"/>
                    <a:pt x="230" y="1"/>
                    <a:pt x="511" y="1"/>
                  </a:cubicBezTo>
                  <a:cubicBezTo>
                    <a:pt x="794" y="1"/>
                    <a:pt x="1023" y="230"/>
                    <a:pt x="1023" y="513"/>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4"/>
            <p:cNvSpPr/>
            <p:nvPr/>
          </p:nvSpPr>
          <p:spPr>
            <a:xfrm>
              <a:off x="1760775" y="732750"/>
              <a:ext cx="25600" cy="25575"/>
            </a:xfrm>
            <a:custGeom>
              <a:avLst/>
              <a:gdLst/>
              <a:ahLst/>
              <a:cxnLst/>
              <a:rect l="l" t="t" r="r" b="b"/>
              <a:pathLst>
                <a:path w="1024" h="1023" extrusionOk="0">
                  <a:moveTo>
                    <a:pt x="1023" y="511"/>
                  </a:moveTo>
                  <a:cubicBezTo>
                    <a:pt x="1023" y="794"/>
                    <a:pt x="794" y="1023"/>
                    <a:pt x="511" y="1023"/>
                  </a:cubicBezTo>
                  <a:cubicBezTo>
                    <a:pt x="229" y="1023"/>
                    <a:pt x="1" y="794"/>
                    <a:pt x="1" y="511"/>
                  </a:cubicBezTo>
                  <a:cubicBezTo>
                    <a:pt x="1" y="230"/>
                    <a:pt x="229" y="1"/>
                    <a:pt x="511" y="1"/>
                  </a:cubicBezTo>
                  <a:cubicBezTo>
                    <a:pt x="794" y="1"/>
                    <a:pt x="1023" y="230"/>
                    <a:pt x="1023"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4"/>
            <p:cNvSpPr/>
            <p:nvPr/>
          </p:nvSpPr>
          <p:spPr>
            <a:xfrm>
              <a:off x="1428625" y="732750"/>
              <a:ext cx="25550" cy="25575"/>
            </a:xfrm>
            <a:custGeom>
              <a:avLst/>
              <a:gdLst/>
              <a:ahLst/>
              <a:cxnLst/>
              <a:rect l="l" t="t" r="r" b="b"/>
              <a:pathLst>
                <a:path w="1022" h="1023" extrusionOk="0">
                  <a:moveTo>
                    <a:pt x="1021" y="511"/>
                  </a:moveTo>
                  <a:cubicBezTo>
                    <a:pt x="1021" y="794"/>
                    <a:pt x="793" y="1023"/>
                    <a:pt x="511" y="1023"/>
                  </a:cubicBezTo>
                  <a:cubicBezTo>
                    <a:pt x="228" y="1023"/>
                    <a:pt x="0" y="794"/>
                    <a:pt x="0" y="511"/>
                  </a:cubicBezTo>
                  <a:cubicBezTo>
                    <a:pt x="0" y="230"/>
                    <a:pt x="228" y="1"/>
                    <a:pt x="511" y="1"/>
                  </a:cubicBezTo>
                  <a:cubicBezTo>
                    <a:pt x="793" y="1"/>
                    <a:pt x="1021" y="230"/>
                    <a:pt x="1021"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4"/>
            <p:cNvSpPr/>
            <p:nvPr/>
          </p:nvSpPr>
          <p:spPr>
            <a:xfrm>
              <a:off x="1607900" y="731075"/>
              <a:ext cx="172050" cy="167275"/>
            </a:xfrm>
            <a:custGeom>
              <a:avLst/>
              <a:gdLst/>
              <a:ahLst/>
              <a:cxnLst/>
              <a:rect l="l" t="t" r="r" b="b"/>
              <a:pathLst>
                <a:path w="6882" h="6691" fill="none" extrusionOk="0">
                  <a:moveTo>
                    <a:pt x="1" y="0"/>
                  </a:moveTo>
                  <a:lnTo>
                    <a:pt x="1" y="6691"/>
                  </a:lnTo>
                  <a:lnTo>
                    <a:pt x="6882" y="669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4"/>
            <p:cNvSpPr/>
            <p:nvPr/>
          </p:nvSpPr>
          <p:spPr>
            <a:xfrm>
              <a:off x="1590175" y="880625"/>
              <a:ext cx="35450" cy="35450"/>
            </a:xfrm>
            <a:custGeom>
              <a:avLst/>
              <a:gdLst/>
              <a:ahLst/>
              <a:cxnLst/>
              <a:rect l="l" t="t" r="r" b="b"/>
              <a:pathLst>
                <a:path w="1418" h="1418" extrusionOk="0">
                  <a:moveTo>
                    <a:pt x="710" y="1"/>
                  </a:moveTo>
                  <a:cubicBezTo>
                    <a:pt x="319" y="1"/>
                    <a:pt x="1" y="318"/>
                    <a:pt x="1" y="709"/>
                  </a:cubicBezTo>
                  <a:cubicBezTo>
                    <a:pt x="1" y="1100"/>
                    <a:pt x="319" y="1418"/>
                    <a:pt x="710" y="1418"/>
                  </a:cubicBezTo>
                  <a:cubicBezTo>
                    <a:pt x="1101" y="1418"/>
                    <a:pt x="1418" y="1100"/>
                    <a:pt x="1418" y="709"/>
                  </a:cubicBezTo>
                  <a:cubicBezTo>
                    <a:pt x="1418" y="318"/>
                    <a:pt x="1101" y="1"/>
                    <a:pt x="710"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4"/>
            <p:cNvSpPr/>
            <p:nvPr/>
          </p:nvSpPr>
          <p:spPr>
            <a:xfrm>
              <a:off x="1588625" y="704925"/>
              <a:ext cx="38575" cy="33400"/>
            </a:xfrm>
            <a:custGeom>
              <a:avLst/>
              <a:gdLst/>
              <a:ahLst/>
              <a:cxnLst/>
              <a:rect l="l" t="t" r="r" b="b"/>
              <a:pathLst>
                <a:path w="1543" h="1336" extrusionOk="0">
                  <a:moveTo>
                    <a:pt x="772" y="1336"/>
                  </a:moveTo>
                  <a:lnTo>
                    <a:pt x="0" y="1336"/>
                  </a:lnTo>
                  <a:lnTo>
                    <a:pt x="385" y="668"/>
                  </a:lnTo>
                  <a:lnTo>
                    <a:pt x="772" y="0"/>
                  </a:lnTo>
                  <a:lnTo>
                    <a:pt x="1157" y="668"/>
                  </a:lnTo>
                  <a:lnTo>
                    <a:pt x="1542" y="1336"/>
                  </a:lnTo>
                  <a:close/>
                </a:path>
              </a:pathLst>
            </a:custGeom>
            <a:solidFill>
              <a:srgbClr val="41266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4"/>
            <p:cNvSpPr/>
            <p:nvPr/>
          </p:nvSpPr>
          <p:spPr>
            <a:xfrm>
              <a:off x="1761575" y="880625"/>
              <a:ext cx="33425" cy="38600"/>
            </a:xfrm>
            <a:custGeom>
              <a:avLst/>
              <a:gdLst/>
              <a:ahLst/>
              <a:cxnLst/>
              <a:rect l="l" t="t" r="r" b="b"/>
              <a:pathLst>
                <a:path w="1337" h="1544" extrusionOk="0">
                  <a:moveTo>
                    <a:pt x="1" y="771"/>
                  </a:moveTo>
                  <a:lnTo>
                    <a:pt x="1" y="1543"/>
                  </a:lnTo>
                  <a:lnTo>
                    <a:pt x="668" y="1157"/>
                  </a:lnTo>
                  <a:lnTo>
                    <a:pt x="1336" y="771"/>
                  </a:lnTo>
                  <a:lnTo>
                    <a:pt x="668" y="386"/>
                  </a:lnTo>
                  <a:lnTo>
                    <a:pt x="1" y="1"/>
                  </a:lnTo>
                  <a:close/>
                </a:path>
              </a:pathLst>
            </a:custGeom>
            <a:solidFill>
              <a:srgbClr val="41266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4" name="Google Shape;644;p44"/>
          <p:cNvSpPr/>
          <p:nvPr/>
        </p:nvSpPr>
        <p:spPr>
          <a:xfrm>
            <a:off x="429240" y="6862"/>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4"/>
          <p:cNvSpPr/>
          <p:nvPr/>
        </p:nvSpPr>
        <p:spPr>
          <a:xfrm>
            <a:off x="5931002" y="2841572"/>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6" name="Google Shape;646;p44"/>
          <p:cNvGrpSpPr/>
          <p:nvPr/>
        </p:nvGrpSpPr>
        <p:grpSpPr>
          <a:xfrm>
            <a:off x="1787619" y="191713"/>
            <a:ext cx="7059075" cy="3842900"/>
            <a:chOff x="1032013" y="362100"/>
            <a:chExt cx="7059075" cy="3842900"/>
          </a:xfrm>
        </p:grpSpPr>
        <p:grpSp>
          <p:nvGrpSpPr>
            <p:cNvPr id="647" name="Google Shape;647;p44"/>
            <p:cNvGrpSpPr/>
            <p:nvPr/>
          </p:nvGrpSpPr>
          <p:grpSpPr>
            <a:xfrm>
              <a:off x="1032013" y="362100"/>
              <a:ext cx="389750" cy="385750"/>
              <a:chOff x="3382475" y="1831100"/>
              <a:chExt cx="389750" cy="385750"/>
            </a:xfrm>
          </p:grpSpPr>
          <p:sp>
            <p:nvSpPr>
              <p:cNvPr id="648" name="Google Shape;648;p4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 name="Google Shape;652;p44"/>
            <p:cNvGrpSpPr/>
            <p:nvPr/>
          </p:nvGrpSpPr>
          <p:grpSpPr>
            <a:xfrm>
              <a:off x="7701338" y="3819250"/>
              <a:ext cx="389750" cy="385750"/>
              <a:chOff x="3382475" y="1831100"/>
              <a:chExt cx="389750" cy="385750"/>
            </a:xfrm>
          </p:grpSpPr>
          <p:sp>
            <p:nvSpPr>
              <p:cNvPr id="653" name="Google Shape;653;p4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5" name="Google Shape;655;p4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57" name="Google Shape;657;p44"/>
            <p:cNvGrpSpPr/>
            <p:nvPr/>
          </p:nvGrpSpPr>
          <p:grpSpPr>
            <a:xfrm>
              <a:off x="4716413" y="1705250"/>
              <a:ext cx="389750" cy="385750"/>
              <a:chOff x="3382475" y="1831100"/>
              <a:chExt cx="389750" cy="385750"/>
            </a:xfrm>
          </p:grpSpPr>
          <p:sp>
            <p:nvSpPr>
              <p:cNvPr id="658" name="Google Shape;658;p4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2" name="Google Shape;662;p44"/>
          <p:cNvGrpSpPr/>
          <p:nvPr/>
        </p:nvGrpSpPr>
        <p:grpSpPr>
          <a:xfrm>
            <a:off x="6810044" y="4694326"/>
            <a:ext cx="705593" cy="362075"/>
            <a:chOff x="2339625" y="3726250"/>
            <a:chExt cx="850625" cy="362075"/>
          </a:xfrm>
        </p:grpSpPr>
        <p:sp>
          <p:nvSpPr>
            <p:cNvPr id="663" name="Google Shape;663;p44"/>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4"/>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5" name="Google Shape;665;p44"/>
          <p:cNvSpPr txBox="1">
            <a:spLocks noGrp="1"/>
          </p:cNvSpPr>
          <p:nvPr>
            <p:ph type="body" idx="1"/>
          </p:nvPr>
        </p:nvSpPr>
        <p:spPr>
          <a:xfrm>
            <a:off x="208291" y="584821"/>
            <a:ext cx="5990434" cy="3400114"/>
          </a:xfrm>
          <a:prstGeom prst="rect">
            <a:avLst/>
          </a:prstGeom>
        </p:spPr>
        <p:txBody>
          <a:bodyPr spcFirstLastPara="1" wrap="square" lIns="91425" tIns="91425" rIns="91425" bIns="91425" anchor="t" anchorCtr="0">
            <a:noAutofit/>
          </a:bodyPr>
          <a:lstStyle/>
          <a:p>
            <a:pPr marL="0" lvl="0" indent="0" algn="just">
              <a:lnSpc>
                <a:spcPct val="150000"/>
              </a:lnSpc>
              <a:buNone/>
            </a:pPr>
            <a:r>
              <a:rPr lang="en-US" dirty="0"/>
              <a:t>COVID-19 global pandemic affects health care and lifestyle worldwide, and its early detection is critical to control cases’ spreading and mortality. The actual diagnosis test is the Reverse transcription Polymerase chain reaction (RT-PCR), result times and cost of these tests are high, so other fast and accessible diagnostic tools are needed to allow people accessing it freely . the  idea is inspired by recent project that correlates the presence of COVID-19 to findings in Chest X-ray images, The aim of this project is to use existing deep learning models (VGG19 and U-Net) to process these images and classify them as positive or negative for COVID-19. A web based application has been developed, to make this process seamless and efficient. The trained neural network is used to process the given image. This will be done in the back-end of the web application. If the person is infected with COVID, the application makes use of an advanced AI searching algorithm to find the most suitable physician based on the requirements of the user.</a:t>
            </a:r>
            <a:endParaRPr dirty="0"/>
          </a:p>
        </p:txBody>
      </p:sp>
      <p:cxnSp>
        <p:nvCxnSpPr>
          <p:cNvPr id="666" name="Google Shape;666;p44"/>
          <p:cNvCxnSpPr/>
          <p:nvPr/>
        </p:nvCxnSpPr>
        <p:spPr>
          <a:xfrm>
            <a:off x="1657350" y="671479"/>
            <a:ext cx="58293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EEE"/>
        </a:solidFill>
        <a:effectLst/>
      </p:bgPr>
    </p:bg>
    <p:spTree>
      <p:nvGrpSpPr>
        <p:cNvPr id="1" name="Shape 712"/>
        <p:cNvGrpSpPr/>
        <p:nvPr/>
      </p:nvGrpSpPr>
      <p:grpSpPr>
        <a:xfrm>
          <a:off x="0" y="0"/>
          <a:ext cx="0" cy="0"/>
          <a:chOff x="0" y="0"/>
          <a:chExt cx="0" cy="0"/>
        </a:xfrm>
      </p:grpSpPr>
      <p:sp>
        <p:nvSpPr>
          <p:cNvPr id="713" name="Google Shape;713;p46"/>
          <p:cNvSpPr/>
          <p:nvPr/>
        </p:nvSpPr>
        <p:spPr>
          <a:xfrm>
            <a:off x="5626673" y="1347975"/>
            <a:ext cx="1181100" cy="5934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6"/>
          <p:cNvSpPr/>
          <p:nvPr/>
        </p:nvSpPr>
        <p:spPr>
          <a:xfrm>
            <a:off x="5626673" y="3122264"/>
            <a:ext cx="1181100" cy="593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6"/>
          <p:cNvSpPr/>
          <p:nvPr/>
        </p:nvSpPr>
        <p:spPr>
          <a:xfrm>
            <a:off x="2336227" y="3105263"/>
            <a:ext cx="1181100" cy="593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6"/>
          <p:cNvSpPr/>
          <p:nvPr/>
        </p:nvSpPr>
        <p:spPr>
          <a:xfrm>
            <a:off x="2336227" y="1347975"/>
            <a:ext cx="1181100" cy="593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6"/>
          <p:cNvSpPr txBox="1">
            <a:spLocks noGrp="1"/>
          </p:cNvSpPr>
          <p:nvPr>
            <p:ph type="title" idx="2"/>
          </p:nvPr>
        </p:nvSpPr>
        <p:spPr>
          <a:xfrm>
            <a:off x="2565577" y="1350900"/>
            <a:ext cx="722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719" name="Google Shape;719;p46"/>
          <p:cNvSpPr txBox="1">
            <a:spLocks noGrp="1"/>
          </p:cNvSpPr>
          <p:nvPr>
            <p:ph type="subTitle" idx="3"/>
          </p:nvPr>
        </p:nvSpPr>
        <p:spPr>
          <a:xfrm>
            <a:off x="1690776" y="1966825"/>
            <a:ext cx="2472000" cy="36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OVERVIEW</a:t>
            </a:r>
            <a:endParaRPr dirty="0"/>
          </a:p>
        </p:txBody>
      </p:sp>
      <p:sp>
        <p:nvSpPr>
          <p:cNvPr id="720" name="Google Shape;720;p46"/>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721" name="Google Shape;721;p46"/>
          <p:cNvSpPr txBox="1">
            <a:spLocks noGrp="1"/>
          </p:cNvSpPr>
          <p:nvPr>
            <p:ph type="title" idx="4"/>
          </p:nvPr>
        </p:nvSpPr>
        <p:spPr>
          <a:xfrm>
            <a:off x="2565577" y="3113875"/>
            <a:ext cx="722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23" name="Google Shape;723;p46"/>
          <p:cNvSpPr txBox="1">
            <a:spLocks noGrp="1"/>
          </p:cNvSpPr>
          <p:nvPr>
            <p:ph type="subTitle" idx="6"/>
          </p:nvPr>
        </p:nvSpPr>
        <p:spPr>
          <a:xfrm>
            <a:off x="1426492" y="3891807"/>
            <a:ext cx="4274122" cy="369347"/>
          </a:xfrm>
          <a:prstGeom prst="rect">
            <a:avLst/>
          </a:prstGeom>
        </p:spPr>
        <p:txBody>
          <a:bodyPr spcFirstLastPara="1" wrap="square" lIns="91425" tIns="91425" rIns="91425" bIns="91425" anchor="t" anchorCtr="0">
            <a:noAutofit/>
          </a:bodyPr>
          <a:lstStyle/>
          <a:p>
            <a:pPr marL="0" lvl="0" indent="0" algn="l"/>
            <a:r>
              <a:rPr lang="en-US" dirty="0">
                <a:solidFill>
                  <a:schemeClr val="hlink"/>
                </a:solidFill>
                <a:uFill>
                  <a:noFill/>
                </a:uFill>
              </a:rPr>
              <a:t>SYSTEM STUDY AND ANLYSIS </a:t>
            </a:r>
            <a:endParaRPr lang="en-US" dirty="0"/>
          </a:p>
        </p:txBody>
      </p:sp>
      <p:sp>
        <p:nvSpPr>
          <p:cNvPr id="724" name="Google Shape;724;p46"/>
          <p:cNvSpPr txBox="1">
            <a:spLocks noGrp="1"/>
          </p:cNvSpPr>
          <p:nvPr>
            <p:ph type="title" idx="7"/>
          </p:nvPr>
        </p:nvSpPr>
        <p:spPr>
          <a:xfrm>
            <a:off x="5856024" y="1350900"/>
            <a:ext cx="722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26" name="Google Shape;726;p46"/>
          <p:cNvSpPr txBox="1">
            <a:spLocks noGrp="1"/>
          </p:cNvSpPr>
          <p:nvPr>
            <p:ph type="subTitle" idx="9"/>
          </p:nvPr>
        </p:nvSpPr>
        <p:spPr>
          <a:xfrm>
            <a:off x="4842323" y="2092956"/>
            <a:ext cx="3077122" cy="361497"/>
          </a:xfrm>
          <a:prstGeom prst="rect">
            <a:avLst/>
          </a:prstGeom>
        </p:spPr>
        <p:txBody>
          <a:bodyPr spcFirstLastPara="1" wrap="square" lIns="91425" tIns="91425" rIns="91425" bIns="91425" anchor="t" anchorCtr="0">
            <a:noAutofit/>
          </a:bodyPr>
          <a:lstStyle/>
          <a:p>
            <a:pPr marL="0" lvl="0" indent="0" algn="l"/>
            <a:r>
              <a:rPr lang="en-US" dirty="0">
                <a:solidFill>
                  <a:schemeClr val="hlink"/>
                </a:solidFill>
                <a:uFill>
                  <a:noFill/>
                </a:uFill>
              </a:rPr>
              <a:t> Theoretical section  </a:t>
            </a:r>
            <a:endParaRPr lang="en-US" dirty="0"/>
          </a:p>
        </p:txBody>
      </p:sp>
      <p:sp>
        <p:nvSpPr>
          <p:cNvPr id="727" name="Google Shape;727;p46"/>
          <p:cNvSpPr txBox="1">
            <a:spLocks noGrp="1"/>
          </p:cNvSpPr>
          <p:nvPr>
            <p:ph type="title" idx="13"/>
          </p:nvPr>
        </p:nvSpPr>
        <p:spPr>
          <a:xfrm>
            <a:off x="5856024" y="3113875"/>
            <a:ext cx="722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729" name="Google Shape;729;p46"/>
          <p:cNvSpPr txBox="1">
            <a:spLocks noGrp="1"/>
          </p:cNvSpPr>
          <p:nvPr>
            <p:ph type="subTitle" idx="15"/>
          </p:nvPr>
        </p:nvSpPr>
        <p:spPr>
          <a:xfrm>
            <a:off x="5256444" y="3872252"/>
            <a:ext cx="2472000" cy="36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 </a:t>
            </a:r>
            <a:endParaRPr dirty="0"/>
          </a:p>
        </p:txBody>
      </p:sp>
      <p:cxnSp>
        <p:nvCxnSpPr>
          <p:cNvPr id="730" name="Google Shape;730;p46"/>
          <p:cNvCxnSpPr/>
          <p:nvPr/>
        </p:nvCxnSpPr>
        <p:spPr>
          <a:xfrm>
            <a:off x="2254650" y="1039977"/>
            <a:ext cx="4634700" cy="0"/>
          </a:xfrm>
          <a:prstGeom prst="straightConnector1">
            <a:avLst/>
          </a:prstGeom>
          <a:noFill/>
          <a:ln w="19050" cap="flat" cmpd="sng">
            <a:solidFill>
              <a:schemeClr val="accent3"/>
            </a:solidFill>
            <a:prstDash val="solid"/>
            <a:round/>
            <a:headEnd type="none" w="med" len="med"/>
            <a:tailEnd type="none" w="med" len="med"/>
          </a:ln>
        </p:spPr>
      </p:cxnSp>
      <p:sp>
        <p:nvSpPr>
          <p:cNvPr id="731" name="Google Shape;731;p46"/>
          <p:cNvSpPr/>
          <p:nvPr/>
        </p:nvSpPr>
        <p:spPr>
          <a:xfrm>
            <a:off x="498399" y="3597662"/>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2" name="Google Shape;732;p46"/>
          <p:cNvGrpSpPr/>
          <p:nvPr/>
        </p:nvGrpSpPr>
        <p:grpSpPr>
          <a:xfrm>
            <a:off x="999025" y="2555378"/>
            <a:ext cx="7145950" cy="391387"/>
            <a:chOff x="999025" y="2555378"/>
            <a:chExt cx="7145950" cy="391387"/>
          </a:xfrm>
        </p:grpSpPr>
        <p:grpSp>
          <p:nvGrpSpPr>
            <p:cNvPr id="733" name="Google Shape;733;p46"/>
            <p:cNvGrpSpPr/>
            <p:nvPr/>
          </p:nvGrpSpPr>
          <p:grpSpPr>
            <a:xfrm>
              <a:off x="7755225" y="2561015"/>
              <a:ext cx="389750" cy="385750"/>
              <a:chOff x="3382475" y="1831100"/>
              <a:chExt cx="389750" cy="385750"/>
            </a:xfrm>
          </p:grpSpPr>
          <p:sp>
            <p:nvSpPr>
              <p:cNvPr id="734" name="Google Shape;734;p4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46"/>
            <p:cNvGrpSpPr/>
            <p:nvPr/>
          </p:nvGrpSpPr>
          <p:grpSpPr>
            <a:xfrm>
              <a:off x="999025" y="2555378"/>
              <a:ext cx="389750" cy="385750"/>
              <a:chOff x="3382475" y="1831100"/>
              <a:chExt cx="389750" cy="385750"/>
            </a:xfrm>
          </p:grpSpPr>
          <p:sp>
            <p:nvSpPr>
              <p:cNvPr id="739" name="Google Shape;739;p4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43" name="Google Shape;743;p46"/>
          <p:cNvSpPr/>
          <p:nvPr/>
        </p:nvSpPr>
        <p:spPr>
          <a:xfrm>
            <a:off x="7738286" y="1120675"/>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4" name="Google Shape;744;p46"/>
          <p:cNvGrpSpPr/>
          <p:nvPr/>
        </p:nvGrpSpPr>
        <p:grpSpPr>
          <a:xfrm flipH="1">
            <a:off x="7892826" y="3608921"/>
            <a:ext cx="661576" cy="826912"/>
            <a:chOff x="2050625" y="571600"/>
            <a:chExt cx="529600" cy="661900"/>
          </a:xfrm>
        </p:grpSpPr>
        <p:sp>
          <p:nvSpPr>
            <p:cNvPr id="745" name="Google Shape;745;p46"/>
            <p:cNvSpPr/>
            <p:nvPr/>
          </p:nvSpPr>
          <p:spPr>
            <a:xfrm>
              <a:off x="2050625" y="571600"/>
              <a:ext cx="529600" cy="661900"/>
            </a:xfrm>
            <a:custGeom>
              <a:avLst/>
              <a:gdLst/>
              <a:ahLst/>
              <a:cxnLst/>
              <a:rect l="l" t="t" r="r" b="b"/>
              <a:pathLst>
                <a:path w="21184" h="26476" extrusionOk="0">
                  <a:moveTo>
                    <a:pt x="19355" y="3207"/>
                  </a:moveTo>
                  <a:cubicBezTo>
                    <a:pt x="19254" y="3566"/>
                    <a:pt x="18953" y="3875"/>
                    <a:pt x="18953" y="3875"/>
                  </a:cubicBezTo>
                  <a:lnTo>
                    <a:pt x="13966" y="10120"/>
                  </a:lnTo>
                  <a:cubicBezTo>
                    <a:pt x="17094" y="10360"/>
                    <a:pt x="16463" y="12647"/>
                    <a:pt x="16463" y="12647"/>
                  </a:cubicBezTo>
                  <a:cubicBezTo>
                    <a:pt x="19365" y="12838"/>
                    <a:pt x="18767" y="15417"/>
                    <a:pt x="18767" y="15417"/>
                  </a:cubicBezTo>
                  <a:cubicBezTo>
                    <a:pt x="21183" y="16549"/>
                    <a:pt x="20277" y="18349"/>
                    <a:pt x="16940" y="22194"/>
                  </a:cubicBezTo>
                  <a:cubicBezTo>
                    <a:pt x="13604" y="26037"/>
                    <a:pt x="9764" y="26476"/>
                    <a:pt x="6874" y="24788"/>
                  </a:cubicBezTo>
                  <a:cubicBezTo>
                    <a:pt x="3378" y="22744"/>
                    <a:pt x="1625" y="20238"/>
                    <a:pt x="2298" y="16076"/>
                  </a:cubicBezTo>
                  <a:cubicBezTo>
                    <a:pt x="2853" y="12654"/>
                    <a:pt x="2342" y="12824"/>
                    <a:pt x="1171" y="9370"/>
                  </a:cubicBezTo>
                  <a:cubicBezTo>
                    <a:pt x="1" y="5916"/>
                    <a:pt x="2827" y="6269"/>
                    <a:pt x="2827" y="6269"/>
                  </a:cubicBezTo>
                  <a:cubicBezTo>
                    <a:pt x="7047" y="8005"/>
                    <a:pt x="6462" y="12362"/>
                    <a:pt x="6462" y="12362"/>
                  </a:cubicBezTo>
                  <a:lnTo>
                    <a:pt x="15195" y="1428"/>
                  </a:lnTo>
                  <a:cubicBezTo>
                    <a:pt x="15462" y="1094"/>
                    <a:pt x="15793" y="808"/>
                    <a:pt x="16183" y="631"/>
                  </a:cubicBezTo>
                  <a:cubicBezTo>
                    <a:pt x="17568" y="1"/>
                    <a:pt x="18627" y="957"/>
                    <a:pt x="18627" y="957"/>
                  </a:cubicBezTo>
                  <a:cubicBezTo>
                    <a:pt x="19271" y="1401"/>
                    <a:pt x="19356" y="2033"/>
                    <a:pt x="19413" y="2455"/>
                  </a:cubicBezTo>
                  <a:cubicBezTo>
                    <a:pt x="19413" y="2455"/>
                    <a:pt x="19484" y="2743"/>
                    <a:pt x="19355" y="3207"/>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6"/>
            <p:cNvSpPr/>
            <p:nvPr/>
          </p:nvSpPr>
          <p:spPr>
            <a:xfrm>
              <a:off x="2447725" y="611575"/>
              <a:ext cx="55900" cy="55900"/>
            </a:xfrm>
            <a:custGeom>
              <a:avLst/>
              <a:gdLst/>
              <a:ahLst/>
              <a:cxnLst/>
              <a:rect l="l" t="t" r="r" b="b"/>
              <a:pathLst>
                <a:path w="2236" h="2236" extrusionOk="0">
                  <a:moveTo>
                    <a:pt x="1118" y="2236"/>
                  </a:moveTo>
                  <a:lnTo>
                    <a:pt x="1118" y="2236"/>
                  </a:lnTo>
                  <a:cubicBezTo>
                    <a:pt x="501" y="2236"/>
                    <a:pt x="1" y="1736"/>
                    <a:pt x="1" y="1118"/>
                  </a:cubicBezTo>
                  <a:lnTo>
                    <a:pt x="1" y="1118"/>
                  </a:lnTo>
                  <a:cubicBezTo>
                    <a:pt x="1" y="501"/>
                    <a:pt x="501" y="1"/>
                    <a:pt x="1118" y="1"/>
                  </a:cubicBezTo>
                  <a:lnTo>
                    <a:pt x="1118" y="1"/>
                  </a:lnTo>
                  <a:cubicBezTo>
                    <a:pt x="1735" y="1"/>
                    <a:pt x="2236" y="501"/>
                    <a:pt x="2236" y="1118"/>
                  </a:cubicBezTo>
                  <a:lnTo>
                    <a:pt x="2236" y="1118"/>
                  </a:lnTo>
                  <a:cubicBezTo>
                    <a:pt x="2236" y="1736"/>
                    <a:pt x="1735" y="2236"/>
                    <a:pt x="1118" y="2236"/>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6"/>
            <p:cNvSpPr/>
            <p:nvPr/>
          </p:nvSpPr>
          <p:spPr>
            <a:xfrm>
              <a:off x="2324875" y="824575"/>
              <a:ext cx="137325" cy="135475"/>
            </a:xfrm>
            <a:custGeom>
              <a:avLst/>
              <a:gdLst/>
              <a:ahLst/>
              <a:cxnLst/>
              <a:rect l="l" t="t" r="r" b="b"/>
              <a:pathLst>
                <a:path w="5493" h="5419" extrusionOk="0">
                  <a:moveTo>
                    <a:pt x="2996" y="1"/>
                  </a:moveTo>
                  <a:lnTo>
                    <a:pt x="587" y="2680"/>
                  </a:lnTo>
                  <a:cubicBezTo>
                    <a:pt x="1" y="3332"/>
                    <a:pt x="31" y="4331"/>
                    <a:pt x="657" y="4947"/>
                  </a:cubicBezTo>
                  <a:cubicBezTo>
                    <a:pt x="976" y="5261"/>
                    <a:pt x="1392" y="5418"/>
                    <a:pt x="1809" y="5418"/>
                  </a:cubicBezTo>
                  <a:cubicBezTo>
                    <a:pt x="2217" y="5418"/>
                    <a:pt x="2624" y="5267"/>
                    <a:pt x="2941" y="4965"/>
                  </a:cubicBezTo>
                  <a:lnTo>
                    <a:pt x="5493" y="2528"/>
                  </a:lnTo>
                  <a:lnTo>
                    <a:pt x="2996" y="1"/>
                  </a:lnTo>
                  <a:close/>
                </a:path>
              </a:pathLst>
            </a:custGeom>
            <a:solidFill>
              <a:srgbClr val="F3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6"/>
            <p:cNvSpPr/>
            <p:nvPr/>
          </p:nvSpPr>
          <p:spPr>
            <a:xfrm>
              <a:off x="2324875" y="824575"/>
              <a:ext cx="137325" cy="139425"/>
            </a:xfrm>
            <a:custGeom>
              <a:avLst/>
              <a:gdLst/>
              <a:ahLst/>
              <a:cxnLst/>
              <a:rect l="l" t="t" r="r" b="b"/>
              <a:pathLst>
                <a:path w="5493" h="5577" fill="none" extrusionOk="0">
                  <a:moveTo>
                    <a:pt x="2996" y="1"/>
                  </a:moveTo>
                  <a:lnTo>
                    <a:pt x="587" y="2680"/>
                  </a:lnTo>
                  <a:cubicBezTo>
                    <a:pt x="1" y="3332"/>
                    <a:pt x="31" y="4331"/>
                    <a:pt x="657" y="4947"/>
                  </a:cubicBezTo>
                  <a:lnTo>
                    <a:pt x="657" y="4947"/>
                  </a:lnTo>
                  <a:cubicBezTo>
                    <a:pt x="1289" y="5569"/>
                    <a:pt x="2301" y="5577"/>
                    <a:pt x="2941" y="4965"/>
                  </a:cubicBezTo>
                  <a:lnTo>
                    <a:pt x="5493" y="252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6"/>
            <p:cNvSpPr/>
            <p:nvPr/>
          </p:nvSpPr>
          <p:spPr>
            <a:xfrm>
              <a:off x="2384775" y="887750"/>
              <a:ext cx="146425" cy="197000"/>
            </a:xfrm>
            <a:custGeom>
              <a:avLst/>
              <a:gdLst/>
              <a:ahLst/>
              <a:cxnLst/>
              <a:rect l="l" t="t" r="r" b="b"/>
              <a:pathLst>
                <a:path w="5857" h="7880" extrusionOk="0">
                  <a:moveTo>
                    <a:pt x="5401" y="2770"/>
                  </a:moveTo>
                  <a:lnTo>
                    <a:pt x="4575" y="3568"/>
                  </a:lnTo>
                  <a:lnTo>
                    <a:pt x="4617" y="3670"/>
                  </a:lnTo>
                  <a:lnTo>
                    <a:pt x="5401" y="2770"/>
                  </a:lnTo>
                  <a:close/>
                  <a:moveTo>
                    <a:pt x="3098" y="1"/>
                  </a:moveTo>
                  <a:lnTo>
                    <a:pt x="587" y="2862"/>
                  </a:lnTo>
                  <a:cubicBezTo>
                    <a:pt x="0" y="3514"/>
                    <a:pt x="31" y="4513"/>
                    <a:pt x="656" y="5129"/>
                  </a:cubicBezTo>
                  <a:cubicBezTo>
                    <a:pt x="976" y="5443"/>
                    <a:pt x="1392" y="5600"/>
                    <a:pt x="1808" y="5600"/>
                  </a:cubicBezTo>
                  <a:cubicBezTo>
                    <a:pt x="2216" y="5600"/>
                    <a:pt x="2624" y="5449"/>
                    <a:pt x="2941" y="5146"/>
                  </a:cubicBezTo>
                  <a:lnTo>
                    <a:pt x="4575" y="3568"/>
                  </a:lnTo>
                  <a:lnTo>
                    <a:pt x="3098" y="1"/>
                  </a:lnTo>
                  <a:close/>
                  <a:moveTo>
                    <a:pt x="4617" y="3670"/>
                  </a:moveTo>
                  <a:lnTo>
                    <a:pt x="2905" y="5636"/>
                  </a:lnTo>
                  <a:cubicBezTo>
                    <a:pt x="2443" y="6159"/>
                    <a:pt x="2447" y="6945"/>
                    <a:pt x="2915" y="7464"/>
                  </a:cubicBezTo>
                  <a:cubicBezTo>
                    <a:pt x="3245" y="7764"/>
                    <a:pt x="3571" y="7880"/>
                    <a:pt x="3882" y="7880"/>
                  </a:cubicBezTo>
                  <a:cubicBezTo>
                    <a:pt x="4720" y="7880"/>
                    <a:pt x="5447" y="7037"/>
                    <a:pt x="5856" y="6664"/>
                  </a:cubicBezTo>
                  <a:lnTo>
                    <a:pt x="4617" y="3670"/>
                  </a:lnTo>
                  <a:close/>
                </a:path>
              </a:pathLst>
            </a:custGeom>
            <a:solidFill>
              <a:srgbClr val="F3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6"/>
            <p:cNvSpPr/>
            <p:nvPr/>
          </p:nvSpPr>
          <p:spPr>
            <a:xfrm>
              <a:off x="2384775" y="887750"/>
              <a:ext cx="146425" cy="214275"/>
            </a:xfrm>
            <a:custGeom>
              <a:avLst/>
              <a:gdLst/>
              <a:ahLst/>
              <a:cxnLst/>
              <a:rect l="l" t="t" r="r" b="b"/>
              <a:pathLst>
                <a:path w="5857" h="8571" fill="none" extrusionOk="0">
                  <a:moveTo>
                    <a:pt x="5856" y="6664"/>
                  </a:moveTo>
                  <a:cubicBezTo>
                    <a:pt x="5295" y="7176"/>
                    <a:pt x="4136" y="8570"/>
                    <a:pt x="2915" y="7464"/>
                  </a:cubicBezTo>
                  <a:lnTo>
                    <a:pt x="2915" y="7464"/>
                  </a:lnTo>
                  <a:cubicBezTo>
                    <a:pt x="2447" y="6945"/>
                    <a:pt x="2443" y="6159"/>
                    <a:pt x="2905" y="5636"/>
                  </a:cubicBezTo>
                  <a:lnTo>
                    <a:pt x="5401" y="2770"/>
                  </a:lnTo>
                  <a:lnTo>
                    <a:pt x="2941" y="5146"/>
                  </a:lnTo>
                  <a:cubicBezTo>
                    <a:pt x="2300" y="5759"/>
                    <a:pt x="1289" y="5750"/>
                    <a:pt x="656" y="5129"/>
                  </a:cubicBezTo>
                  <a:lnTo>
                    <a:pt x="656" y="5129"/>
                  </a:lnTo>
                  <a:cubicBezTo>
                    <a:pt x="31" y="4513"/>
                    <a:pt x="0" y="3514"/>
                    <a:pt x="587" y="2862"/>
                  </a:cubicBezTo>
                  <a:lnTo>
                    <a:pt x="3098" y="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46"/>
          <p:cNvGrpSpPr/>
          <p:nvPr/>
        </p:nvGrpSpPr>
        <p:grpSpPr>
          <a:xfrm>
            <a:off x="481728" y="1120691"/>
            <a:ext cx="661597" cy="778153"/>
            <a:chOff x="2302650" y="4474650"/>
            <a:chExt cx="553175" cy="650575"/>
          </a:xfrm>
        </p:grpSpPr>
        <p:sp>
          <p:nvSpPr>
            <p:cNvPr id="752" name="Google Shape;752;p46"/>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6"/>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no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 name="Google Shape;754;p46"/>
          <p:cNvGrpSpPr/>
          <p:nvPr/>
        </p:nvGrpSpPr>
        <p:grpSpPr>
          <a:xfrm rot="5400000">
            <a:off x="4219203" y="2626212"/>
            <a:ext cx="705593" cy="362075"/>
            <a:chOff x="2339625" y="3726250"/>
            <a:chExt cx="850625" cy="362075"/>
          </a:xfrm>
        </p:grpSpPr>
        <p:sp>
          <p:nvSpPr>
            <p:cNvPr id="755" name="Google Shape;755;p46"/>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6"/>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47"/>
          <p:cNvSpPr/>
          <p:nvPr/>
        </p:nvSpPr>
        <p:spPr>
          <a:xfrm>
            <a:off x="3448500" y="1100113"/>
            <a:ext cx="2247000" cy="1303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7"/>
          <p:cNvSpPr txBox="1">
            <a:spLocks noGrp="1"/>
          </p:cNvSpPr>
          <p:nvPr>
            <p:ph type="title"/>
          </p:nvPr>
        </p:nvSpPr>
        <p:spPr>
          <a:xfrm>
            <a:off x="1880250" y="2528775"/>
            <a:ext cx="5383500" cy="71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OVERVIEW</a:t>
            </a:r>
            <a:endParaRPr/>
          </a:p>
        </p:txBody>
      </p:sp>
      <p:sp>
        <p:nvSpPr>
          <p:cNvPr id="763" name="Google Shape;763;p47"/>
          <p:cNvSpPr txBox="1">
            <a:spLocks noGrp="1"/>
          </p:cNvSpPr>
          <p:nvPr>
            <p:ph type="title" idx="2"/>
          </p:nvPr>
        </p:nvSpPr>
        <p:spPr>
          <a:xfrm>
            <a:off x="3645300" y="1042963"/>
            <a:ext cx="1853400" cy="120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grpSp>
        <p:nvGrpSpPr>
          <p:cNvPr id="765" name="Google Shape;765;p47"/>
          <p:cNvGrpSpPr/>
          <p:nvPr/>
        </p:nvGrpSpPr>
        <p:grpSpPr>
          <a:xfrm>
            <a:off x="4219203" y="3932088"/>
            <a:ext cx="705593" cy="362075"/>
            <a:chOff x="2339625" y="3726250"/>
            <a:chExt cx="850625" cy="362075"/>
          </a:xfrm>
        </p:grpSpPr>
        <p:sp>
          <p:nvSpPr>
            <p:cNvPr id="766" name="Google Shape;766;p47"/>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7"/>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68" name="Google Shape;768;p47"/>
          <p:cNvCxnSpPr/>
          <p:nvPr/>
        </p:nvCxnSpPr>
        <p:spPr>
          <a:xfrm>
            <a:off x="2919375" y="3283700"/>
            <a:ext cx="3329100" cy="0"/>
          </a:xfrm>
          <a:prstGeom prst="straightConnector1">
            <a:avLst/>
          </a:prstGeom>
          <a:noFill/>
          <a:ln w="19050" cap="flat" cmpd="sng">
            <a:solidFill>
              <a:schemeClr val="accent3"/>
            </a:solidFill>
            <a:prstDash val="solid"/>
            <a:round/>
            <a:headEnd type="none" w="med" len="med"/>
            <a:tailEnd type="none" w="med" len="med"/>
          </a:ln>
        </p:spPr>
      </p:cxnSp>
      <p:grpSp>
        <p:nvGrpSpPr>
          <p:cNvPr id="769" name="Google Shape;769;p47"/>
          <p:cNvGrpSpPr/>
          <p:nvPr/>
        </p:nvGrpSpPr>
        <p:grpSpPr>
          <a:xfrm>
            <a:off x="1264836" y="1008979"/>
            <a:ext cx="1454619" cy="1637459"/>
            <a:chOff x="1234225" y="780422"/>
            <a:chExt cx="1380094" cy="1553566"/>
          </a:xfrm>
        </p:grpSpPr>
        <p:sp>
          <p:nvSpPr>
            <p:cNvPr id="770" name="Google Shape;770;p47"/>
            <p:cNvSpPr/>
            <p:nvPr/>
          </p:nvSpPr>
          <p:spPr>
            <a:xfrm rot="-899889">
              <a:off x="1292669" y="1563107"/>
              <a:ext cx="1263207" cy="617955"/>
            </a:xfrm>
            <a:custGeom>
              <a:avLst/>
              <a:gdLst/>
              <a:ahLst/>
              <a:cxnLst/>
              <a:rect l="l" t="t" r="r" b="b"/>
              <a:pathLst>
                <a:path w="32625" h="15960" extrusionOk="0">
                  <a:moveTo>
                    <a:pt x="153" y="1"/>
                  </a:moveTo>
                  <a:cubicBezTo>
                    <a:pt x="68" y="1"/>
                    <a:pt x="0" y="69"/>
                    <a:pt x="0" y="154"/>
                  </a:cubicBezTo>
                  <a:lnTo>
                    <a:pt x="0" y="15807"/>
                  </a:lnTo>
                  <a:cubicBezTo>
                    <a:pt x="0" y="15891"/>
                    <a:pt x="68" y="15959"/>
                    <a:pt x="153" y="15959"/>
                  </a:cubicBezTo>
                  <a:lnTo>
                    <a:pt x="32471" y="15959"/>
                  </a:lnTo>
                  <a:cubicBezTo>
                    <a:pt x="32556" y="15959"/>
                    <a:pt x="32624" y="15891"/>
                    <a:pt x="32624" y="15807"/>
                  </a:cubicBezTo>
                  <a:lnTo>
                    <a:pt x="32624" y="154"/>
                  </a:lnTo>
                  <a:cubicBezTo>
                    <a:pt x="32624" y="69"/>
                    <a:pt x="32556" y="1"/>
                    <a:pt x="3247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7"/>
            <p:cNvSpPr/>
            <p:nvPr/>
          </p:nvSpPr>
          <p:spPr>
            <a:xfrm rot="-899889">
              <a:off x="1424216" y="1640452"/>
              <a:ext cx="1054086" cy="474850"/>
            </a:xfrm>
            <a:custGeom>
              <a:avLst/>
              <a:gdLst/>
              <a:ahLst/>
              <a:cxnLst/>
              <a:rect l="l" t="t" r="r" b="b"/>
              <a:pathLst>
                <a:path w="27224" h="12264" extrusionOk="0">
                  <a:moveTo>
                    <a:pt x="23550" y="0"/>
                  </a:moveTo>
                  <a:lnTo>
                    <a:pt x="22346" y="0"/>
                  </a:lnTo>
                  <a:cubicBezTo>
                    <a:pt x="21987" y="0"/>
                    <a:pt x="21634" y="125"/>
                    <a:pt x="21374" y="374"/>
                  </a:cubicBezTo>
                  <a:cubicBezTo>
                    <a:pt x="20815" y="907"/>
                    <a:pt x="19697" y="1255"/>
                    <a:pt x="18974" y="1255"/>
                  </a:cubicBezTo>
                  <a:cubicBezTo>
                    <a:pt x="18251" y="1255"/>
                    <a:pt x="17498" y="936"/>
                    <a:pt x="17034" y="441"/>
                  </a:cubicBezTo>
                  <a:cubicBezTo>
                    <a:pt x="16764" y="154"/>
                    <a:pt x="16381" y="0"/>
                    <a:pt x="15988" y="0"/>
                  </a:cubicBezTo>
                  <a:lnTo>
                    <a:pt x="3675" y="0"/>
                  </a:lnTo>
                  <a:cubicBezTo>
                    <a:pt x="1646" y="0"/>
                    <a:pt x="1" y="1603"/>
                    <a:pt x="1" y="3580"/>
                  </a:cubicBezTo>
                  <a:lnTo>
                    <a:pt x="1" y="8683"/>
                  </a:lnTo>
                  <a:cubicBezTo>
                    <a:pt x="1" y="10660"/>
                    <a:pt x="1646" y="12263"/>
                    <a:pt x="3675" y="12263"/>
                  </a:cubicBezTo>
                  <a:lnTo>
                    <a:pt x="15863" y="12263"/>
                  </a:lnTo>
                  <a:cubicBezTo>
                    <a:pt x="16268" y="12263"/>
                    <a:pt x="16661" y="12107"/>
                    <a:pt x="16938" y="11813"/>
                  </a:cubicBezTo>
                  <a:cubicBezTo>
                    <a:pt x="17453" y="11263"/>
                    <a:pt x="18367" y="10815"/>
                    <a:pt x="19062" y="10815"/>
                  </a:cubicBezTo>
                  <a:cubicBezTo>
                    <a:pt x="19755" y="10815"/>
                    <a:pt x="20710" y="11262"/>
                    <a:pt x="21243" y="11813"/>
                  </a:cubicBezTo>
                  <a:cubicBezTo>
                    <a:pt x="21514" y="12093"/>
                    <a:pt x="21878" y="12263"/>
                    <a:pt x="22267" y="12263"/>
                  </a:cubicBezTo>
                  <a:lnTo>
                    <a:pt x="23549" y="12263"/>
                  </a:lnTo>
                  <a:cubicBezTo>
                    <a:pt x="25580" y="12263"/>
                    <a:pt x="27223" y="10660"/>
                    <a:pt x="27223" y="8683"/>
                  </a:cubicBezTo>
                  <a:lnTo>
                    <a:pt x="27223" y="3580"/>
                  </a:lnTo>
                  <a:cubicBezTo>
                    <a:pt x="27223" y="1603"/>
                    <a:pt x="25578" y="0"/>
                    <a:pt x="23549" y="0"/>
                  </a:cubicBezTo>
                  <a:close/>
                </a:path>
              </a:pathLst>
            </a:custGeom>
            <a:solidFill>
              <a:schemeClr val="accen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7"/>
            <p:cNvSpPr/>
            <p:nvPr/>
          </p:nvSpPr>
          <p:spPr>
            <a:xfrm rot="-899889">
              <a:off x="2053407" y="1760738"/>
              <a:ext cx="202616" cy="202655"/>
            </a:xfrm>
            <a:custGeom>
              <a:avLst/>
              <a:gdLst/>
              <a:ahLst/>
              <a:cxnLst/>
              <a:rect l="l" t="t" r="r" b="b"/>
              <a:pathLst>
                <a:path w="5233" h="5234" fill="none" extrusionOk="0">
                  <a:moveTo>
                    <a:pt x="4748" y="1739"/>
                  </a:moveTo>
                  <a:cubicBezTo>
                    <a:pt x="5233" y="2916"/>
                    <a:pt x="4672" y="4264"/>
                    <a:pt x="3494" y="4749"/>
                  </a:cubicBezTo>
                  <a:cubicBezTo>
                    <a:pt x="2317" y="5234"/>
                    <a:pt x="970" y="4673"/>
                    <a:pt x="485" y="3495"/>
                  </a:cubicBezTo>
                  <a:cubicBezTo>
                    <a:pt x="1" y="2318"/>
                    <a:pt x="562" y="971"/>
                    <a:pt x="1739" y="486"/>
                  </a:cubicBezTo>
                  <a:cubicBezTo>
                    <a:pt x="2916" y="1"/>
                    <a:pt x="4264" y="562"/>
                    <a:pt x="4748" y="1739"/>
                  </a:cubicBezTo>
                  <a:close/>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7"/>
            <p:cNvSpPr/>
            <p:nvPr/>
          </p:nvSpPr>
          <p:spPr>
            <a:xfrm rot="-899889">
              <a:off x="2115245" y="1822492"/>
              <a:ext cx="78909" cy="78871"/>
            </a:xfrm>
            <a:custGeom>
              <a:avLst/>
              <a:gdLst/>
              <a:ahLst/>
              <a:cxnLst/>
              <a:rect l="l" t="t" r="r" b="b"/>
              <a:pathLst>
                <a:path w="2038" h="2037" fill="none" extrusionOk="0">
                  <a:moveTo>
                    <a:pt x="2037" y="1019"/>
                  </a:moveTo>
                  <a:cubicBezTo>
                    <a:pt x="2037" y="1580"/>
                    <a:pt x="1581" y="2036"/>
                    <a:pt x="1018" y="2036"/>
                  </a:cubicBezTo>
                  <a:cubicBezTo>
                    <a:pt x="457" y="2036"/>
                    <a:pt x="1" y="1580"/>
                    <a:pt x="1" y="1019"/>
                  </a:cubicBezTo>
                  <a:cubicBezTo>
                    <a:pt x="1" y="456"/>
                    <a:pt x="457" y="0"/>
                    <a:pt x="1018" y="0"/>
                  </a:cubicBezTo>
                  <a:cubicBezTo>
                    <a:pt x="1581" y="0"/>
                    <a:pt x="2037" y="456"/>
                    <a:pt x="2037" y="1019"/>
                  </a:cubicBezTo>
                  <a:close/>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7"/>
            <p:cNvSpPr/>
            <p:nvPr/>
          </p:nvSpPr>
          <p:spPr>
            <a:xfrm rot="-899889">
              <a:off x="2122906" y="1830120"/>
              <a:ext cx="63577" cy="63577"/>
            </a:xfrm>
            <a:custGeom>
              <a:avLst/>
              <a:gdLst/>
              <a:ahLst/>
              <a:cxnLst/>
              <a:rect l="l" t="t" r="r" b="b"/>
              <a:pathLst>
                <a:path w="1642" h="1642" extrusionOk="0">
                  <a:moveTo>
                    <a:pt x="820" y="0"/>
                  </a:moveTo>
                  <a:cubicBezTo>
                    <a:pt x="368" y="0"/>
                    <a:pt x="0" y="368"/>
                    <a:pt x="0" y="822"/>
                  </a:cubicBezTo>
                  <a:cubicBezTo>
                    <a:pt x="0" y="1274"/>
                    <a:pt x="368" y="1642"/>
                    <a:pt x="820" y="1642"/>
                  </a:cubicBezTo>
                  <a:cubicBezTo>
                    <a:pt x="1274" y="1642"/>
                    <a:pt x="1642" y="1274"/>
                    <a:pt x="1642" y="822"/>
                  </a:cubicBezTo>
                  <a:cubicBezTo>
                    <a:pt x="1642" y="368"/>
                    <a:pt x="1274" y="0"/>
                    <a:pt x="820" y="0"/>
                  </a:cubicBezTo>
                  <a:close/>
                </a:path>
              </a:pathLst>
            </a:custGeom>
            <a:solidFill>
              <a:srgbClr val="EA7C68"/>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7"/>
            <p:cNvSpPr/>
            <p:nvPr/>
          </p:nvSpPr>
          <p:spPr>
            <a:xfrm rot="-899889">
              <a:off x="1603949" y="1865969"/>
              <a:ext cx="411157" cy="176907"/>
            </a:xfrm>
            <a:custGeom>
              <a:avLst/>
              <a:gdLst/>
              <a:ahLst/>
              <a:cxnLst/>
              <a:rect l="l" t="t" r="r" b="b"/>
              <a:pathLst>
                <a:path w="10619" h="4569" extrusionOk="0">
                  <a:moveTo>
                    <a:pt x="8334" y="4568"/>
                  </a:moveTo>
                  <a:lnTo>
                    <a:pt x="2285" y="4568"/>
                  </a:lnTo>
                  <a:cubicBezTo>
                    <a:pt x="1024" y="4568"/>
                    <a:pt x="0" y="3546"/>
                    <a:pt x="0" y="2285"/>
                  </a:cubicBezTo>
                  <a:lnTo>
                    <a:pt x="0" y="2285"/>
                  </a:lnTo>
                  <a:cubicBezTo>
                    <a:pt x="0" y="1023"/>
                    <a:pt x="1024" y="0"/>
                    <a:pt x="2285" y="0"/>
                  </a:cubicBezTo>
                  <a:lnTo>
                    <a:pt x="8334" y="0"/>
                  </a:lnTo>
                  <a:cubicBezTo>
                    <a:pt x="9596" y="0"/>
                    <a:pt x="10618" y="1023"/>
                    <a:pt x="10618" y="2285"/>
                  </a:cubicBezTo>
                  <a:lnTo>
                    <a:pt x="10618" y="2285"/>
                  </a:lnTo>
                  <a:cubicBezTo>
                    <a:pt x="10618" y="3546"/>
                    <a:pt x="9596" y="4568"/>
                    <a:pt x="8334" y="4568"/>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7"/>
            <p:cNvSpPr/>
            <p:nvPr/>
          </p:nvSpPr>
          <p:spPr>
            <a:xfrm rot="-899889">
              <a:off x="1661452" y="1917084"/>
              <a:ext cx="296665" cy="76741"/>
            </a:xfrm>
            <a:custGeom>
              <a:avLst/>
              <a:gdLst/>
              <a:ahLst/>
              <a:cxnLst/>
              <a:rect l="l" t="t" r="r" b="b"/>
              <a:pathLst>
                <a:path w="7662" h="1982" extrusionOk="0">
                  <a:moveTo>
                    <a:pt x="48" y="1"/>
                  </a:moveTo>
                  <a:cubicBezTo>
                    <a:pt x="22" y="1"/>
                    <a:pt x="1" y="22"/>
                    <a:pt x="1" y="48"/>
                  </a:cubicBezTo>
                  <a:lnTo>
                    <a:pt x="1" y="1933"/>
                  </a:lnTo>
                  <a:cubicBezTo>
                    <a:pt x="1" y="1960"/>
                    <a:pt x="22" y="1981"/>
                    <a:pt x="48" y="1981"/>
                  </a:cubicBezTo>
                  <a:lnTo>
                    <a:pt x="7614" y="1981"/>
                  </a:lnTo>
                  <a:cubicBezTo>
                    <a:pt x="7640" y="1981"/>
                    <a:pt x="7662" y="1960"/>
                    <a:pt x="7662" y="1933"/>
                  </a:cubicBezTo>
                  <a:lnTo>
                    <a:pt x="7662" y="48"/>
                  </a:lnTo>
                  <a:cubicBezTo>
                    <a:pt x="7662" y="22"/>
                    <a:pt x="7640" y="1"/>
                    <a:pt x="7614" y="1"/>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7"/>
            <p:cNvSpPr/>
            <p:nvPr/>
          </p:nvSpPr>
          <p:spPr>
            <a:xfrm rot="-899889">
              <a:off x="1838741" y="1730638"/>
              <a:ext cx="39" cy="73372"/>
            </a:xfrm>
            <a:custGeom>
              <a:avLst/>
              <a:gdLst/>
              <a:ahLst/>
              <a:cxnLst/>
              <a:rect l="l" t="t" r="r" b="b"/>
              <a:pathLst>
                <a:path w="1" h="1895" fill="none" extrusionOk="0">
                  <a:moveTo>
                    <a:pt x="1" y="1"/>
                  </a:moveTo>
                  <a:lnTo>
                    <a:pt x="1" y="189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7"/>
            <p:cNvSpPr/>
            <p:nvPr/>
          </p:nvSpPr>
          <p:spPr>
            <a:xfrm rot="-899889">
              <a:off x="1775274" y="1747644"/>
              <a:ext cx="39" cy="73372"/>
            </a:xfrm>
            <a:custGeom>
              <a:avLst/>
              <a:gdLst/>
              <a:ahLst/>
              <a:cxnLst/>
              <a:rect l="l" t="t" r="r" b="b"/>
              <a:pathLst>
                <a:path w="1" h="1895" fill="none" extrusionOk="0">
                  <a:moveTo>
                    <a:pt x="1" y="1"/>
                  </a:moveTo>
                  <a:lnTo>
                    <a:pt x="1" y="189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7"/>
            <p:cNvSpPr/>
            <p:nvPr/>
          </p:nvSpPr>
          <p:spPr>
            <a:xfrm rot="-899889">
              <a:off x="1711771" y="1764659"/>
              <a:ext cx="39" cy="73372"/>
            </a:xfrm>
            <a:custGeom>
              <a:avLst/>
              <a:gdLst/>
              <a:ahLst/>
              <a:cxnLst/>
              <a:rect l="l" t="t" r="r" b="b"/>
              <a:pathLst>
                <a:path w="1" h="1895" fill="none" extrusionOk="0">
                  <a:moveTo>
                    <a:pt x="0" y="1"/>
                  </a:moveTo>
                  <a:lnTo>
                    <a:pt x="0" y="189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7"/>
            <p:cNvSpPr/>
            <p:nvPr/>
          </p:nvSpPr>
          <p:spPr>
            <a:xfrm rot="-899889">
              <a:off x="1820016" y="801265"/>
              <a:ext cx="219188" cy="441397"/>
            </a:xfrm>
            <a:custGeom>
              <a:avLst/>
              <a:gdLst/>
              <a:ahLst/>
              <a:cxnLst/>
              <a:rect l="l" t="t" r="r" b="b"/>
              <a:pathLst>
                <a:path w="5661" h="11400" extrusionOk="0">
                  <a:moveTo>
                    <a:pt x="2830" y="1"/>
                  </a:moveTo>
                  <a:lnTo>
                    <a:pt x="2830" y="1"/>
                  </a:lnTo>
                  <a:cubicBezTo>
                    <a:pt x="4394" y="1"/>
                    <a:pt x="5661" y="1268"/>
                    <a:pt x="5661" y="2830"/>
                  </a:cubicBezTo>
                  <a:lnTo>
                    <a:pt x="5661" y="10259"/>
                  </a:lnTo>
                  <a:cubicBezTo>
                    <a:pt x="5661" y="10889"/>
                    <a:pt x="5149" y="11400"/>
                    <a:pt x="4519" y="11400"/>
                  </a:cubicBezTo>
                  <a:lnTo>
                    <a:pt x="1141" y="11400"/>
                  </a:lnTo>
                  <a:cubicBezTo>
                    <a:pt x="511" y="11400"/>
                    <a:pt x="1" y="10889"/>
                    <a:pt x="1" y="10259"/>
                  </a:cubicBezTo>
                  <a:lnTo>
                    <a:pt x="1" y="2830"/>
                  </a:lnTo>
                  <a:cubicBezTo>
                    <a:pt x="1" y="1268"/>
                    <a:pt x="1268" y="1"/>
                    <a:pt x="2830"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7"/>
            <p:cNvSpPr/>
            <p:nvPr/>
          </p:nvSpPr>
          <p:spPr>
            <a:xfrm rot="-899889">
              <a:off x="1854050" y="869752"/>
              <a:ext cx="151159" cy="304409"/>
            </a:xfrm>
            <a:custGeom>
              <a:avLst/>
              <a:gdLst/>
              <a:ahLst/>
              <a:cxnLst/>
              <a:rect l="l" t="t" r="r" b="b"/>
              <a:pathLst>
                <a:path w="3904" h="7862" extrusionOk="0">
                  <a:moveTo>
                    <a:pt x="1951" y="1"/>
                  </a:moveTo>
                  <a:lnTo>
                    <a:pt x="1951" y="1"/>
                  </a:lnTo>
                  <a:cubicBezTo>
                    <a:pt x="3029" y="1"/>
                    <a:pt x="3904" y="874"/>
                    <a:pt x="3904" y="1952"/>
                  </a:cubicBezTo>
                  <a:lnTo>
                    <a:pt x="3904" y="7259"/>
                  </a:lnTo>
                  <a:cubicBezTo>
                    <a:pt x="3904" y="7592"/>
                    <a:pt x="3633" y="7862"/>
                    <a:pt x="3300" y="7862"/>
                  </a:cubicBezTo>
                  <a:lnTo>
                    <a:pt x="604" y="7862"/>
                  </a:lnTo>
                  <a:cubicBezTo>
                    <a:pt x="271" y="7862"/>
                    <a:pt x="0" y="7592"/>
                    <a:pt x="0" y="7259"/>
                  </a:cubicBezTo>
                  <a:lnTo>
                    <a:pt x="0" y="1952"/>
                  </a:lnTo>
                  <a:cubicBezTo>
                    <a:pt x="0" y="874"/>
                    <a:pt x="875" y="1"/>
                    <a:pt x="1951" y="1"/>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7"/>
            <p:cNvSpPr/>
            <p:nvPr/>
          </p:nvSpPr>
          <p:spPr>
            <a:xfrm rot="-899889">
              <a:off x="1946224" y="1230479"/>
              <a:ext cx="151159" cy="270956"/>
            </a:xfrm>
            <a:custGeom>
              <a:avLst/>
              <a:gdLst/>
              <a:ahLst/>
              <a:cxnLst/>
              <a:rect l="l" t="t" r="r" b="b"/>
              <a:pathLst>
                <a:path w="3904" h="6998" extrusionOk="0">
                  <a:moveTo>
                    <a:pt x="0" y="1"/>
                  </a:moveTo>
                  <a:lnTo>
                    <a:pt x="3904" y="1"/>
                  </a:lnTo>
                  <a:lnTo>
                    <a:pt x="3904" y="6929"/>
                  </a:lnTo>
                  <a:cubicBezTo>
                    <a:pt x="3904" y="6967"/>
                    <a:pt x="3873" y="6997"/>
                    <a:pt x="3835" y="6997"/>
                  </a:cubicBezTo>
                  <a:lnTo>
                    <a:pt x="69" y="6997"/>
                  </a:lnTo>
                  <a:cubicBezTo>
                    <a:pt x="31" y="6997"/>
                    <a:pt x="0" y="6967"/>
                    <a:pt x="0" y="6929"/>
                  </a:cubicBezTo>
                  <a:lnTo>
                    <a:pt x="0" y="1"/>
                  </a:ln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7"/>
            <p:cNvSpPr/>
            <p:nvPr/>
          </p:nvSpPr>
          <p:spPr>
            <a:xfrm rot="-899889">
              <a:off x="2046248" y="1493699"/>
              <a:ext cx="68029" cy="181011"/>
            </a:xfrm>
            <a:custGeom>
              <a:avLst/>
              <a:gdLst/>
              <a:ahLst/>
              <a:cxnLst/>
              <a:rect l="l" t="t" r="r" b="b"/>
              <a:pathLst>
                <a:path w="1757" h="4675" extrusionOk="0">
                  <a:moveTo>
                    <a:pt x="0" y="0"/>
                  </a:moveTo>
                  <a:lnTo>
                    <a:pt x="0" y="4675"/>
                  </a:lnTo>
                  <a:lnTo>
                    <a:pt x="1756" y="4675"/>
                  </a:lnTo>
                  <a:lnTo>
                    <a:pt x="1756" y="0"/>
                  </a:ln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7"/>
            <p:cNvSpPr/>
            <p:nvPr/>
          </p:nvSpPr>
          <p:spPr>
            <a:xfrm rot="-899889">
              <a:off x="2116496" y="1668719"/>
              <a:ext cx="17966" cy="168621"/>
            </a:xfrm>
            <a:custGeom>
              <a:avLst/>
              <a:gdLst/>
              <a:ahLst/>
              <a:cxnLst/>
              <a:rect l="l" t="t" r="r" b="b"/>
              <a:pathLst>
                <a:path w="464" h="4355" extrusionOk="0">
                  <a:moveTo>
                    <a:pt x="1" y="4355"/>
                  </a:moveTo>
                  <a:lnTo>
                    <a:pt x="1" y="1"/>
                  </a:lnTo>
                  <a:lnTo>
                    <a:pt x="464" y="1"/>
                  </a:lnTo>
                  <a:lnTo>
                    <a:pt x="464" y="4355"/>
                  </a:lnTo>
                </a:path>
              </a:pathLst>
            </a:custGeom>
            <a:solidFill>
              <a:srgbClr val="EA7C68"/>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7"/>
            <p:cNvSpPr/>
            <p:nvPr/>
          </p:nvSpPr>
          <p:spPr>
            <a:xfrm rot="-899889">
              <a:off x="2116496" y="1668719"/>
              <a:ext cx="17966" cy="168621"/>
            </a:xfrm>
            <a:custGeom>
              <a:avLst/>
              <a:gdLst/>
              <a:ahLst/>
              <a:cxnLst/>
              <a:rect l="l" t="t" r="r" b="b"/>
              <a:pathLst>
                <a:path w="464" h="4355" fill="none" extrusionOk="0">
                  <a:moveTo>
                    <a:pt x="1" y="4355"/>
                  </a:moveTo>
                  <a:lnTo>
                    <a:pt x="1" y="1"/>
                  </a:lnTo>
                  <a:lnTo>
                    <a:pt x="464" y="1"/>
                  </a:lnTo>
                  <a:lnTo>
                    <a:pt x="464" y="4355"/>
                  </a:lnTo>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47"/>
          <p:cNvGrpSpPr/>
          <p:nvPr/>
        </p:nvGrpSpPr>
        <p:grpSpPr>
          <a:xfrm>
            <a:off x="1102995" y="3413165"/>
            <a:ext cx="889304" cy="1111595"/>
            <a:chOff x="2050625" y="571600"/>
            <a:chExt cx="529600" cy="661900"/>
          </a:xfrm>
        </p:grpSpPr>
        <p:sp>
          <p:nvSpPr>
            <p:cNvPr id="787" name="Google Shape;787;p47"/>
            <p:cNvSpPr/>
            <p:nvPr/>
          </p:nvSpPr>
          <p:spPr>
            <a:xfrm>
              <a:off x="2050625" y="571600"/>
              <a:ext cx="529600" cy="661900"/>
            </a:xfrm>
            <a:custGeom>
              <a:avLst/>
              <a:gdLst/>
              <a:ahLst/>
              <a:cxnLst/>
              <a:rect l="l" t="t" r="r" b="b"/>
              <a:pathLst>
                <a:path w="21184" h="26476" extrusionOk="0">
                  <a:moveTo>
                    <a:pt x="19355" y="3207"/>
                  </a:moveTo>
                  <a:cubicBezTo>
                    <a:pt x="19254" y="3566"/>
                    <a:pt x="18953" y="3875"/>
                    <a:pt x="18953" y="3875"/>
                  </a:cubicBezTo>
                  <a:lnTo>
                    <a:pt x="13966" y="10120"/>
                  </a:lnTo>
                  <a:cubicBezTo>
                    <a:pt x="17094" y="10360"/>
                    <a:pt x="16463" y="12647"/>
                    <a:pt x="16463" y="12647"/>
                  </a:cubicBezTo>
                  <a:cubicBezTo>
                    <a:pt x="19365" y="12838"/>
                    <a:pt x="18767" y="15417"/>
                    <a:pt x="18767" y="15417"/>
                  </a:cubicBezTo>
                  <a:cubicBezTo>
                    <a:pt x="21183" y="16549"/>
                    <a:pt x="20277" y="18349"/>
                    <a:pt x="16940" y="22194"/>
                  </a:cubicBezTo>
                  <a:cubicBezTo>
                    <a:pt x="13604" y="26037"/>
                    <a:pt x="9764" y="26476"/>
                    <a:pt x="6874" y="24788"/>
                  </a:cubicBezTo>
                  <a:cubicBezTo>
                    <a:pt x="3378" y="22744"/>
                    <a:pt x="1625" y="20238"/>
                    <a:pt x="2298" y="16076"/>
                  </a:cubicBezTo>
                  <a:cubicBezTo>
                    <a:pt x="2853" y="12654"/>
                    <a:pt x="2342" y="12824"/>
                    <a:pt x="1171" y="9370"/>
                  </a:cubicBezTo>
                  <a:cubicBezTo>
                    <a:pt x="1" y="5916"/>
                    <a:pt x="2827" y="6269"/>
                    <a:pt x="2827" y="6269"/>
                  </a:cubicBezTo>
                  <a:cubicBezTo>
                    <a:pt x="7047" y="8005"/>
                    <a:pt x="6462" y="12362"/>
                    <a:pt x="6462" y="12362"/>
                  </a:cubicBezTo>
                  <a:lnTo>
                    <a:pt x="15195" y="1428"/>
                  </a:lnTo>
                  <a:cubicBezTo>
                    <a:pt x="15462" y="1094"/>
                    <a:pt x="15793" y="808"/>
                    <a:pt x="16183" y="631"/>
                  </a:cubicBezTo>
                  <a:cubicBezTo>
                    <a:pt x="17568" y="1"/>
                    <a:pt x="18627" y="957"/>
                    <a:pt x="18627" y="957"/>
                  </a:cubicBezTo>
                  <a:cubicBezTo>
                    <a:pt x="19271" y="1401"/>
                    <a:pt x="19356" y="2033"/>
                    <a:pt x="19413" y="2455"/>
                  </a:cubicBezTo>
                  <a:cubicBezTo>
                    <a:pt x="19413" y="2455"/>
                    <a:pt x="19484" y="2743"/>
                    <a:pt x="19355" y="3207"/>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7"/>
            <p:cNvSpPr/>
            <p:nvPr/>
          </p:nvSpPr>
          <p:spPr>
            <a:xfrm>
              <a:off x="2447725" y="611575"/>
              <a:ext cx="55900" cy="55900"/>
            </a:xfrm>
            <a:custGeom>
              <a:avLst/>
              <a:gdLst/>
              <a:ahLst/>
              <a:cxnLst/>
              <a:rect l="l" t="t" r="r" b="b"/>
              <a:pathLst>
                <a:path w="2236" h="2236" extrusionOk="0">
                  <a:moveTo>
                    <a:pt x="1118" y="2236"/>
                  </a:moveTo>
                  <a:lnTo>
                    <a:pt x="1118" y="2236"/>
                  </a:lnTo>
                  <a:cubicBezTo>
                    <a:pt x="501" y="2236"/>
                    <a:pt x="1" y="1736"/>
                    <a:pt x="1" y="1118"/>
                  </a:cubicBezTo>
                  <a:lnTo>
                    <a:pt x="1" y="1118"/>
                  </a:lnTo>
                  <a:cubicBezTo>
                    <a:pt x="1" y="501"/>
                    <a:pt x="501" y="1"/>
                    <a:pt x="1118" y="1"/>
                  </a:cubicBezTo>
                  <a:lnTo>
                    <a:pt x="1118" y="1"/>
                  </a:lnTo>
                  <a:cubicBezTo>
                    <a:pt x="1735" y="1"/>
                    <a:pt x="2236" y="501"/>
                    <a:pt x="2236" y="1118"/>
                  </a:cubicBezTo>
                  <a:lnTo>
                    <a:pt x="2236" y="1118"/>
                  </a:lnTo>
                  <a:cubicBezTo>
                    <a:pt x="2236" y="1736"/>
                    <a:pt x="1735" y="2236"/>
                    <a:pt x="1118" y="2236"/>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7"/>
            <p:cNvSpPr/>
            <p:nvPr/>
          </p:nvSpPr>
          <p:spPr>
            <a:xfrm>
              <a:off x="2324875" y="824575"/>
              <a:ext cx="137325" cy="135475"/>
            </a:xfrm>
            <a:custGeom>
              <a:avLst/>
              <a:gdLst/>
              <a:ahLst/>
              <a:cxnLst/>
              <a:rect l="l" t="t" r="r" b="b"/>
              <a:pathLst>
                <a:path w="5493" h="5419" extrusionOk="0">
                  <a:moveTo>
                    <a:pt x="2996" y="1"/>
                  </a:moveTo>
                  <a:lnTo>
                    <a:pt x="587" y="2680"/>
                  </a:lnTo>
                  <a:cubicBezTo>
                    <a:pt x="1" y="3332"/>
                    <a:pt x="31" y="4331"/>
                    <a:pt x="657" y="4947"/>
                  </a:cubicBezTo>
                  <a:cubicBezTo>
                    <a:pt x="976" y="5261"/>
                    <a:pt x="1392" y="5418"/>
                    <a:pt x="1809" y="5418"/>
                  </a:cubicBezTo>
                  <a:cubicBezTo>
                    <a:pt x="2217" y="5418"/>
                    <a:pt x="2624" y="5267"/>
                    <a:pt x="2941" y="4965"/>
                  </a:cubicBezTo>
                  <a:lnTo>
                    <a:pt x="5493" y="2528"/>
                  </a:lnTo>
                  <a:lnTo>
                    <a:pt x="2996" y="1"/>
                  </a:lnTo>
                  <a:close/>
                </a:path>
              </a:pathLst>
            </a:custGeom>
            <a:solidFill>
              <a:srgbClr val="F3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7"/>
            <p:cNvSpPr/>
            <p:nvPr/>
          </p:nvSpPr>
          <p:spPr>
            <a:xfrm>
              <a:off x="2324875" y="824575"/>
              <a:ext cx="137325" cy="139425"/>
            </a:xfrm>
            <a:custGeom>
              <a:avLst/>
              <a:gdLst/>
              <a:ahLst/>
              <a:cxnLst/>
              <a:rect l="l" t="t" r="r" b="b"/>
              <a:pathLst>
                <a:path w="5493" h="5577" fill="none" extrusionOk="0">
                  <a:moveTo>
                    <a:pt x="2996" y="1"/>
                  </a:moveTo>
                  <a:lnTo>
                    <a:pt x="587" y="2680"/>
                  </a:lnTo>
                  <a:cubicBezTo>
                    <a:pt x="1" y="3332"/>
                    <a:pt x="31" y="4331"/>
                    <a:pt x="657" y="4947"/>
                  </a:cubicBezTo>
                  <a:lnTo>
                    <a:pt x="657" y="4947"/>
                  </a:lnTo>
                  <a:cubicBezTo>
                    <a:pt x="1289" y="5569"/>
                    <a:pt x="2301" y="5577"/>
                    <a:pt x="2941" y="4965"/>
                  </a:cubicBezTo>
                  <a:lnTo>
                    <a:pt x="5493" y="252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7"/>
            <p:cNvSpPr/>
            <p:nvPr/>
          </p:nvSpPr>
          <p:spPr>
            <a:xfrm>
              <a:off x="2384775" y="887750"/>
              <a:ext cx="146425" cy="197000"/>
            </a:xfrm>
            <a:custGeom>
              <a:avLst/>
              <a:gdLst/>
              <a:ahLst/>
              <a:cxnLst/>
              <a:rect l="l" t="t" r="r" b="b"/>
              <a:pathLst>
                <a:path w="5857" h="7880" extrusionOk="0">
                  <a:moveTo>
                    <a:pt x="5401" y="2770"/>
                  </a:moveTo>
                  <a:lnTo>
                    <a:pt x="4575" y="3568"/>
                  </a:lnTo>
                  <a:lnTo>
                    <a:pt x="4617" y="3670"/>
                  </a:lnTo>
                  <a:lnTo>
                    <a:pt x="5401" y="2770"/>
                  </a:lnTo>
                  <a:close/>
                  <a:moveTo>
                    <a:pt x="3098" y="1"/>
                  </a:moveTo>
                  <a:lnTo>
                    <a:pt x="587" y="2862"/>
                  </a:lnTo>
                  <a:cubicBezTo>
                    <a:pt x="0" y="3514"/>
                    <a:pt x="31" y="4513"/>
                    <a:pt x="656" y="5129"/>
                  </a:cubicBezTo>
                  <a:cubicBezTo>
                    <a:pt x="976" y="5443"/>
                    <a:pt x="1392" y="5600"/>
                    <a:pt x="1808" y="5600"/>
                  </a:cubicBezTo>
                  <a:cubicBezTo>
                    <a:pt x="2216" y="5600"/>
                    <a:pt x="2624" y="5449"/>
                    <a:pt x="2941" y="5146"/>
                  </a:cubicBezTo>
                  <a:lnTo>
                    <a:pt x="4575" y="3568"/>
                  </a:lnTo>
                  <a:lnTo>
                    <a:pt x="3098" y="1"/>
                  </a:lnTo>
                  <a:close/>
                  <a:moveTo>
                    <a:pt x="4617" y="3670"/>
                  </a:moveTo>
                  <a:lnTo>
                    <a:pt x="2905" y="5636"/>
                  </a:lnTo>
                  <a:cubicBezTo>
                    <a:pt x="2443" y="6159"/>
                    <a:pt x="2447" y="6945"/>
                    <a:pt x="2915" y="7464"/>
                  </a:cubicBezTo>
                  <a:cubicBezTo>
                    <a:pt x="3245" y="7764"/>
                    <a:pt x="3571" y="7880"/>
                    <a:pt x="3882" y="7880"/>
                  </a:cubicBezTo>
                  <a:cubicBezTo>
                    <a:pt x="4720" y="7880"/>
                    <a:pt x="5447" y="7037"/>
                    <a:pt x="5856" y="6664"/>
                  </a:cubicBezTo>
                  <a:lnTo>
                    <a:pt x="4617" y="3670"/>
                  </a:lnTo>
                  <a:close/>
                </a:path>
              </a:pathLst>
            </a:custGeom>
            <a:solidFill>
              <a:srgbClr val="F3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7"/>
            <p:cNvSpPr/>
            <p:nvPr/>
          </p:nvSpPr>
          <p:spPr>
            <a:xfrm>
              <a:off x="2384775" y="887750"/>
              <a:ext cx="146425" cy="214275"/>
            </a:xfrm>
            <a:custGeom>
              <a:avLst/>
              <a:gdLst/>
              <a:ahLst/>
              <a:cxnLst/>
              <a:rect l="l" t="t" r="r" b="b"/>
              <a:pathLst>
                <a:path w="5857" h="8571" fill="none" extrusionOk="0">
                  <a:moveTo>
                    <a:pt x="5856" y="6664"/>
                  </a:moveTo>
                  <a:cubicBezTo>
                    <a:pt x="5295" y="7176"/>
                    <a:pt x="4136" y="8570"/>
                    <a:pt x="2915" y="7464"/>
                  </a:cubicBezTo>
                  <a:lnTo>
                    <a:pt x="2915" y="7464"/>
                  </a:lnTo>
                  <a:cubicBezTo>
                    <a:pt x="2447" y="6945"/>
                    <a:pt x="2443" y="6159"/>
                    <a:pt x="2905" y="5636"/>
                  </a:cubicBezTo>
                  <a:lnTo>
                    <a:pt x="5401" y="2770"/>
                  </a:lnTo>
                  <a:lnTo>
                    <a:pt x="2941" y="5146"/>
                  </a:lnTo>
                  <a:cubicBezTo>
                    <a:pt x="2300" y="5759"/>
                    <a:pt x="1289" y="5750"/>
                    <a:pt x="656" y="5129"/>
                  </a:cubicBezTo>
                  <a:lnTo>
                    <a:pt x="656" y="5129"/>
                  </a:lnTo>
                  <a:cubicBezTo>
                    <a:pt x="31" y="4513"/>
                    <a:pt x="0" y="3514"/>
                    <a:pt x="587" y="2862"/>
                  </a:cubicBezTo>
                  <a:lnTo>
                    <a:pt x="3098" y="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3" name="Google Shape;793;p47"/>
          <p:cNvSpPr/>
          <p:nvPr/>
        </p:nvSpPr>
        <p:spPr>
          <a:xfrm rot="1761588">
            <a:off x="7190979" y="3831053"/>
            <a:ext cx="136117" cy="25770"/>
          </a:xfrm>
          <a:custGeom>
            <a:avLst/>
            <a:gdLst/>
            <a:ahLst/>
            <a:cxnLst/>
            <a:rect l="l" t="t" r="r" b="b"/>
            <a:pathLst>
              <a:path w="3016" h="571"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7"/>
          <p:cNvSpPr/>
          <p:nvPr/>
        </p:nvSpPr>
        <p:spPr>
          <a:xfrm rot="1761588">
            <a:off x="7297734" y="3641305"/>
            <a:ext cx="136117" cy="25725"/>
          </a:xfrm>
          <a:custGeom>
            <a:avLst/>
            <a:gdLst/>
            <a:ahLst/>
            <a:cxnLst/>
            <a:rect l="l" t="t" r="r" b="b"/>
            <a:pathLst>
              <a:path w="3016" h="570"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7"/>
          <p:cNvSpPr/>
          <p:nvPr/>
        </p:nvSpPr>
        <p:spPr>
          <a:xfrm rot="1761588">
            <a:off x="7262142" y="3704552"/>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47"/>
          <p:cNvGrpSpPr/>
          <p:nvPr/>
        </p:nvGrpSpPr>
        <p:grpSpPr>
          <a:xfrm>
            <a:off x="7015883" y="1849310"/>
            <a:ext cx="1350097" cy="2414401"/>
            <a:chOff x="7015883" y="1849310"/>
            <a:chExt cx="1350097" cy="2414401"/>
          </a:xfrm>
        </p:grpSpPr>
        <p:sp>
          <p:nvSpPr>
            <p:cNvPr id="797" name="Google Shape;797;p47"/>
            <p:cNvSpPr/>
            <p:nvPr/>
          </p:nvSpPr>
          <p:spPr>
            <a:xfrm rot="1761588">
              <a:off x="7477162" y="2812893"/>
              <a:ext cx="279545" cy="1070612"/>
            </a:xfrm>
            <a:custGeom>
              <a:avLst/>
              <a:gdLst/>
              <a:ahLst/>
              <a:cxnLst/>
              <a:rect l="l" t="t" r="r" b="b"/>
              <a:pathLst>
                <a:path w="6194" h="23722" extrusionOk="0">
                  <a:moveTo>
                    <a:pt x="2158" y="1"/>
                  </a:moveTo>
                  <a:cubicBezTo>
                    <a:pt x="2102" y="3"/>
                    <a:pt x="2691" y="1676"/>
                    <a:pt x="2636" y="1678"/>
                  </a:cubicBezTo>
                  <a:cubicBezTo>
                    <a:pt x="1887" y="1678"/>
                    <a:pt x="1678" y="1678"/>
                    <a:pt x="1270" y="1484"/>
                  </a:cubicBezTo>
                  <a:cubicBezTo>
                    <a:pt x="1049" y="907"/>
                    <a:pt x="830" y="276"/>
                    <a:pt x="830" y="276"/>
                  </a:cubicBezTo>
                  <a:cubicBezTo>
                    <a:pt x="1" y="546"/>
                    <a:pt x="1" y="1198"/>
                    <a:pt x="1" y="1198"/>
                  </a:cubicBezTo>
                  <a:lnTo>
                    <a:pt x="1" y="22763"/>
                  </a:lnTo>
                  <a:cubicBezTo>
                    <a:pt x="241" y="23242"/>
                    <a:pt x="720" y="23722"/>
                    <a:pt x="3116" y="23722"/>
                  </a:cubicBezTo>
                  <a:cubicBezTo>
                    <a:pt x="5512" y="23722"/>
                    <a:pt x="6092" y="23094"/>
                    <a:pt x="6092" y="23094"/>
                  </a:cubicBezTo>
                  <a:cubicBezTo>
                    <a:pt x="6092" y="23094"/>
                    <a:pt x="5992" y="3355"/>
                    <a:pt x="6092" y="1965"/>
                  </a:cubicBezTo>
                  <a:cubicBezTo>
                    <a:pt x="6194" y="576"/>
                    <a:pt x="5512" y="479"/>
                    <a:pt x="5512" y="479"/>
                  </a:cubicBezTo>
                  <a:cubicBezTo>
                    <a:pt x="5512" y="479"/>
                    <a:pt x="5033" y="1"/>
                    <a:pt x="2158" y="1"/>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7"/>
            <p:cNvSpPr/>
            <p:nvPr/>
          </p:nvSpPr>
          <p:spPr>
            <a:xfrm rot="-10268013">
              <a:off x="7848777" y="2234905"/>
              <a:ext cx="120636" cy="76122"/>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7"/>
            <p:cNvSpPr/>
            <p:nvPr/>
          </p:nvSpPr>
          <p:spPr>
            <a:xfrm rot="5976806">
              <a:off x="7758833" y="2011364"/>
              <a:ext cx="355197" cy="126926"/>
            </a:xfrm>
            <a:prstGeom prst="roundRect">
              <a:avLst>
                <a:gd name="adj" fmla="val 3199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7"/>
            <p:cNvSpPr/>
            <p:nvPr/>
          </p:nvSpPr>
          <p:spPr>
            <a:xfrm rot="1761588">
              <a:off x="7606678" y="2296854"/>
              <a:ext cx="402845" cy="958009"/>
            </a:xfrm>
            <a:custGeom>
              <a:avLst/>
              <a:gdLst/>
              <a:ahLst/>
              <a:cxnLst/>
              <a:rect l="l" t="t" r="r" b="b"/>
              <a:pathLst>
                <a:path w="8926" h="21227" extrusionOk="0">
                  <a:moveTo>
                    <a:pt x="44" y="0"/>
                  </a:moveTo>
                  <a:cubicBezTo>
                    <a:pt x="11" y="0"/>
                    <a:pt x="1" y="22"/>
                    <a:pt x="1" y="22"/>
                  </a:cubicBezTo>
                  <a:lnTo>
                    <a:pt x="154" y="49"/>
                  </a:lnTo>
                  <a:lnTo>
                    <a:pt x="154" y="49"/>
                  </a:lnTo>
                  <a:cubicBezTo>
                    <a:pt x="103" y="11"/>
                    <a:pt x="68" y="0"/>
                    <a:pt x="44" y="0"/>
                  </a:cubicBezTo>
                  <a:close/>
                  <a:moveTo>
                    <a:pt x="154" y="49"/>
                  </a:moveTo>
                  <a:cubicBezTo>
                    <a:pt x="200" y="84"/>
                    <a:pt x="259" y="140"/>
                    <a:pt x="334" y="230"/>
                  </a:cubicBezTo>
                  <a:cubicBezTo>
                    <a:pt x="608" y="557"/>
                    <a:pt x="758" y="839"/>
                    <a:pt x="758" y="839"/>
                  </a:cubicBezTo>
                  <a:lnTo>
                    <a:pt x="5706" y="14794"/>
                  </a:lnTo>
                  <a:lnTo>
                    <a:pt x="6003" y="15096"/>
                  </a:lnTo>
                  <a:lnTo>
                    <a:pt x="6289" y="15417"/>
                  </a:lnTo>
                  <a:lnTo>
                    <a:pt x="7008" y="17633"/>
                  </a:lnTo>
                  <a:lnTo>
                    <a:pt x="7389" y="18104"/>
                  </a:lnTo>
                  <a:lnTo>
                    <a:pt x="8685" y="21227"/>
                  </a:lnTo>
                  <a:lnTo>
                    <a:pt x="8925" y="20988"/>
                  </a:lnTo>
                  <a:lnTo>
                    <a:pt x="7756" y="18040"/>
                  </a:lnTo>
                  <a:lnTo>
                    <a:pt x="7727" y="17394"/>
                  </a:lnTo>
                  <a:lnTo>
                    <a:pt x="6887" y="15152"/>
                  </a:lnTo>
                  <a:lnTo>
                    <a:pt x="6809" y="14490"/>
                  </a:lnTo>
                  <a:lnTo>
                    <a:pt x="1657" y="321"/>
                  </a:lnTo>
                  <a:lnTo>
                    <a:pt x="154" y="49"/>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7"/>
            <p:cNvSpPr/>
            <p:nvPr/>
          </p:nvSpPr>
          <p:spPr>
            <a:xfrm rot="1761588">
              <a:off x="7624967" y="1894646"/>
              <a:ext cx="467248" cy="1077653"/>
            </a:xfrm>
            <a:custGeom>
              <a:avLst/>
              <a:gdLst/>
              <a:ahLst/>
              <a:cxnLst/>
              <a:rect l="l" t="t" r="r" b="b"/>
              <a:pathLst>
                <a:path w="10353" h="23878" fill="none" extrusionOk="0">
                  <a:moveTo>
                    <a:pt x="2672" y="8016"/>
                  </a:moveTo>
                  <a:lnTo>
                    <a:pt x="668" y="2172"/>
                  </a:lnTo>
                  <a:cubicBezTo>
                    <a:pt x="668" y="2172"/>
                    <a:pt x="1" y="1003"/>
                    <a:pt x="1336" y="502"/>
                  </a:cubicBezTo>
                  <a:cubicBezTo>
                    <a:pt x="2672" y="1"/>
                    <a:pt x="2838" y="670"/>
                    <a:pt x="3173" y="1337"/>
                  </a:cubicBezTo>
                  <a:lnTo>
                    <a:pt x="5344" y="7014"/>
                  </a:lnTo>
                  <a:lnTo>
                    <a:pt x="5009" y="8517"/>
                  </a:lnTo>
                  <a:lnTo>
                    <a:pt x="10353" y="23210"/>
                  </a:lnTo>
                  <a:cubicBezTo>
                    <a:pt x="10353" y="23210"/>
                    <a:pt x="10186" y="23878"/>
                    <a:pt x="9350" y="23543"/>
                  </a:cubicBezTo>
                  <a:lnTo>
                    <a:pt x="4007" y="8850"/>
                  </a:ln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7"/>
            <p:cNvSpPr/>
            <p:nvPr/>
          </p:nvSpPr>
          <p:spPr>
            <a:xfrm rot="1761588">
              <a:off x="7740270" y="2992823"/>
              <a:ext cx="77897" cy="142074"/>
            </a:xfrm>
            <a:custGeom>
              <a:avLst/>
              <a:gdLst/>
              <a:ahLst/>
              <a:cxnLst/>
              <a:rect l="l" t="t" r="r" b="b"/>
              <a:pathLst>
                <a:path w="1726" h="3148" fill="none" extrusionOk="0">
                  <a:moveTo>
                    <a:pt x="0" y="224"/>
                  </a:moveTo>
                  <a:cubicBezTo>
                    <a:pt x="0" y="224"/>
                    <a:pt x="724" y="2480"/>
                    <a:pt x="890" y="2814"/>
                  </a:cubicBezTo>
                  <a:cubicBezTo>
                    <a:pt x="1057" y="3148"/>
                    <a:pt x="1726" y="2981"/>
                    <a:pt x="1558" y="2480"/>
                  </a:cubicBezTo>
                  <a:lnTo>
                    <a:pt x="628" y="0"/>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7"/>
            <p:cNvSpPr/>
            <p:nvPr/>
          </p:nvSpPr>
          <p:spPr>
            <a:xfrm rot="1761588">
              <a:off x="7718645" y="3128521"/>
              <a:ext cx="71624" cy="155794"/>
            </a:xfrm>
            <a:custGeom>
              <a:avLst/>
              <a:gdLst/>
              <a:ahLst/>
              <a:cxnLst/>
              <a:rect l="l" t="t" r="r" b="b"/>
              <a:pathLst>
                <a:path w="1587" h="3452" fill="none" extrusionOk="0">
                  <a:moveTo>
                    <a:pt x="1" y="113"/>
                  </a:moveTo>
                  <a:lnTo>
                    <a:pt x="1254" y="3451"/>
                  </a:lnTo>
                  <a:lnTo>
                    <a:pt x="1587" y="3283"/>
                  </a:lnTo>
                  <a:lnTo>
                    <a:pt x="348" y="0"/>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7"/>
            <p:cNvSpPr/>
            <p:nvPr/>
          </p:nvSpPr>
          <p:spPr>
            <a:xfrm rot="1761588">
              <a:off x="7698999" y="3299088"/>
              <a:ext cx="70270" cy="83900"/>
            </a:xfrm>
            <a:custGeom>
              <a:avLst/>
              <a:gdLst/>
              <a:ahLst/>
              <a:cxnLst/>
              <a:rect l="l" t="t" r="r" b="b"/>
              <a:pathLst>
                <a:path w="1557" h="1859" extrusionOk="0">
                  <a:moveTo>
                    <a:pt x="335" y="1"/>
                  </a:moveTo>
                  <a:cubicBezTo>
                    <a:pt x="335" y="1"/>
                    <a:pt x="335" y="334"/>
                    <a:pt x="169" y="835"/>
                  </a:cubicBezTo>
                  <a:cubicBezTo>
                    <a:pt x="50" y="1190"/>
                    <a:pt x="1" y="1671"/>
                    <a:pt x="502" y="1837"/>
                  </a:cubicBezTo>
                  <a:cubicBezTo>
                    <a:pt x="545" y="1852"/>
                    <a:pt x="589" y="1859"/>
                    <a:pt x="633" y="1859"/>
                  </a:cubicBezTo>
                  <a:cubicBezTo>
                    <a:pt x="1103" y="1859"/>
                    <a:pt x="1556" y="1069"/>
                    <a:pt x="335"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7"/>
            <p:cNvSpPr/>
            <p:nvPr/>
          </p:nvSpPr>
          <p:spPr>
            <a:xfrm rot="1761588">
              <a:off x="7790327" y="2823922"/>
              <a:ext cx="44545" cy="25860"/>
            </a:xfrm>
            <a:custGeom>
              <a:avLst/>
              <a:gdLst/>
              <a:ahLst/>
              <a:cxnLst/>
              <a:rect l="l" t="t" r="r" b="b"/>
              <a:pathLst>
                <a:path w="987" h="573" fill="none" extrusionOk="0">
                  <a:moveTo>
                    <a:pt x="1" y="378"/>
                  </a:moveTo>
                  <a:cubicBezTo>
                    <a:pt x="1" y="378"/>
                    <a:pt x="633" y="572"/>
                    <a:pt x="987"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7"/>
            <p:cNvSpPr/>
            <p:nvPr/>
          </p:nvSpPr>
          <p:spPr>
            <a:xfrm rot="1761588">
              <a:off x="7817585" y="2660340"/>
              <a:ext cx="43687" cy="28343"/>
            </a:xfrm>
            <a:custGeom>
              <a:avLst/>
              <a:gdLst/>
              <a:ahLst/>
              <a:cxnLst/>
              <a:rect l="l" t="t" r="r" b="b"/>
              <a:pathLst>
                <a:path w="968" h="628" fill="none" extrusionOk="0">
                  <a:moveTo>
                    <a:pt x="1" y="431"/>
                  </a:moveTo>
                  <a:cubicBezTo>
                    <a:pt x="1" y="431"/>
                    <a:pt x="694" y="627"/>
                    <a:pt x="968"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7"/>
            <p:cNvSpPr/>
            <p:nvPr/>
          </p:nvSpPr>
          <p:spPr>
            <a:xfrm rot="1761588">
              <a:off x="7844840" y="2493630"/>
              <a:ext cx="44094" cy="27846"/>
            </a:xfrm>
            <a:custGeom>
              <a:avLst/>
              <a:gdLst/>
              <a:ahLst/>
              <a:cxnLst/>
              <a:rect l="l" t="t" r="r" b="b"/>
              <a:pathLst>
                <a:path w="977" h="617" fill="none" extrusionOk="0">
                  <a:moveTo>
                    <a:pt x="1" y="406"/>
                  </a:moveTo>
                  <a:cubicBezTo>
                    <a:pt x="1" y="406"/>
                    <a:pt x="593" y="616"/>
                    <a:pt x="977"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7"/>
            <p:cNvSpPr/>
            <p:nvPr/>
          </p:nvSpPr>
          <p:spPr>
            <a:xfrm rot="1761588">
              <a:off x="7872041" y="2337883"/>
              <a:ext cx="44771" cy="19497"/>
            </a:xfrm>
            <a:custGeom>
              <a:avLst/>
              <a:gdLst/>
              <a:ahLst/>
              <a:cxnLst/>
              <a:rect l="l" t="t" r="r" b="b"/>
              <a:pathLst>
                <a:path w="992" h="432" fill="none" extrusionOk="0">
                  <a:moveTo>
                    <a:pt x="1" y="366"/>
                  </a:moveTo>
                  <a:cubicBezTo>
                    <a:pt x="208" y="402"/>
                    <a:pt x="691" y="432"/>
                    <a:pt x="991"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7"/>
            <p:cNvSpPr/>
            <p:nvPr/>
          </p:nvSpPr>
          <p:spPr>
            <a:xfrm rot="1761588">
              <a:off x="7878598" y="2282304"/>
              <a:ext cx="45267" cy="27756"/>
            </a:xfrm>
            <a:custGeom>
              <a:avLst/>
              <a:gdLst/>
              <a:ahLst/>
              <a:cxnLst/>
              <a:rect l="l" t="t" r="r" b="b"/>
              <a:pathLst>
                <a:path w="1003" h="615" fill="none" extrusionOk="0">
                  <a:moveTo>
                    <a:pt x="0" y="333"/>
                  </a:moveTo>
                  <a:cubicBezTo>
                    <a:pt x="0" y="333"/>
                    <a:pt x="619" y="615"/>
                    <a:pt x="1002"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7"/>
            <p:cNvSpPr/>
            <p:nvPr/>
          </p:nvSpPr>
          <p:spPr>
            <a:xfrm rot="1761588">
              <a:off x="7848525" y="2210497"/>
              <a:ext cx="116485" cy="67923"/>
            </a:xfrm>
            <a:custGeom>
              <a:avLst/>
              <a:gdLst/>
              <a:ahLst/>
              <a:cxnLst/>
              <a:rect l="l" t="t" r="r" b="b"/>
              <a:pathLst>
                <a:path w="2581" h="1505" fill="none" extrusionOk="0">
                  <a:moveTo>
                    <a:pt x="1" y="1060"/>
                  </a:moveTo>
                  <a:cubicBezTo>
                    <a:pt x="1" y="1060"/>
                    <a:pt x="1579" y="1504"/>
                    <a:pt x="2581"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7"/>
            <p:cNvSpPr/>
            <p:nvPr/>
          </p:nvSpPr>
          <p:spPr>
            <a:xfrm rot="1761588">
              <a:off x="7114928" y="3749991"/>
              <a:ext cx="276657" cy="476500"/>
            </a:xfrm>
            <a:custGeom>
              <a:avLst/>
              <a:gdLst/>
              <a:ahLst/>
              <a:cxnLst/>
              <a:rect l="l" t="t" r="r" b="b"/>
              <a:pathLst>
                <a:path w="6130" h="10558" extrusionOk="0">
                  <a:moveTo>
                    <a:pt x="5829" y="0"/>
                  </a:moveTo>
                  <a:lnTo>
                    <a:pt x="202" y="201"/>
                  </a:lnTo>
                  <a:lnTo>
                    <a:pt x="1" y="2614"/>
                  </a:lnTo>
                  <a:lnTo>
                    <a:pt x="1988" y="9627"/>
                  </a:lnTo>
                  <a:cubicBezTo>
                    <a:pt x="1988" y="9627"/>
                    <a:pt x="2245" y="10452"/>
                    <a:pt x="3032" y="10552"/>
                  </a:cubicBezTo>
                  <a:cubicBezTo>
                    <a:pt x="3062" y="10556"/>
                    <a:pt x="3091" y="10558"/>
                    <a:pt x="3120" y="10558"/>
                  </a:cubicBezTo>
                  <a:cubicBezTo>
                    <a:pt x="3853" y="10558"/>
                    <a:pt x="4274" y="9364"/>
                    <a:pt x="4274" y="9364"/>
                  </a:cubicBezTo>
                  <a:lnTo>
                    <a:pt x="6130" y="2798"/>
                  </a:lnTo>
                  <a:lnTo>
                    <a:pt x="6130" y="201"/>
                  </a:lnTo>
                  <a:lnTo>
                    <a:pt x="5829"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7"/>
            <p:cNvSpPr/>
            <p:nvPr/>
          </p:nvSpPr>
          <p:spPr>
            <a:xfrm rot="1761588">
              <a:off x="7653514" y="3008837"/>
              <a:ext cx="136117" cy="25770"/>
            </a:xfrm>
            <a:custGeom>
              <a:avLst/>
              <a:gdLst/>
              <a:ahLst/>
              <a:cxnLst/>
              <a:rect l="l" t="t" r="r" b="b"/>
              <a:pathLst>
                <a:path w="3016" h="571" fill="none" extrusionOk="0">
                  <a:moveTo>
                    <a:pt x="0" y="1"/>
                  </a:moveTo>
                  <a:cubicBezTo>
                    <a:pt x="0" y="1"/>
                    <a:pt x="1005" y="571"/>
                    <a:pt x="3015" y="57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7"/>
            <p:cNvSpPr/>
            <p:nvPr/>
          </p:nvSpPr>
          <p:spPr>
            <a:xfrm rot="1761588">
              <a:off x="7617944" y="3072091"/>
              <a:ext cx="136117" cy="25725"/>
            </a:xfrm>
            <a:custGeom>
              <a:avLst/>
              <a:gdLst/>
              <a:ahLst/>
              <a:cxnLst/>
              <a:rect l="l" t="t" r="r" b="b"/>
              <a:pathLst>
                <a:path w="3016" h="570"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7"/>
            <p:cNvSpPr/>
            <p:nvPr/>
          </p:nvSpPr>
          <p:spPr>
            <a:xfrm rot="1761588">
              <a:off x="7582351" y="3135338"/>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7"/>
            <p:cNvSpPr/>
            <p:nvPr/>
          </p:nvSpPr>
          <p:spPr>
            <a:xfrm rot="1761588">
              <a:off x="7546781" y="3198591"/>
              <a:ext cx="136117" cy="25725"/>
            </a:xfrm>
            <a:custGeom>
              <a:avLst/>
              <a:gdLst/>
              <a:ahLst/>
              <a:cxnLst/>
              <a:rect l="l" t="t" r="r" b="b"/>
              <a:pathLst>
                <a:path w="3016" h="570"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7"/>
            <p:cNvSpPr/>
            <p:nvPr/>
          </p:nvSpPr>
          <p:spPr>
            <a:xfrm rot="1761588">
              <a:off x="7511211" y="3261800"/>
              <a:ext cx="136117" cy="25770"/>
            </a:xfrm>
            <a:custGeom>
              <a:avLst/>
              <a:gdLst/>
              <a:ahLst/>
              <a:cxnLst/>
              <a:rect l="l" t="t" r="r" b="b"/>
              <a:pathLst>
                <a:path w="3016" h="571"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7"/>
            <p:cNvSpPr/>
            <p:nvPr/>
          </p:nvSpPr>
          <p:spPr>
            <a:xfrm rot="1761588">
              <a:off x="7475630" y="3325050"/>
              <a:ext cx="136117" cy="25770"/>
            </a:xfrm>
            <a:custGeom>
              <a:avLst/>
              <a:gdLst/>
              <a:ahLst/>
              <a:cxnLst/>
              <a:rect l="l" t="t" r="r" b="b"/>
              <a:pathLst>
                <a:path w="3016" h="571" fill="none" extrusionOk="0">
                  <a:moveTo>
                    <a:pt x="0" y="1"/>
                  </a:moveTo>
                  <a:cubicBezTo>
                    <a:pt x="0" y="1"/>
                    <a:pt x="1005" y="571"/>
                    <a:pt x="3015" y="57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7"/>
            <p:cNvSpPr/>
            <p:nvPr/>
          </p:nvSpPr>
          <p:spPr>
            <a:xfrm rot="1761588">
              <a:off x="7440048" y="3388345"/>
              <a:ext cx="136117" cy="25680"/>
            </a:xfrm>
            <a:custGeom>
              <a:avLst/>
              <a:gdLst/>
              <a:ahLst/>
              <a:cxnLst/>
              <a:rect l="l" t="t" r="r" b="b"/>
              <a:pathLst>
                <a:path w="3016" h="569" fill="none" extrusionOk="0">
                  <a:moveTo>
                    <a:pt x="0" y="1"/>
                  </a:moveTo>
                  <a:cubicBezTo>
                    <a:pt x="0" y="1"/>
                    <a:pt x="1005" y="569"/>
                    <a:pt x="3015" y="56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7"/>
            <p:cNvSpPr/>
            <p:nvPr/>
          </p:nvSpPr>
          <p:spPr>
            <a:xfrm rot="1761588">
              <a:off x="7404467" y="3451551"/>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7"/>
            <p:cNvSpPr/>
            <p:nvPr/>
          </p:nvSpPr>
          <p:spPr>
            <a:xfrm rot="1761588">
              <a:off x="7368886" y="3514846"/>
              <a:ext cx="136117" cy="25680"/>
            </a:xfrm>
            <a:custGeom>
              <a:avLst/>
              <a:gdLst/>
              <a:ahLst/>
              <a:cxnLst/>
              <a:rect l="l" t="t" r="r" b="b"/>
              <a:pathLst>
                <a:path w="3016" h="569" fill="none" extrusionOk="0">
                  <a:moveTo>
                    <a:pt x="0" y="0"/>
                  </a:moveTo>
                  <a:cubicBezTo>
                    <a:pt x="0" y="0"/>
                    <a:pt x="1005" y="569"/>
                    <a:pt x="3015" y="56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7"/>
            <p:cNvSpPr/>
            <p:nvPr/>
          </p:nvSpPr>
          <p:spPr>
            <a:xfrm rot="1761588">
              <a:off x="7333304" y="3578051"/>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7"/>
            <p:cNvSpPr/>
            <p:nvPr/>
          </p:nvSpPr>
          <p:spPr>
            <a:xfrm rot="1761588">
              <a:off x="7238284" y="3753910"/>
              <a:ext cx="263072" cy="63545"/>
            </a:xfrm>
            <a:custGeom>
              <a:avLst/>
              <a:gdLst/>
              <a:ahLst/>
              <a:cxnLst/>
              <a:rect l="l" t="t" r="r" b="b"/>
              <a:pathLst>
                <a:path w="5829" h="1408" extrusionOk="0">
                  <a:moveTo>
                    <a:pt x="2915" y="1"/>
                  </a:moveTo>
                  <a:cubicBezTo>
                    <a:pt x="1306" y="1"/>
                    <a:pt x="1" y="315"/>
                    <a:pt x="1" y="704"/>
                  </a:cubicBezTo>
                  <a:cubicBezTo>
                    <a:pt x="1" y="1093"/>
                    <a:pt x="1306" y="1407"/>
                    <a:pt x="2915" y="1407"/>
                  </a:cubicBezTo>
                  <a:cubicBezTo>
                    <a:pt x="4524" y="1407"/>
                    <a:pt x="5829" y="1093"/>
                    <a:pt x="5829" y="704"/>
                  </a:cubicBezTo>
                  <a:cubicBezTo>
                    <a:pt x="5829" y="315"/>
                    <a:pt x="4524" y="1"/>
                    <a:pt x="2915" y="1"/>
                  </a:cubicBezTo>
                  <a:close/>
                </a:path>
              </a:pathLst>
            </a:custGeom>
            <a:solidFill>
              <a:srgbClr val="70B0DB"/>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7"/>
            <p:cNvSpPr/>
            <p:nvPr/>
          </p:nvSpPr>
          <p:spPr>
            <a:xfrm rot="1761588">
              <a:off x="7242168" y="3709918"/>
              <a:ext cx="275032" cy="110843"/>
            </a:xfrm>
            <a:custGeom>
              <a:avLst/>
              <a:gdLst/>
              <a:ahLst/>
              <a:cxnLst/>
              <a:rect l="l" t="t" r="r" b="b"/>
              <a:pathLst>
                <a:path w="6094" h="2456" extrusionOk="0">
                  <a:moveTo>
                    <a:pt x="63" y="0"/>
                  </a:moveTo>
                  <a:lnTo>
                    <a:pt x="1" y="1737"/>
                  </a:lnTo>
                  <a:cubicBezTo>
                    <a:pt x="241" y="1976"/>
                    <a:pt x="959" y="2456"/>
                    <a:pt x="3116" y="2456"/>
                  </a:cubicBezTo>
                  <a:cubicBezTo>
                    <a:pt x="5273" y="2456"/>
                    <a:pt x="6093" y="1828"/>
                    <a:pt x="6093" y="1828"/>
                  </a:cubicBezTo>
                  <a:lnTo>
                    <a:pt x="6084" y="0"/>
                  </a:lnTo>
                  <a:cubicBezTo>
                    <a:pt x="5076" y="379"/>
                    <a:pt x="4072" y="506"/>
                    <a:pt x="3180" y="506"/>
                  </a:cubicBezTo>
                  <a:cubicBezTo>
                    <a:pt x="1396" y="506"/>
                    <a:pt x="63" y="0"/>
                    <a:pt x="63" y="0"/>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7"/>
            <p:cNvSpPr/>
            <p:nvPr/>
          </p:nvSpPr>
          <p:spPr>
            <a:xfrm rot="1761588">
              <a:off x="7373103" y="2782062"/>
              <a:ext cx="272098" cy="1511839"/>
            </a:xfrm>
            <a:custGeom>
              <a:avLst/>
              <a:gdLst/>
              <a:ahLst/>
              <a:cxnLst/>
              <a:rect l="l" t="t" r="r" b="b"/>
              <a:pathLst>
                <a:path w="6029" h="33365" fill="none" extrusionOk="0">
                  <a:moveTo>
                    <a:pt x="828" y="220"/>
                  </a:moveTo>
                  <a:cubicBezTo>
                    <a:pt x="87" y="459"/>
                    <a:pt x="0" y="804"/>
                    <a:pt x="0" y="804"/>
                  </a:cubicBezTo>
                  <a:lnTo>
                    <a:pt x="0" y="25526"/>
                  </a:lnTo>
                  <a:lnTo>
                    <a:pt x="1809" y="32159"/>
                  </a:lnTo>
                  <a:cubicBezTo>
                    <a:pt x="1809" y="32159"/>
                    <a:pt x="2009" y="33364"/>
                    <a:pt x="3015" y="33364"/>
                  </a:cubicBezTo>
                  <a:cubicBezTo>
                    <a:pt x="4020" y="33364"/>
                    <a:pt x="4221" y="31958"/>
                    <a:pt x="4221" y="31958"/>
                  </a:cubicBezTo>
                  <a:lnTo>
                    <a:pt x="6029" y="25526"/>
                  </a:lnTo>
                  <a:lnTo>
                    <a:pt x="6029" y="804"/>
                  </a:lnTo>
                  <a:cubicBezTo>
                    <a:pt x="6029" y="804"/>
                    <a:pt x="5828" y="0"/>
                    <a:pt x="2612" y="0"/>
                  </a:cubicBezTo>
                  <a:cubicBezTo>
                    <a:pt x="2342" y="0"/>
                    <a:pt x="2098" y="11"/>
                    <a:pt x="1881" y="2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7"/>
            <p:cNvSpPr/>
            <p:nvPr/>
          </p:nvSpPr>
          <p:spPr>
            <a:xfrm rot="1761588">
              <a:off x="7709648" y="2912488"/>
              <a:ext cx="272098" cy="54519"/>
            </a:xfrm>
            <a:custGeom>
              <a:avLst/>
              <a:gdLst/>
              <a:ahLst/>
              <a:cxnLst/>
              <a:rect l="l" t="t" r="r" b="b"/>
              <a:pathLst>
                <a:path w="6029" h="1208" fill="none" extrusionOk="0">
                  <a:moveTo>
                    <a:pt x="0" y="1"/>
                  </a:moveTo>
                  <a:cubicBezTo>
                    <a:pt x="402" y="1007"/>
                    <a:pt x="5225" y="1208"/>
                    <a:pt x="6029"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7"/>
            <p:cNvSpPr/>
            <p:nvPr/>
          </p:nvSpPr>
          <p:spPr>
            <a:xfrm rot="1788324">
              <a:off x="7691337" y="2943698"/>
              <a:ext cx="272514" cy="60211"/>
            </a:xfrm>
            <a:custGeom>
              <a:avLst/>
              <a:gdLst/>
              <a:ahLst/>
              <a:cxnLst/>
              <a:rect l="l" t="t" r="r" b="b"/>
              <a:pathLst>
                <a:path w="6433" h="1408" fill="none" extrusionOk="0">
                  <a:moveTo>
                    <a:pt x="6432" y="1"/>
                  </a:moveTo>
                  <a:cubicBezTo>
                    <a:pt x="6432" y="1"/>
                    <a:pt x="4824" y="1407"/>
                    <a:pt x="0" y="80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7"/>
            <p:cNvSpPr/>
            <p:nvPr/>
          </p:nvSpPr>
          <p:spPr>
            <a:xfrm rot="1788324">
              <a:off x="7672644" y="2981852"/>
              <a:ext cx="272514" cy="51573"/>
            </a:xfrm>
            <a:custGeom>
              <a:avLst/>
              <a:gdLst/>
              <a:ahLst/>
              <a:cxnLst/>
              <a:rect l="l" t="t" r="r" b="b"/>
              <a:pathLst>
                <a:path w="6433" h="1206" fill="none" extrusionOk="0">
                  <a:moveTo>
                    <a:pt x="6432" y="0"/>
                  </a:moveTo>
                  <a:cubicBezTo>
                    <a:pt x="6432" y="0"/>
                    <a:pt x="4824" y="1206"/>
                    <a:pt x="0" y="80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7"/>
            <p:cNvSpPr/>
            <p:nvPr/>
          </p:nvSpPr>
          <p:spPr>
            <a:xfrm rot="1761588">
              <a:off x="7917005" y="2618890"/>
              <a:ext cx="399189" cy="307662"/>
            </a:xfrm>
            <a:custGeom>
              <a:avLst/>
              <a:gdLst/>
              <a:ahLst/>
              <a:cxnLst/>
              <a:rect l="l" t="t" r="r" b="b"/>
              <a:pathLst>
                <a:path w="8845" h="6817" extrusionOk="0">
                  <a:moveTo>
                    <a:pt x="2468" y="0"/>
                  </a:moveTo>
                  <a:cubicBezTo>
                    <a:pt x="1774" y="0"/>
                    <a:pt x="1609" y="332"/>
                    <a:pt x="1609" y="332"/>
                  </a:cubicBezTo>
                  <a:lnTo>
                    <a:pt x="0" y="3146"/>
                  </a:lnTo>
                  <a:cubicBezTo>
                    <a:pt x="0" y="3146"/>
                    <a:pt x="168" y="4203"/>
                    <a:pt x="2614" y="5758"/>
                  </a:cubicBezTo>
                  <a:cubicBezTo>
                    <a:pt x="4021" y="6654"/>
                    <a:pt x="5184" y="6817"/>
                    <a:pt x="5843" y="6817"/>
                  </a:cubicBezTo>
                  <a:cubicBezTo>
                    <a:pt x="6220" y="6817"/>
                    <a:pt x="6432" y="6764"/>
                    <a:pt x="6432" y="6764"/>
                  </a:cubicBezTo>
                  <a:lnTo>
                    <a:pt x="8041" y="4151"/>
                  </a:lnTo>
                  <a:cubicBezTo>
                    <a:pt x="8041" y="4151"/>
                    <a:pt x="8844" y="2945"/>
                    <a:pt x="5628" y="1136"/>
                  </a:cubicBezTo>
                  <a:cubicBezTo>
                    <a:pt x="4039" y="241"/>
                    <a:pt x="3061" y="0"/>
                    <a:pt x="2468" y="0"/>
                  </a:cubicBezTo>
                  <a:close/>
                </a:path>
              </a:pathLst>
            </a:custGeom>
            <a:solidFill>
              <a:schemeClr val="accen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7"/>
            <p:cNvSpPr/>
            <p:nvPr/>
          </p:nvSpPr>
          <p:spPr>
            <a:xfrm rot="1761588">
              <a:off x="7991746" y="2638017"/>
              <a:ext cx="317772" cy="198489"/>
            </a:xfrm>
            <a:custGeom>
              <a:avLst/>
              <a:gdLst/>
              <a:ahLst/>
              <a:cxnLst/>
              <a:rect l="l" t="t" r="r" b="b"/>
              <a:pathLst>
                <a:path w="7041" h="4398" fill="none" extrusionOk="0">
                  <a:moveTo>
                    <a:pt x="619" y="1"/>
                  </a:moveTo>
                  <a:cubicBezTo>
                    <a:pt x="619" y="1"/>
                    <a:pt x="0" y="630"/>
                    <a:pt x="3047" y="2589"/>
                  </a:cubicBezTo>
                  <a:cubicBezTo>
                    <a:pt x="5861" y="4398"/>
                    <a:pt x="7040" y="3724"/>
                    <a:pt x="6953" y="3558"/>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7"/>
            <p:cNvSpPr/>
            <p:nvPr/>
          </p:nvSpPr>
          <p:spPr>
            <a:xfrm rot="1761588">
              <a:off x="8053223" y="2643840"/>
              <a:ext cx="226786" cy="172358"/>
            </a:xfrm>
            <a:custGeom>
              <a:avLst/>
              <a:gdLst/>
              <a:ahLst/>
              <a:cxnLst/>
              <a:rect l="l" t="t" r="r" b="b"/>
              <a:pathLst>
                <a:path w="5025" h="3819" fill="none" extrusionOk="0">
                  <a:moveTo>
                    <a:pt x="1" y="402"/>
                  </a:moveTo>
                  <a:cubicBezTo>
                    <a:pt x="1" y="402"/>
                    <a:pt x="603" y="0"/>
                    <a:pt x="2815" y="1206"/>
                  </a:cubicBezTo>
                  <a:cubicBezTo>
                    <a:pt x="5025" y="2411"/>
                    <a:pt x="5025" y="3216"/>
                    <a:pt x="5025" y="3216"/>
                  </a:cubicBezTo>
                  <a:cubicBezTo>
                    <a:pt x="5025" y="3216"/>
                    <a:pt x="4422" y="3819"/>
                    <a:pt x="2212" y="2411"/>
                  </a:cubicBezTo>
                  <a:cubicBezTo>
                    <a:pt x="1" y="1005"/>
                    <a:pt x="1" y="402"/>
                    <a:pt x="1" y="402"/>
                  </a:cubicBezTo>
                  <a:close/>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7"/>
            <p:cNvSpPr/>
            <p:nvPr/>
          </p:nvSpPr>
          <p:spPr>
            <a:xfrm rot="1761588">
              <a:off x="8062301" y="2669096"/>
              <a:ext cx="200384" cy="123525"/>
            </a:xfrm>
            <a:custGeom>
              <a:avLst/>
              <a:gdLst/>
              <a:ahLst/>
              <a:cxnLst/>
              <a:rect l="l" t="t" r="r" b="b"/>
              <a:pathLst>
                <a:path w="4440" h="2737" fill="none" extrusionOk="0">
                  <a:moveTo>
                    <a:pt x="1" y="211"/>
                  </a:moveTo>
                  <a:cubicBezTo>
                    <a:pt x="582" y="1"/>
                    <a:pt x="3597" y="1206"/>
                    <a:pt x="4440" y="2737"/>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7"/>
            <p:cNvSpPr/>
            <p:nvPr/>
          </p:nvSpPr>
          <p:spPr>
            <a:xfrm rot="1761588">
              <a:off x="7236082" y="3761231"/>
              <a:ext cx="263072" cy="56730"/>
            </a:xfrm>
            <a:custGeom>
              <a:avLst/>
              <a:gdLst/>
              <a:ahLst/>
              <a:cxnLst/>
              <a:rect l="l" t="t" r="r" b="b"/>
              <a:pathLst>
                <a:path w="5829" h="1257" extrusionOk="0">
                  <a:moveTo>
                    <a:pt x="2915" y="1"/>
                  </a:moveTo>
                  <a:cubicBezTo>
                    <a:pt x="1306" y="1"/>
                    <a:pt x="1" y="282"/>
                    <a:pt x="1" y="628"/>
                  </a:cubicBezTo>
                  <a:cubicBezTo>
                    <a:pt x="1" y="976"/>
                    <a:pt x="1306" y="1257"/>
                    <a:pt x="2915" y="1257"/>
                  </a:cubicBezTo>
                  <a:cubicBezTo>
                    <a:pt x="4524" y="1257"/>
                    <a:pt x="5829" y="976"/>
                    <a:pt x="5829" y="628"/>
                  </a:cubicBezTo>
                  <a:cubicBezTo>
                    <a:pt x="5829" y="282"/>
                    <a:pt x="4524" y="1"/>
                    <a:pt x="2915"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3" name="Google Shape;833;p47"/>
          <p:cNvSpPr/>
          <p:nvPr/>
        </p:nvSpPr>
        <p:spPr>
          <a:xfrm>
            <a:off x="7604391" y="563540"/>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7"/>
          <p:cNvSpPr/>
          <p:nvPr/>
        </p:nvSpPr>
        <p:spPr>
          <a:xfrm>
            <a:off x="6524723" y="1849501"/>
            <a:ext cx="754096" cy="851482"/>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7"/>
          <p:cNvSpPr/>
          <p:nvPr/>
        </p:nvSpPr>
        <p:spPr>
          <a:xfrm>
            <a:off x="721354" y="563540"/>
            <a:ext cx="818258" cy="81566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6" name="Google Shape;836;p47"/>
          <p:cNvGrpSpPr/>
          <p:nvPr/>
        </p:nvGrpSpPr>
        <p:grpSpPr>
          <a:xfrm>
            <a:off x="713238" y="534990"/>
            <a:ext cx="7823438" cy="3769880"/>
            <a:chOff x="713238" y="534990"/>
            <a:chExt cx="7823438" cy="3769880"/>
          </a:xfrm>
        </p:grpSpPr>
        <p:grpSp>
          <p:nvGrpSpPr>
            <p:cNvPr id="837" name="Google Shape;837;p47"/>
            <p:cNvGrpSpPr/>
            <p:nvPr/>
          </p:nvGrpSpPr>
          <p:grpSpPr>
            <a:xfrm>
              <a:off x="6828300" y="965390"/>
              <a:ext cx="389750" cy="385750"/>
              <a:chOff x="3382475" y="1831100"/>
              <a:chExt cx="389750" cy="385750"/>
            </a:xfrm>
          </p:grpSpPr>
          <p:sp>
            <p:nvSpPr>
              <p:cNvPr id="838" name="Google Shape;838;p4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 name="Google Shape;842;p47"/>
            <p:cNvGrpSpPr/>
            <p:nvPr/>
          </p:nvGrpSpPr>
          <p:grpSpPr>
            <a:xfrm>
              <a:off x="3060575" y="534990"/>
              <a:ext cx="389750" cy="385750"/>
              <a:chOff x="3382475" y="1831100"/>
              <a:chExt cx="389750" cy="385750"/>
            </a:xfrm>
          </p:grpSpPr>
          <p:sp>
            <p:nvSpPr>
              <p:cNvPr id="843" name="Google Shape;843;p4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 name="Google Shape;847;p47"/>
            <p:cNvGrpSpPr/>
            <p:nvPr/>
          </p:nvGrpSpPr>
          <p:grpSpPr>
            <a:xfrm>
              <a:off x="2670819" y="3919120"/>
              <a:ext cx="389750" cy="385750"/>
              <a:chOff x="3382475" y="1831100"/>
              <a:chExt cx="389750" cy="385750"/>
            </a:xfrm>
          </p:grpSpPr>
          <p:sp>
            <p:nvSpPr>
              <p:cNvPr id="848" name="Google Shape;848;p4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 name="Google Shape;852;p47"/>
            <p:cNvGrpSpPr/>
            <p:nvPr/>
          </p:nvGrpSpPr>
          <p:grpSpPr>
            <a:xfrm>
              <a:off x="713238" y="2646425"/>
              <a:ext cx="389750" cy="385750"/>
              <a:chOff x="3382475" y="1831100"/>
              <a:chExt cx="389750" cy="385750"/>
            </a:xfrm>
          </p:grpSpPr>
          <p:sp>
            <p:nvSpPr>
              <p:cNvPr id="853" name="Google Shape;853;p4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 name="Google Shape;857;p47"/>
            <p:cNvGrpSpPr/>
            <p:nvPr/>
          </p:nvGrpSpPr>
          <p:grpSpPr>
            <a:xfrm>
              <a:off x="6083431" y="3919120"/>
              <a:ext cx="389750" cy="385750"/>
              <a:chOff x="3382475" y="1831100"/>
              <a:chExt cx="389750" cy="385750"/>
            </a:xfrm>
          </p:grpSpPr>
          <p:sp>
            <p:nvSpPr>
              <p:cNvPr id="858" name="Google Shape;858;p4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 name="Google Shape;862;p47"/>
            <p:cNvGrpSpPr/>
            <p:nvPr/>
          </p:nvGrpSpPr>
          <p:grpSpPr>
            <a:xfrm>
              <a:off x="8146925" y="3413165"/>
              <a:ext cx="389750" cy="385750"/>
              <a:chOff x="3382475" y="1831100"/>
              <a:chExt cx="389750" cy="385750"/>
            </a:xfrm>
          </p:grpSpPr>
          <p:sp>
            <p:nvSpPr>
              <p:cNvPr id="863" name="Google Shape;863;p47"/>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7"/>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7"/>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7"/>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8"/>
          <p:cNvSpPr txBox="1">
            <a:spLocks noGrp="1"/>
          </p:cNvSpPr>
          <p:nvPr>
            <p:ph type="title"/>
          </p:nvPr>
        </p:nvSpPr>
        <p:spPr>
          <a:xfrm>
            <a:off x="793708" y="382375"/>
            <a:ext cx="44571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872" name="Google Shape;872;p48"/>
          <p:cNvSpPr txBox="1">
            <a:spLocks noGrp="1"/>
          </p:cNvSpPr>
          <p:nvPr>
            <p:ph type="subTitle" idx="1"/>
          </p:nvPr>
        </p:nvSpPr>
        <p:spPr>
          <a:xfrm>
            <a:off x="457194" y="1195243"/>
            <a:ext cx="4457100" cy="3744476"/>
          </a:xfrm>
          <a:prstGeom prst="rect">
            <a:avLst/>
          </a:prstGeom>
        </p:spPr>
        <p:txBody>
          <a:bodyPr spcFirstLastPara="1" wrap="square" lIns="91425" tIns="91425" rIns="91425" bIns="91425" anchor="t" anchorCtr="0">
            <a:noAutofit/>
          </a:bodyPr>
          <a:lstStyle/>
          <a:p>
            <a:pPr marL="0" indent="0" algn="just">
              <a:lnSpc>
                <a:spcPct val="150000"/>
              </a:lnSpc>
            </a:pPr>
            <a:r>
              <a:rPr lang="en-US" sz="1600" dirty="0"/>
              <a:t>The proposed system involves a preprocessing stage with lung segmentation, removing the surroundings which does not offer relevant information for the task and may produce biased results; after this initial stage comes the classification model trained under the transfer learning scheme; and finally, results analysis and interpretation via heat maps visualization. The proposed system models must achieve the best detection accuracy of COVID-19 .</a:t>
            </a:r>
          </a:p>
        </p:txBody>
      </p:sp>
      <p:cxnSp>
        <p:nvCxnSpPr>
          <p:cNvPr id="873" name="Google Shape;873;p48"/>
          <p:cNvCxnSpPr/>
          <p:nvPr/>
        </p:nvCxnSpPr>
        <p:spPr>
          <a:xfrm>
            <a:off x="904944" y="1209708"/>
            <a:ext cx="4210200" cy="0"/>
          </a:xfrm>
          <a:prstGeom prst="straightConnector1">
            <a:avLst/>
          </a:prstGeom>
          <a:noFill/>
          <a:ln w="19050" cap="flat" cmpd="sng">
            <a:solidFill>
              <a:schemeClr val="accent3"/>
            </a:solidFill>
            <a:prstDash val="solid"/>
            <a:round/>
            <a:headEnd type="none" w="med" len="med"/>
            <a:tailEnd type="none" w="med" len="med"/>
          </a:ln>
        </p:spPr>
      </p:cxnSp>
      <p:grpSp>
        <p:nvGrpSpPr>
          <p:cNvPr id="874" name="Google Shape;874;p48"/>
          <p:cNvGrpSpPr/>
          <p:nvPr/>
        </p:nvGrpSpPr>
        <p:grpSpPr>
          <a:xfrm>
            <a:off x="5199359" y="1647484"/>
            <a:ext cx="3153329" cy="2961080"/>
            <a:chOff x="5275559" y="1647484"/>
            <a:chExt cx="3153329" cy="2961080"/>
          </a:xfrm>
        </p:grpSpPr>
        <p:grpSp>
          <p:nvGrpSpPr>
            <p:cNvPr id="875" name="Google Shape;875;p48"/>
            <p:cNvGrpSpPr/>
            <p:nvPr/>
          </p:nvGrpSpPr>
          <p:grpSpPr>
            <a:xfrm rot="8685804">
              <a:off x="5377464" y="2976364"/>
              <a:ext cx="405437" cy="482006"/>
              <a:chOff x="6010700" y="528431"/>
              <a:chExt cx="405475" cy="482051"/>
            </a:xfrm>
          </p:grpSpPr>
          <p:sp>
            <p:nvSpPr>
              <p:cNvPr id="876" name="Google Shape;876;p48"/>
              <p:cNvSpPr/>
              <p:nvPr/>
            </p:nvSpPr>
            <p:spPr>
              <a:xfrm>
                <a:off x="6010700" y="652275"/>
                <a:ext cx="281230" cy="358207"/>
              </a:xfrm>
              <a:custGeom>
                <a:avLst/>
                <a:gdLst/>
                <a:ahLst/>
                <a:cxnLst/>
                <a:rect l="l" t="t" r="r" b="b"/>
                <a:pathLst>
                  <a:path w="5593" h="7089" extrusionOk="0">
                    <a:moveTo>
                      <a:pt x="5368" y="0"/>
                    </a:moveTo>
                    <a:cubicBezTo>
                      <a:pt x="5368" y="0"/>
                      <a:pt x="5368" y="0"/>
                      <a:pt x="5368" y="0"/>
                    </a:cubicBezTo>
                    <a:lnTo>
                      <a:pt x="5388" y="56"/>
                    </a:lnTo>
                    <a:lnTo>
                      <a:pt x="5388" y="56"/>
                    </a:lnTo>
                    <a:cubicBezTo>
                      <a:pt x="5394" y="2"/>
                      <a:pt x="5371" y="0"/>
                      <a:pt x="5368" y="0"/>
                    </a:cubicBezTo>
                    <a:close/>
                    <a:moveTo>
                      <a:pt x="5388" y="56"/>
                    </a:moveTo>
                    <a:lnTo>
                      <a:pt x="5388" y="56"/>
                    </a:lnTo>
                    <a:cubicBezTo>
                      <a:pt x="5386" y="78"/>
                      <a:pt x="5378" y="109"/>
                      <a:pt x="5363" y="153"/>
                    </a:cubicBezTo>
                    <a:cubicBezTo>
                      <a:pt x="5307" y="308"/>
                      <a:pt x="5242" y="414"/>
                      <a:pt x="5242" y="414"/>
                    </a:cubicBezTo>
                    <a:lnTo>
                      <a:pt x="1561" y="4800"/>
                    </a:lnTo>
                    <a:lnTo>
                      <a:pt x="1518" y="4958"/>
                    </a:lnTo>
                    <a:lnTo>
                      <a:pt x="1467" y="5117"/>
                    </a:lnTo>
                    <a:lnTo>
                      <a:pt x="869" y="5790"/>
                    </a:lnTo>
                    <a:lnTo>
                      <a:pt x="788" y="6010"/>
                    </a:lnTo>
                    <a:lnTo>
                      <a:pt x="1" y="7055"/>
                    </a:lnTo>
                    <a:lnTo>
                      <a:pt x="127" y="7088"/>
                    </a:lnTo>
                    <a:lnTo>
                      <a:pt x="881" y="6120"/>
                    </a:lnTo>
                    <a:lnTo>
                      <a:pt x="1090" y="5983"/>
                    </a:lnTo>
                    <a:lnTo>
                      <a:pt x="1674" y="5264"/>
                    </a:lnTo>
                    <a:lnTo>
                      <a:pt x="1879" y="5108"/>
                    </a:lnTo>
                    <a:lnTo>
                      <a:pt x="5592" y="612"/>
                    </a:lnTo>
                    <a:lnTo>
                      <a:pt x="5388" y="56"/>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8"/>
              <p:cNvSpPr/>
              <p:nvPr/>
            </p:nvSpPr>
            <p:spPr>
              <a:xfrm rot="7810112">
                <a:off x="6257819" y="579952"/>
                <a:ext cx="163711" cy="61958"/>
              </a:xfrm>
              <a:prstGeom prst="roundRect">
                <a:avLst>
                  <a:gd name="adj" fmla="val 33687"/>
                </a:avLst>
              </a:pr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 name="Google Shape;878;p48"/>
            <p:cNvGrpSpPr/>
            <p:nvPr/>
          </p:nvGrpSpPr>
          <p:grpSpPr>
            <a:xfrm flipH="1">
              <a:off x="5410318" y="1647484"/>
              <a:ext cx="3018569" cy="2961080"/>
              <a:chOff x="3935500" y="2985925"/>
              <a:chExt cx="1853475" cy="1818175"/>
            </a:xfrm>
          </p:grpSpPr>
          <p:sp>
            <p:nvSpPr>
              <p:cNvPr id="879" name="Google Shape;879;p48"/>
              <p:cNvSpPr/>
              <p:nvPr/>
            </p:nvSpPr>
            <p:spPr>
              <a:xfrm>
                <a:off x="5519425" y="3948375"/>
                <a:ext cx="269550" cy="385500"/>
              </a:xfrm>
              <a:custGeom>
                <a:avLst/>
                <a:gdLst/>
                <a:ahLst/>
                <a:cxnLst/>
                <a:rect l="l" t="t" r="r" b="b"/>
                <a:pathLst>
                  <a:path w="10782" h="15420" extrusionOk="0">
                    <a:moveTo>
                      <a:pt x="10782" y="1"/>
                    </a:moveTo>
                    <a:cubicBezTo>
                      <a:pt x="10781" y="1"/>
                      <a:pt x="10397" y="95"/>
                      <a:pt x="9633" y="638"/>
                    </a:cubicBezTo>
                    <a:cubicBezTo>
                      <a:pt x="8867" y="1181"/>
                      <a:pt x="7302" y="3956"/>
                      <a:pt x="7113" y="4434"/>
                    </a:cubicBezTo>
                    <a:cubicBezTo>
                      <a:pt x="6920" y="4912"/>
                      <a:pt x="4912" y="6700"/>
                      <a:pt x="4912" y="6700"/>
                    </a:cubicBezTo>
                    <a:cubicBezTo>
                      <a:pt x="4912" y="6700"/>
                      <a:pt x="4561" y="6188"/>
                      <a:pt x="4623" y="5775"/>
                    </a:cubicBezTo>
                    <a:cubicBezTo>
                      <a:pt x="4688" y="5359"/>
                      <a:pt x="5548" y="4148"/>
                      <a:pt x="5868" y="3668"/>
                    </a:cubicBezTo>
                    <a:cubicBezTo>
                      <a:pt x="6187" y="3189"/>
                      <a:pt x="6091" y="2329"/>
                      <a:pt x="6091" y="2329"/>
                    </a:cubicBezTo>
                    <a:lnTo>
                      <a:pt x="6091" y="2329"/>
                    </a:lnTo>
                    <a:cubicBezTo>
                      <a:pt x="6091" y="2329"/>
                      <a:pt x="3347" y="4083"/>
                      <a:pt x="2550" y="4689"/>
                    </a:cubicBezTo>
                    <a:cubicBezTo>
                      <a:pt x="1752" y="5297"/>
                      <a:pt x="1752" y="7911"/>
                      <a:pt x="1625" y="8677"/>
                    </a:cubicBezTo>
                    <a:cubicBezTo>
                      <a:pt x="1497" y="9444"/>
                      <a:pt x="0" y="10523"/>
                      <a:pt x="0" y="10523"/>
                    </a:cubicBezTo>
                    <a:lnTo>
                      <a:pt x="3763" y="15420"/>
                    </a:lnTo>
                    <a:cubicBezTo>
                      <a:pt x="3763" y="15420"/>
                      <a:pt x="5964" y="12762"/>
                      <a:pt x="7910" y="10689"/>
                    </a:cubicBezTo>
                    <a:cubicBezTo>
                      <a:pt x="9857" y="8613"/>
                      <a:pt x="9888" y="3031"/>
                      <a:pt x="10142" y="2392"/>
                    </a:cubicBezTo>
                    <a:cubicBezTo>
                      <a:pt x="10397" y="1755"/>
                      <a:pt x="10782" y="1"/>
                      <a:pt x="10782" y="1"/>
                    </a:cubicBezTo>
                    <a:close/>
                  </a:path>
                </a:pathLst>
              </a:custGeom>
              <a:solidFill>
                <a:schemeClr val="dk2"/>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8"/>
              <p:cNvSpPr/>
              <p:nvPr/>
            </p:nvSpPr>
            <p:spPr>
              <a:xfrm>
                <a:off x="4551150" y="3046600"/>
                <a:ext cx="425450" cy="663575"/>
              </a:xfrm>
              <a:custGeom>
                <a:avLst/>
                <a:gdLst/>
                <a:ahLst/>
                <a:cxnLst/>
                <a:rect l="l" t="t" r="r" b="b"/>
                <a:pathLst>
                  <a:path w="17018" h="26543" extrusionOk="0">
                    <a:moveTo>
                      <a:pt x="11992" y="0"/>
                    </a:moveTo>
                    <a:cubicBezTo>
                      <a:pt x="11916" y="0"/>
                      <a:pt x="11873" y="4"/>
                      <a:pt x="11873" y="4"/>
                    </a:cubicBezTo>
                    <a:cubicBezTo>
                      <a:pt x="5489" y="590"/>
                      <a:pt x="2211" y="13272"/>
                      <a:pt x="2211" y="13272"/>
                    </a:cubicBezTo>
                    <a:lnTo>
                      <a:pt x="1" y="25440"/>
                    </a:lnTo>
                    <a:lnTo>
                      <a:pt x="11046" y="26542"/>
                    </a:lnTo>
                    <a:lnTo>
                      <a:pt x="11979" y="18709"/>
                    </a:lnTo>
                    <a:lnTo>
                      <a:pt x="14497" y="18053"/>
                    </a:lnTo>
                    <a:cubicBezTo>
                      <a:pt x="17017" y="17397"/>
                      <a:pt x="16568" y="15223"/>
                      <a:pt x="16568" y="15223"/>
                    </a:cubicBezTo>
                    <a:cubicBezTo>
                      <a:pt x="16568" y="15223"/>
                      <a:pt x="16465" y="10324"/>
                      <a:pt x="16119" y="5009"/>
                    </a:cubicBezTo>
                    <a:cubicBezTo>
                      <a:pt x="15811" y="249"/>
                      <a:pt x="12649" y="0"/>
                      <a:pt x="11992" y="0"/>
                    </a:cubicBezTo>
                    <a:close/>
                  </a:path>
                </a:pathLst>
              </a:custGeom>
              <a:solidFill>
                <a:schemeClr val="dk2"/>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8"/>
              <p:cNvSpPr/>
              <p:nvPr/>
            </p:nvSpPr>
            <p:spPr>
              <a:xfrm>
                <a:off x="4958300" y="3243950"/>
                <a:ext cx="38175" cy="95175"/>
              </a:xfrm>
              <a:custGeom>
                <a:avLst/>
                <a:gdLst/>
                <a:ahLst/>
                <a:cxnLst/>
                <a:rect l="l" t="t" r="r" b="b"/>
                <a:pathLst>
                  <a:path w="1527" h="3807" extrusionOk="0">
                    <a:moveTo>
                      <a:pt x="1" y="0"/>
                    </a:moveTo>
                    <a:lnTo>
                      <a:pt x="171" y="3806"/>
                    </a:lnTo>
                    <a:lnTo>
                      <a:pt x="1527" y="3434"/>
                    </a:lnTo>
                    <a:lnTo>
                      <a:pt x="883" y="2461"/>
                    </a:lnTo>
                    <a:cubicBezTo>
                      <a:pt x="241" y="1485"/>
                      <a:pt x="1" y="1"/>
                      <a:pt x="1" y="0"/>
                    </a:cubicBezTo>
                    <a:close/>
                  </a:path>
                </a:pathLst>
              </a:custGeom>
              <a:solidFill>
                <a:schemeClr val="dk2"/>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8"/>
              <p:cNvSpPr/>
              <p:nvPr/>
            </p:nvSpPr>
            <p:spPr>
              <a:xfrm>
                <a:off x="4799375" y="3265750"/>
                <a:ext cx="109750" cy="191400"/>
              </a:xfrm>
              <a:custGeom>
                <a:avLst/>
                <a:gdLst/>
                <a:ahLst/>
                <a:cxnLst/>
                <a:rect l="l" t="t" r="r" b="b"/>
                <a:pathLst>
                  <a:path w="4390" h="7656" fill="none" extrusionOk="0">
                    <a:moveTo>
                      <a:pt x="4390" y="2067"/>
                    </a:moveTo>
                    <a:cubicBezTo>
                      <a:pt x="4390" y="2067"/>
                      <a:pt x="4219" y="1"/>
                      <a:pt x="2571" y="282"/>
                    </a:cubicBezTo>
                    <a:cubicBezTo>
                      <a:pt x="920" y="560"/>
                      <a:pt x="0" y="3516"/>
                      <a:pt x="1264" y="5594"/>
                    </a:cubicBezTo>
                    <a:cubicBezTo>
                      <a:pt x="2516" y="7656"/>
                      <a:pt x="3792" y="5762"/>
                      <a:pt x="3962" y="542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8"/>
              <p:cNvSpPr/>
              <p:nvPr/>
            </p:nvSpPr>
            <p:spPr>
              <a:xfrm>
                <a:off x="4871575" y="3315675"/>
                <a:ext cx="14125" cy="57575"/>
              </a:xfrm>
              <a:custGeom>
                <a:avLst/>
                <a:gdLst/>
                <a:ahLst/>
                <a:cxnLst/>
                <a:rect l="l" t="t" r="r" b="b"/>
                <a:pathLst>
                  <a:path w="565" h="2303" fill="none" extrusionOk="0">
                    <a:moveTo>
                      <a:pt x="0" y="0"/>
                    </a:moveTo>
                    <a:lnTo>
                      <a:pt x="565" y="2302"/>
                    </a:lnTo>
                    <a:lnTo>
                      <a:pt x="0" y="1668"/>
                    </a:ln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8"/>
              <p:cNvSpPr/>
              <p:nvPr/>
            </p:nvSpPr>
            <p:spPr>
              <a:xfrm>
                <a:off x="4501425" y="2985925"/>
                <a:ext cx="507525" cy="527800"/>
              </a:xfrm>
              <a:custGeom>
                <a:avLst/>
                <a:gdLst/>
                <a:ahLst/>
                <a:cxnLst/>
                <a:rect l="l" t="t" r="r" b="b"/>
                <a:pathLst>
                  <a:path w="20301" h="21112" extrusionOk="0">
                    <a:moveTo>
                      <a:pt x="17630" y="0"/>
                    </a:moveTo>
                    <a:cubicBezTo>
                      <a:pt x="17519" y="0"/>
                      <a:pt x="17404" y="4"/>
                      <a:pt x="17284" y="11"/>
                    </a:cubicBezTo>
                    <a:cubicBezTo>
                      <a:pt x="14628" y="167"/>
                      <a:pt x="11949" y="1078"/>
                      <a:pt x="8251" y="1573"/>
                    </a:cubicBezTo>
                    <a:cubicBezTo>
                      <a:pt x="4556" y="2068"/>
                      <a:pt x="1406" y="4826"/>
                      <a:pt x="704" y="9615"/>
                    </a:cubicBezTo>
                    <a:cubicBezTo>
                      <a:pt x="0" y="14406"/>
                      <a:pt x="808" y="16227"/>
                      <a:pt x="1146" y="17321"/>
                    </a:cubicBezTo>
                    <a:cubicBezTo>
                      <a:pt x="1170" y="17395"/>
                      <a:pt x="2343" y="20783"/>
                      <a:pt x="6404" y="21096"/>
                    </a:cubicBezTo>
                    <a:cubicBezTo>
                      <a:pt x="6541" y="21106"/>
                      <a:pt x="6677" y="21111"/>
                      <a:pt x="6812" y="21111"/>
                    </a:cubicBezTo>
                    <a:cubicBezTo>
                      <a:pt x="10652" y="21111"/>
                      <a:pt x="13285" y="16948"/>
                      <a:pt x="13285" y="16948"/>
                    </a:cubicBezTo>
                    <a:cubicBezTo>
                      <a:pt x="13285" y="16948"/>
                      <a:pt x="12262" y="16023"/>
                      <a:pt x="12665" y="13810"/>
                    </a:cubicBezTo>
                    <a:cubicBezTo>
                      <a:pt x="13037" y="11760"/>
                      <a:pt x="13858" y="11467"/>
                      <a:pt x="14622" y="11467"/>
                    </a:cubicBezTo>
                    <a:cubicBezTo>
                      <a:pt x="14684" y="11467"/>
                      <a:pt x="14746" y="11469"/>
                      <a:pt x="14806" y="11472"/>
                    </a:cubicBezTo>
                    <a:cubicBezTo>
                      <a:pt x="15618" y="11516"/>
                      <a:pt x="16005" y="12051"/>
                      <a:pt x="16142" y="12556"/>
                    </a:cubicBezTo>
                    <a:cubicBezTo>
                      <a:pt x="16279" y="13061"/>
                      <a:pt x="16399" y="13493"/>
                      <a:pt x="16582" y="13546"/>
                    </a:cubicBezTo>
                    <a:cubicBezTo>
                      <a:pt x="16585" y="13547"/>
                      <a:pt x="16588" y="13547"/>
                      <a:pt x="16591" y="13547"/>
                    </a:cubicBezTo>
                    <a:cubicBezTo>
                      <a:pt x="16752" y="13547"/>
                      <a:pt x="16402" y="12105"/>
                      <a:pt x="16582" y="11619"/>
                    </a:cubicBezTo>
                    <a:cubicBezTo>
                      <a:pt x="16765" y="11126"/>
                      <a:pt x="17437" y="10136"/>
                      <a:pt x="17543" y="8392"/>
                    </a:cubicBezTo>
                    <a:lnTo>
                      <a:pt x="17649" y="6648"/>
                    </a:lnTo>
                    <a:cubicBezTo>
                      <a:pt x="17649" y="6648"/>
                      <a:pt x="19028" y="6648"/>
                      <a:pt x="19679" y="4045"/>
                    </a:cubicBezTo>
                    <a:cubicBezTo>
                      <a:pt x="20301" y="1561"/>
                      <a:pt x="19972" y="0"/>
                      <a:pt x="17630" y="0"/>
                    </a:cubicBezTo>
                    <a:close/>
                  </a:path>
                </a:pathLst>
              </a:custGeom>
              <a:solidFill>
                <a:schemeClr val="accent3"/>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8"/>
              <p:cNvSpPr/>
              <p:nvPr/>
            </p:nvSpPr>
            <p:spPr>
              <a:xfrm>
                <a:off x="4885675" y="3208875"/>
                <a:ext cx="34275" cy="54850"/>
              </a:xfrm>
              <a:custGeom>
                <a:avLst/>
                <a:gdLst/>
                <a:ahLst/>
                <a:cxnLst/>
                <a:rect l="l" t="t" r="r" b="b"/>
                <a:pathLst>
                  <a:path w="1371" h="2194" fill="none" extrusionOk="0">
                    <a:moveTo>
                      <a:pt x="1" y="0"/>
                    </a:moveTo>
                    <a:cubicBezTo>
                      <a:pt x="1017" y="795"/>
                      <a:pt x="791" y="2194"/>
                      <a:pt x="791" y="2194"/>
                    </a:cubicBezTo>
                    <a:cubicBezTo>
                      <a:pt x="791" y="2194"/>
                      <a:pt x="1370" y="1235"/>
                      <a:pt x="1313" y="932"/>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8"/>
              <p:cNvSpPr/>
              <p:nvPr/>
            </p:nvSpPr>
            <p:spPr>
              <a:xfrm>
                <a:off x="4918600" y="3085550"/>
                <a:ext cx="62250" cy="32225"/>
              </a:xfrm>
              <a:custGeom>
                <a:avLst/>
                <a:gdLst/>
                <a:ahLst/>
                <a:cxnLst/>
                <a:rect l="l" t="t" r="r" b="b"/>
                <a:pathLst>
                  <a:path w="2490" h="1289" fill="none" extrusionOk="0">
                    <a:moveTo>
                      <a:pt x="1" y="108"/>
                    </a:moveTo>
                    <a:cubicBezTo>
                      <a:pt x="1" y="108"/>
                      <a:pt x="1257" y="1096"/>
                      <a:pt x="2490" y="0"/>
                    </a:cubicBezTo>
                    <a:cubicBezTo>
                      <a:pt x="2490" y="0"/>
                      <a:pt x="1836" y="1209"/>
                      <a:pt x="1245" y="1288"/>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8"/>
              <p:cNvSpPr/>
              <p:nvPr/>
            </p:nvSpPr>
            <p:spPr>
              <a:xfrm>
                <a:off x="4775625" y="3378375"/>
                <a:ext cx="55350" cy="27175"/>
              </a:xfrm>
              <a:custGeom>
                <a:avLst/>
                <a:gdLst/>
                <a:ahLst/>
                <a:cxnLst/>
                <a:rect l="l" t="t" r="r" b="b"/>
                <a:pathLst>
                  <a:path w="2214" h="1087" fill="none" extrusionOk="0">
                    <a:moveTo>
                      <a:pt x="2214" y="1087"/>
                    </a:moveTo>
                    <a:cubicBezTo>
                      <a:pt x="2214" y="1087"/>
                      <a:pt x="470" y="772"/>
                      <a:pt x="1" y="1"/>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8"/>
              <p:cNvSpPr/>
              <p:nvPr/>
            </p:nvSpPr>
            <p:spPr>
              <a:xfrm>
                <a:off x="4512050" y="3672250"/>
                <a:ext cx="331200" cy="171650"/>
              </a:xfrm>
              <a:custGeom>
                <a:avLst/>
                <a:gdLst/>
                <a:ahLst/>
                <a:cxnLst/>
                <a:rect l="l" t="t" r="r" b="b"/>
                <a:pathLst>
                  <a:path w="13248" h="6866" extrusionOk="0">
                    <a:moveTo>
                      <a:pt x="1639" y="0"/>
                    </a:moveTo>
                    <a:lnTo>
                      <a:pt x="1" y="4907"/>
                    </a:lnTo>
                    <a:lnTo>
                      <a:pt x="13247" y="6865"/>
                    </a:lnTo>
                    <a:lnTo>
                      <a:pt x="12610" y="1516"/>
                    </a:lnTo>
                    <a:lnTo>
                      <a:pt x="1639" y="0"/>
                    </a:lnTo>
                    <a:close/>
                  </a:path>
                </a:pathLst>
              </a:custGeom>
              <a:solidFill>
                <a:schemeClr val="accent4"/>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8"/>
              <p:cNvSpPr/>
              <p:nvPr/>
            </p:nvSpPr>
            <p:spPr>
              <a:xfrm>
                <a:off x="4803275" y="3710150"/>
                <a:ext cx="24050" cy="127850"/>
              </a:xfrm>
              <a:custGeom>
                <a:avLst/>
                <a:gdLst/>
                <a:ahLst/>
                <a:cxnLst/>
                <a:rect l="l" t="t" r="r" b="b"/>
                <a:pathLst>
                  <a:path w="962" h="5114" extrusionOk="0">
                    <a:moveTo>
                      <a:pt x="961" y="0"/>
                    </a:moveTo>
                    <a:lnTo>
                      <a:pt x="0" y="5114"/>
                    </a:lnTo>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8"/>
              <p:cNvSpPr/>
              <p:nvPr/>
            </p:nvSpPr>
            <p:spPr>
              <a:xfrm>
                <a:off x="4803275" y="3710150"/>
                <a:ext cx="24050" cy="127850"/>
              </a:xfrm>
              <a:custGeom>
                <a:avLst/>
                <a:gdLst/>
                <a:ahLst/>
                <a:cxnLst/>
                <a:rect l="l" t="t" r="r" b="b"/>
                <a:pathLst>
                  <a:path w="962" h="5114" fill="none" extrusionOk="0">
                    <a:moveTo>
                      <a:pt x="961" y="0"/>
                    </a:moveTo>
                    <a:lnTo>
                      <a:pt x="0" y="5114"/>
                    </a:ln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8"/>
              <p:cNvSpPr/>
              <p:nvPr/>
            </p:nvSpPr>
            <p:spPr>
              <a:xfrm>
                <a:off x="3935500" y="3794900"/>
                <a:ext cx="1603175" cy="1009200"/>
              </a:xfrm>
              <a:custGeom>
                <a:avLst/>
                <a:gdLst/>
                <a:ahLst/>
                <a:cxnLst/>
                <a:rect l="l" t="t" r="r" b="b"/>
                <a:pathLst>
                  <a:path w="64127" h="40368" extrusionOk="0">
                    <a:moveTo>
                      <a:pt x="23063" y="1"/>
                    </a:moveTo>
                    <a:cubicBezTo>
                      <a:pt x="23063" y="1"/>
                      <a:pt x="12252" y="3045"/>
                      <a:pt x="9150" y="4408"/>
                    </a:cubicBezTo>
                    <a:cubicBezTo>
                      <a:pt x="6051" y="5768"/>
                      <a:pt x="4765" y="11666"/>
                      <a:pt x="4765" y="11666"/>
                    </a:cubicBezTo>
                    <a:lnTo>
                      <a:pt x="1" y="40368"/>
                    </a:lnTo>
                    <a:lnTo>
                      <a:pt x="54373" y="40368"/>
                    </a:lnTo>
                    <a:lnTo>
                      <a:pt x="64126" y="26487"/>
                    </a:lnTo>
                    <a:cubicBezTo>
                      <a:pt x="63977" y="21422"/>
                      <a:pt x="59136" y="19531"/>
                      <a:pt x="59136" y="19531"/>
                    </a:cubicBezTo>
                    <a:lnTo>
                      <a:pt x="51120" y="24901"/>
                    </a:lnTo>
                    <a:cubicBezTo>
                      <a:pt x="51120" y="24901"/>
                      <a:pt x="49154" y="14086"/>
                      <a:pt x="47794" y="8490"/>
                    </a:cubicBezTo>
                    <a:cubicBezTo>
                      <a:pt x="46432" y="2894"/>
                      <a:pt x="36309" y="1959"/>
                      <a:pt x="36309" y="1959"/>
                    </a:cubicBezTo>
                    <a:lnTo>
                      <a:pt x="23063" y="1"/>
                    </a:lnTo>
                    <a:close/>
                  </a:path>
                </a:pathLst>
              </a:custGeom>
              <a:solidFill>
                <a:schemeClr val="lt1"/>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8"/>
              <p:cNvSpPr/>
              <p:nvPr/>
            </p:nvSpPr>
            <p:spPr>
              <a:xfrm>
                <a:off x="4815275" y="4299500"/>
                <a:ext cx="131575" cy="495125"/>
              </a:xfrm>
              <a:custGeom>
                <a:avLst/>
                <a:gdLst/>
                <a:ahLst/>
                <a:cxnLst/>
                <a:rect l="l" t="t" r="r" b="b"/>
                <a:pathLst>
                  <a:path w="5263" h="19805" fill="none" extrusionOk="0">
                    <a:moveTo>
                      <a:pt x="1" y="0"/>
                    </a:moveTo>
                    <a:cubicBezTo>
                      <a:pt x="90" y="534"/>
                      <a:pt x="5263" y="19804"/>
                      <a:pt x="5263" y="19804"/>
                    </a:cubicBezTo>
                    <a:lnTo>
                      <a:pt x="1897" y="12874"/>
                    </a:ln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8"/>
              <p:cNvSpPr/>
              <p:nvPr/>
            </p:nvSpPr>
            <p:spPr>
              <a:xfrm>
                <a:off x="5016225" y="4409900"/>
                <a:ext cx="208450" cy="119925"/>
              </a:xfrm>
              <a:custGeom>
                <a:avLst/>
                <a:gdLst/>
                <a:ahLst/>
                <a:cxnLst/>
                <a:rect l="l" t="t" r="r" b="b"/>
                <a:pathLst>
                  <a:path w="8338" h="4797" fill="none" extrusionOk="0">
                    <a:moveTo>
                      <a:pt x="0" y="4797"/>
                    </a:moveTo>
                    <a:lnTo>
                      <a:pt x="8338" y="1"/>
                    </a:lnTo>
                    <a:lnTo>
                      <a:pt x="3242" y="616"/>
                    </a:ln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8"/>
              <p:cNvSpPr/>
              <p:nvPr/>
            </p:nvSpPr>
            <p:spPr>
              <a:xfrm>
                <a:off x="4816250" y="3921300"/>
                <a:ext cx="92875" cy="279700"/>
              </a:xfrm>
              <a:custGeom>
                <a:avLst/>
                <a:gdLst/>
                <a:ahLst/>
                <a:cxnLst/>
                <a:rect l="l" t="t" r="r" b="b"/>
                <a:pathLst>
                  <a:path w="3715" h="11188" fill="none" extrusionOk="0">
                    <a:moveTo>
                      <a:pt x="3715" y="0"/>
                    </a:moveTo>
                    <a:cubicBezTo>
                      <a:pt x="3715" y="0"/>
                      <a:pt x="882" y="1168"/>
                      <a:pt x="442" y="5094"/>
                    </a:cubicBezTo>
                    <a:cubicBezTo>
                      <a:pt x="0" y="9018"/>
                      <a:pt x="0" y="11188"/>
                      <a:pt x="0" y="11188"/>
                    </a:cubicBez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8"/>
              <p:cNvSpPr/>
              <p:nvPr/>
            </p:nvSpPr>
            <p:spPr>
              <a:xfrm>
                <a:off x="4066875" y="4121675"/>
                <a:ext cx="102325" cy="682425"/>
              </a:xfrm>
              <a:custGeom>
                <a:avLst/>
                <a:gdLst/>
                <a:ahLst/>
                <a:cxnLst/>
                <a:rect l="l" t="t" r="r" b="b"/>
                <a:pathLst>
                  <a:path w="4093" h="27297" fill="none" extrusionOk="0">
                    <a:moveTo>
                      <a:pt x="4092" y="1"/>
                    </a:moveTo>
                    <a:lnTo>
                      <a:pt x="1" y="27297"/>
                    </a:ln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8"/>
              <p:cNvSpPr/>
              <p:nvPr/>
            </p:nvSpPr>
            <p:spPr>
              <a:xfrm>
                <a:off x="5413875" y="4210650"/>
                <a:ext cx="211050" cy="246425"/>
              </a:xfrm>
              <a:custGeom>
                <a:avLst/>
                <a:gdLst/>
                <a:ahLst/>
                <a:cxnLst/>
                <a:rect l="l" t="t" r="r" b="b"/>
                <a:pathLst>
                  <a:path w="8442" h="9857" extrusionOk="0">
                    <a:moveTo>
                      <a:pt x="3994" y="1"/>
                    </a:moveTo>
                    <a:lnTo>
                      <a:pt x="1" y="2901"/>
                    </a:lnTo>
                    <a:cubicBezTo>
                      <a:pt x="1" y="2901"/>
                      <a:pt x="1771" y="3194"/>
                      <a:pt x="3525" y="5513"/>
                    </a:cubicBezTo>
                    <a:cubicBezTo>
                      <a:pt x="5280" y="7829"/>
                      <a:pt x="4994" y="9857"/>
                      <a:pt x="4994" y="9857"/>
                    </a:cubicBezTo>
                    <a:lnTo>
                      <a:pt x="8442" y="4573"/>
                    </a:lnTo>
                    <a:cubicBezTo>
                      <a:pt x="7971" y="313"/>
                      <a:pt x="3994" y="1"/>
                      <a:pt x="3994" y="1"/>
                    </a:cubicBezTo>
                    <a:close/>
                  </a:path>
                </a:pathLst>
              </a:custGeom>
              <a:solidFill>
                <a:schemeClr val="accent4"/>
              </a:solid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8"/>
              <p:cNvSpPr/>
              <p:nvPr/>
            </p:nvSpPr>
            <p:spPr>
              <a:xfrm>
                <a:off x="5732900" y="4008150"/>
                <a:ext cx="40100" cy="86475"/>
              </a:xfrm>
              <a:custGeom>
                <a:avLst/>
                <a:gdLst/>
                <a:ahLst/>
                <a:cxnLst/>
                <a:rect l="l" t="t" r="r" b="b"/>
                <a:pathLst>
                  <a:path w="1604" h="3459" extrusionOk="0">
                    <a:moveTo>
                      <a:pt x="1603" y="1"/>
                    </a:moveTo>
                    <a:lnTo>
                      <a:pt x="1" y="3458"/>
                    </a:lnTo>
                  </a:path>
                </a:pathLst>
              </a:custGeom>
              <a:solidFill>
                <a:srgbClr val="FFFFFF"/>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8"/>
              <p:cNvSpPr/>
              <p:nvPr/>
            </p:nvSpPr>
            <p:spPr>
              <a:xfrm>
                <a:off x="5732900" y="4008150"/>
                <a:ext cx="40100" cy="86475"/>
              </a:xfrm>
              <a:custGeom>
                <a:avLst/>
                <a:gdLst/>
                <a:ahLst/>
                <a:cxnLst/>
                <a:rect l="l" t="t" r="r" b="b"/>
                <a:pathLst>
                  <a:path w="1604" h="3459" fill="none" extrusionOk="0">
                    <a:moveTo>
                      <a:pt x="1603" y="1"/>
                    </a:moveTo>
                    <a:lnTo>
                      <a:pt x="1" y="3458"/>
                    </a:lnTo>
                  </a:path>
                </a:pathLst>
              </a:custGeom>
              <a:noFill/>
              <a:ln w="75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8"/>
              <p:cNvSpPr/>
              <p:nvPr/>
            </p:nvSpPr>
            <p:spPr>
              <a:xfrm>
                <a:off x="5519425" y="4190050"/>
                <a:ext cx="127425" cy="134950"/>
              </a:xfrm>
              <a:custGeom>
                <a:avLst/>
                <a:gdLst/>
                <a:ahLst/>
                <a:cxnLst/>
                <a:rect l="l" t="t" r="r" b="b"/>
                <a:pathLst>
                  <a:path w="5097" h="5398" extrusionOk="0">
                    <a:moveTo>
                      <a:pt x="988" y="0"/>
                    </a:moveTo>
                    <a:lnTo>
                      <a:pt x="0" y="856"/>
                    </a:lnTo>
                    <a:cubicBezTo>
                      <a:pt x="0" y="856"/>
                      <a:pt x="3528" y="1019"/>
                      <a:pt x="4220" y="5397"/>
                    </a:cubicBezTo>
                    <a:lnTo>
                      <a:pt x="5097" y="4174"/>
                    </a:lnTo>
                    <a:cubicBezTo>
                      <a:pt x="5097" y="4174"/>
                      <a:pt x="4378" y="2009"/>
                      <a:pt x="3210" y="1086"/>
                    </a:cubicBezTo>
                    <a:cubicBezTo>
                      <a:pt x="2040" y="166"/>
                      <a:pt x="988" y="0"/>
                      <a:pt x="988"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0" name="Google Shape;900;p48"/>
          <p:cNvGrpSpPr/>
          <p:nvPr/>
        </p:nvGrpSpPr>
        <p:grpSpPr>
          <a:xfrm rot="-1365517">
            <a:off x="7580070" y="819753"/>
            <a:ext cx="508583" cy="1467353"/>
            <a:chOff x="3892725" y="469450"/>
            <a:chExt cx="447250" cy="1290500"/>
          </a:xfrm>
        </p:grpSpPr>
        <p:sp>
          <p:nvSpPr>
            <p:cNvPr id="901" name="Google Shape;901;p48"/>
            <p:cNvSpPr/>
            <p:nvPr/>
          </p:nvSpPr>
          <p:spPr>
            <a:xfrm>
              <a:off x="4277475" y="469850"/>
              <a:ext cx="62450" cy="199775"/>
            </a:xfrm>
            <a:custGeom>
              <a:avLst/>
              <a:gdLst/>
              <a:ahLst/>
              <a:cxnLst/>
              <a:rect l="l" t="t" r="r" b="b"/>
              <a:pathLst>
                <a:path w="2498" h="7991" extrusionOk="0">
                  <a:moveTo>
                    <a:pt x="2497" y="1"/>
                  </a:moveTo>
                  <a:cubicBezTo>
                    <a:pt x="2497" y="131"/>
                    <a:pt x="2408" y="1025"/>
                    <a:pt x="1" y="1630"/>
                  </a:cubicBezTo>
                  <a:lnTo>
                    <a:pt x="1" y="7990"/>
                  </a:lnTo>
                  <a:lnTo>
                    <a:pt x="2497" y="7990"/>
                  </a:lnTo>
                  <a:lnTo>
                    <a:pt x="2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8"/>
            <p:cNvSpPr/>
            <p:nvPr/>
          </p:nvSpPr>
          <p:spPr>
            <a:xfrm>
              <a:off x="3892725" y="469450"/>
              <a:ext cx="447200" cy="55350"/>
            </a:xfrm>
            <a:custGeom>
              <a:avLst/>
              <a:gdLst/>
              <a:ahLst/>
              <a:cxnLst/>
              <a:rect l="l" t="t" r="r" b="b"/>
              <a:pathLst>
                <a:path w="17888" h="2214" extrusionOk="0">
                  <a:moveTo>
                    <a:pt x="1" y="0"/>
                  </a:moveTo>
                  <a:cubicBezTo>
                    <a:pt x="1" y="0"/>
                    <a:pt x="109" y="901"/>
                    <a:pt x="2502" y="1555"/>
                  </a:cubicBezTo>
                  <a:cubicBezTo>
                    <a:pt x="3273" y="1764"/>
                    <a:pt x="4280" y="1949"/>
                    <a:pt x="5597" y="2069"/>
                  </a:cubicBezTo>
                  <a:lnTo>
                    <a:pt x="5597" y="2067"/>
                  </a:lnTo>
                  <a:cubicBezTo>
                    <a:pt x="6544" y="2155"/>
                    <a:pt x="7651" y="2208"/>
                    <a:pt x="8946" y="2213"/>
                  </a:cubicBezTo>
                  <a:lnTo>
                    <a:pt x="9194" y="2213"/>
                  </a:lnTo>
                  <a:cubicBezTo>
                    <a:pt x="10383" y="2213"/>
                    <a:pt x="11407" y="2175"/>
                    <a:pt x="12293" y="2107"/>
                  </a:cubicBezTo>
                  <a:cubicBezTo>
                    <a:pt x="13613" y="2006"/>
                    <a:pt x="14619" y="1841"/>
                    <a:pt x="15391" y="1646"/>
                  </a:cubicBezTo>
                  <a:cubicBezTo>
                    <a:pt x="17801" y="1038"/>
                    <a:pt x="17887" y="144"/>
                    <a:pt x="17887" y="17"/>
                  </a:cubicBezTo>
                  <a:lnTo>
                    <a:pt x="178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8"/>
            <p:cNvSpPr/>
            <p:nvPr/>
          </p:nvSpPr>
          <p:spPr>
            <a:xfrm>
              <a:off x="4183451" y="510600"/>
              <a:ext cx="113077" cy="159025"/>
            </a:xfrm>
            <a:custGeom>
              <a:avLst/>
              <a:gdLst/>
              <a:ahLst/>
              <a:cxnLst/>
              <a:rect l="l" t="t" r="r" b="b"/>
              <a:pathLst>
                <a:path w="3098" h="6361" extrusionOk="0">
                  <a:moveTo>
                    <a:pt x="3098" y="0"/>
                  </a:moveTo>
                  <a:cubicBezTo>
                    <a:pt x="2326" y="195"/>
                    <a:pt x="1320" y="360"/>
                    <a:pt x="0" y="461"/>
                  </a:cubicBezTo>
                  <a:lnTo>
                    <a:pt x="0" y="6360"/>
                  </a:lnTo>
                  <a:lnTo>
                    <a:pt x="3098" y="6360"/>
                  </a:lnTo>
                  <a:lnTo>
                    <a:pt x="30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8"/>
            <p:cNvSpPr/>
            <p:nvPr/>
          </p:nvSpPr>
          <p:spPr>
            <a:xfrm>
              <a:off x="4053425" y="1558925"/>
              <a:ext cx="221125" cy="201025"/>
            </a:xfrm>
            <a:custGeom>
              <a:avLst/>
              <a:gdLst/>
              <a:ahLst/>
              <a:cxnLst/>
              <a:rect l="l" t="t" r="r" b="b"/>
              <a:pathLst>
                <a:path w="8845" h="8041" extrusionOk="0">
                  <a:moveTo>
                    <a:pt x="7692" y="1"/>
                  </a:moveTo>
                  <a:lnTo>
                    <a:pt x="7692" y="1882"/>
                  </a:lnTo>
                  <a:cubicBezTo>
                    <a:pt x="7692" y="4602"/>
                    <a:pt x="5486" y="6808"/>
                    <a:pt x="2766" y="6808"/>
                  </a:cubicBezTo>
                  <a:cubicBezTo>
                    <a:pt x="1742" y="6808"/>
                    <a:pt x="788" y="6495"/>
                    <a:pt x="0" y="5957"/>
                  </a:cubicBezTo>
                  <a:lnTo>
                    <a:pt x="0" y="7375"/>
                  </a:lnTo>
                  <a:cubicBezTo>
                    <a:pt x="829" y="7800"/>
                    <a:pt x="1771" y="8040"/>
                    <a:pt x="2766" y="8040"/>
                  </a:cubicBezTo>
                  <a:cubicBezTo>
                    <a:pt x="6123" y="8040"/>
                    <a:pt x="8845" y="5318"/>
                    <a:pt x="8845" y="1961"/>
                  </a:cubicBezTo>
                  <a:lnTo>
                    <a:pt x="88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8"/>
            <p:cNvSpPr/>
            <p:nvPr/>
          </p:nvSpPr>
          <p:spPr>
            <a:xfrm>
              <a:off x="4115900" y="1065625"/>
              <a:ext cx="158650" cy="406175"/>
            </a:xfrm>
            <a:custGeom>
              <a:avLst/>
              <a:gdLst/>
              <a:ahLst/>
              <a:cxnLst/>
              <a:rect l="l" t="t" r="r" b="b"/>
              <a:pathLst>
                <a:path w="6346" h="16247" extrusionOk="0">
                  <a:moveTo>
                    <a:pt x="0" y="1"/>
                  </a:moveTo>
                  <a:lnTo>
                    <a:pt x="0" y="16246"/>
                  </a:lnTo>
                  <a:lnTo>
                    <a:pt x="6346" y="16246"/>
                  </a:lnTo>
                  <a:lnTo>
                    <a:pt x="6346" y="1"/>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8"/>
            <p:cNvSpPr/>
            <p:nvPr/>
          </p:nvSpPr>
          <p:spPr>
            <a:xfrm>
              <a:off x="4053425" y="669600"/>
              <a:ext cx="221125" cy="303500"/>
            </a:xfrm>
            <a:custGeom>
              <a:avLst/>
              <a:gdLst/>
              <a:ahLst/>
              <a:cxnLst/>
              <a:rect l="l" t="t" r="r" b="b"/>
              <a:pathLst>
                <a:path w="8845" h="12140" extrusionOk="0">
                  <a:moveTo>
                    <a:pt x="0" y="0"/>
                  </a:moveTo>
                  <a:lnTo>
                    <a:pt x="0" y="12139"/>
                  </a:lnTo>
                  <a:lnTo>
                    <a:pt x="750" y="12139"/>
                  </a:lnTo>
                  <a:lnTo>
                    <a:pt x="750" y="8309"/>
                  </a:lnTo>
                  <a:lnTo>
                    <a:pt x="750" y="6382"/>
                  </a:lnTo>
                  <a:lnTo>
                    <a:pt x="8845" y="6382"/>
                  </a:lnTo>
                  <a:lnTo>
                    <a:pt x="884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8"/>
            <p:cNvSpPr/>
            <p:nvPr/>
          </p:nvSpPr>
          <p:spPr>
            <a:xfrm>
              <a:off x="4053425" y="973075"/>
              <a:ext cx="192300" cy="756050"/>
            </a:xfrm>
            <a:custGeom>
              <a:avLst/>
              <a:gdLst/>
              <a:ahLst/>
              <a:cxnLst/>
              <a:rect l="l" t="t" r="r" b="b"/>
              <a:pathLst>
                <a:path w="7692" h="30242" extrusionOk="0">
                  <a:moveTo>
                    <a:pt x="0" y="0"/>
                  </a:moveTo>
                  <a:lnTo>
                    <a:pt x="0" y="29391"/>
                  </a:lnTo>
                  <a:cubicBezTo>
                    <a:pt x="788" y="29929"/>
                    <a:pt x="1742" y="30242"/>
                    <a:pt x="2766" y="30242"/>
                  </a:cubicBezTo>
                  <a:cubicBezTo>
                    <a:pt x="5486" y="30242"/>
                    <a:pt x="7692" y="28036"/>
                    <a:pt x="7692" y="25316"/>
                  </a:cubicBezTo>
                  <a:lnTo>
                    <a:pt x="7692" y="23435"/>
                  </a:lnTo>
                  <a:lnTo>
                    <a:pt x="750" y="23435"/>
                  </a:lnTo>
                  <a:lnTo>
                    <a:pt x="7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8"/>
            <p:cNvSpPr/>
            <p:nvPr/>
          </p:nvSpPr>
          <p:spPr>
            <a:xfrm>
              <a:off x="4103600" y="522125"/>
              <a:ext cx="96473" cy="147425"/>
            </a:xfrm>
            <a:custGeom>
              <a:avLst/>
              <a:gdLst/>
              <a:ahLst/>
              <a:cxnLst/>
              <a:rect l="l" t="t" r="r" b="b"/>
              <a:pathLst>
                <a:path w="3348" h="5897" extrusionOk="0">
                  <a:moveTo>
                    <a:pt x="3347" y="0"/>
                  </a:moveTo>
                  <a:cubicBezTo>
                    <a:pt x="2461" y="68"/>
                    <a:pt x="1437" y="106"/>
                    <a:pt x="248" y="106"/>
                  </a:cubicBezTo>
                  <a:lnTo>
                    <a:pt x="0" y="106"/>
                  </a:lnTo>
                  <a:lnTo>
                    <a:pt x="0" y="5897"/>
                  </a:lnTo>
                  <a:lnTo>
                    <a:pt x="3347" y="5897"/>
                  </a:lnTo>
                  <a:lnTo>
                    <a:pt x="33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8"/>
            <p:cNvSpPr/>
            <p:nvPr/>
          </p:nvSpPr>
          <p:spPr>
            <a:xfrm>
              <a:off x="4032625" y="521150"/>
              <a:ext cx="83775" cy="148475"/>
            </a:xfrm>
            <a:custGeom>
              <a:avLst/>
              <a:gdLst/>
              <a:ahLst/>
              <a:cxnLst/>
              <a:rect l="l" t="t" r="r" b="b"/>
              <a:pathLst>
                <a:path w="3351" h="5939" extrusionOk="0">
                  <a:moveTo>
                    <a:pt x="1" y="1"/>
                  </a:moveTo>
                  <a:lnTo>
                    <a:pt x="1" y="5938"/>
                  </a:lnTo>
                  <a:lnTo>
                    <a:pt x="3350" y="5938"/>
                  </a:lnTo>
                  <a:lnTo>
                    <a:pt x="3350" y="148"/>
                  </a:lnTo>
                  <a:lnTo>
                    <a:pt x="3350" y="145"/>
                  </a:lnTo>
                  <a:cubicBezTo>
                    <a:pt x="2055" y="140"/>
                    <a:pt x="948" y="87"/>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8"/>
            <p:cNvSpPr/>
            <p:nvPr/>
          </p:nvSpPr>
          <p:spPr>
            <a:xfrm>
              <a:off x="3991550" y="1605975"/>
              <a:ext cx="61900" cy="137325"/>
            </a:xfrm>
            <a:custGeom>
              <a:avLst/>
              <a:gdLst/>
              <a:ahLst/>
              <a:cxnLst/>
              <a:rect l="l" t="t" r="r" b="b"/>
              <a:pathLst>
                <a:path w="2476" h="5493" extrusionOk="0">
                  <a:moveTo>
                    <a:pt x="0" y="0"/>
                  </a:moveTo>
                  <a:lnTo>
                    <a:pt x="0" y="3157"/>
                  </a:lnTo>
                  <a:cubicBezTo>
                    <a:pt x="584" y="4150"/>
                    <a:pt x="1445" y="4967"/>
                    <a:pt x="2475" y="5493"/>
                  </a:cubicBezTo>
                  <a:lnTo>
                    <a:pt x="2475" y="4075"/>
                  </a:lnTo>
                  <a:cubicBezTo>
                    <a:pt x="2216" y="3902"/>
                    <a:pt x="1978" y="3703"/>
                    <a:pt x="1759" y="3484"/>
                  </a:cubicBezTo>
                  <a:cubicBezTo>
                    <a:pt x="865" y="2593"/>
                    <a:pt x="315" y="1360"/>
                    <a:pt x="3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8"/>
            <p:cNvSpPr/>
            <p:nvPr/>
          </p:nvSpPr>
          <p:spPr>
            <a:xfrm>
              <a:off x="3999425" y="973075"/>
              <a:ext cx="54025" cy="734800"/>
            </a:xfrm>
            <a:custGeom>
              <a:avLst/>
              <a:gdLst/>
              <a:ahLst/>
              <a:cxnLst/>
              <a:rect l="l" t="t" r="r" b="b"/>
              <a:pathLst>
                <a:path w="2161" h="29392" extrusionOk="0">
                  <a:moveTo>
                    <a:pt x="0" y="0"/>
                  </a:moveTo>
                  <a:lnTo>
                    <a:pt x="0" y="25316"/>
                  </a:lnTo>
                  <a:cubicBezTo>
                    <a:pt x="0" y="26676"/>
                    <a:pt x="550" y="27909"/>
                    <a:pt x="1444" y="28800"/>
                  </a:cubicBezTo>
                  <a:cubicBezTo>
                    <a:pt x="1663" y="29019"/>
                    <a:pt x="1903" y="29218"/>
                    <a:pt x="2160" y="29391"/>
                  </a:cubicBezTo>
                  <a:lnTo>
                    <a:pt x="21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8"/>
            <p:cNvSpPr/>
            <p:nvPr/>
          </p:nvSpPr>
          <p:spPr>
            <a:xfrm>
              <a:off x="3991550" y="669600"/>
              <a:ext cx="61900" cy="936400"/>
            </a:xfrm>
            <a:custGeom>
              <a:avLst/>
              <a:gdLst/>
              <a:ahLst/>
              <a:cxnLst/>
              <a:rect l="l" t="t" r="r" b="b"/>
              <a:pathLst>
                <a:path w="2476" h="37456" extrusionOk="0">
                  <a:moveTo>
                    <a:pt x="0" y="0"/>
                  </a:moveTo>
                  <a:lnTo>
                    <a:pt x="0" y="37455"/>
                  </a:lnTo>
                  <a:lnTo>
                    <a:pt x="315" y="37455"/>
                  </a:lnTo>
                  <a:lnTo>
                    <a:pt x="315" y="12139"/>
                  </a:lnTo>
                  <a:lnTo>
                    <a:pt x="2475" y="12139"/>
                  </a:lnTo>
                  <a:lnTo>
                    <a:pt x="24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8"/>
            <p:cNvSpPr/>
            <p:nvPr/>
          </p:nvSpPr>
          <p:spPr>
            <a:xfrm>
              <a:off x="3955275" y="508250"/>
              <a:ext cx="77375" cy="161300"/>
            </a:xfrm>
            <a:custGeom>
              <a:avLst/>
              <a:gdLst/>
              <a:ahLst/>
              <a:cxnLst/>
              <a:rect l="l" t="t" r="r" b="b"/>
              <a:pathLst>
                <a:path w="3095" h="6452" extrusionOk="0">
                  <a:moveTo>
                    <a:pt x="0" y="0"/>
                  </a:moveTo>
                  <a:lnTo>
                    <a:pt x="0" y="6452"/>
                  </a:lnTo>
                  <a:lnTo>
                    <a:pt x="3095" y="6452"/>
                  </a:lnTo>
                  <a:lnTo>
                    <a:pt x="3095" y="517"/>
                  </a:lnTo>
                  <a:lnTo>
                    <a:pt x="3095" y="515"/>
                  </a:lnTo>
                  <a:cubicBezTo>
                    <a:pt x="1778" y="397"/>
                    <a:pt x="771" y="21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8"/>
            <p:cNvSpPr/>
            <p:nvPr/>
          </p:nvSpPr>
          <p:spPr>
            <a:xfrm>
              <a:off x="3970650" y="669600"/>
              <a:ext cx="20925" cy="1015325"/>
            </a:xfrm>
            <a:custGeom>
              <a:avLst/>
              <a:gdLst/>
              <a:ahLst/>
              <a:cxnLst/>
              <a:rect l="l" t="t" r="r" b="b"/>
              <a:pathLst>
                <a:path w="837" h="40613" extrusionOk="0">
                  <a:moveTo>
                    <a:pt x="0" y="0"/>
                  </a:moveTo>
                  <a:lnTo>
                    <a:pt x="0" y="37534"/>
                  </a:lnTo>
                  <a:cubicBezTo>
                    <a:pt x="0" y="38659"/>
                    <a:pt x="305" y="39709"/>
                    <a:pt x="836" y="40612"/>
                  </a:cubicBezTo>
                  <a:lnTo>
                    <a:pt x="836" y="37455"/>
                  </a:lnTo>
                  <a:lnTo>
                    <a:pt x="8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8"/>
            <p:cNvSpPr/>
            <p:nvPr/>
          </p:nvSpPr>
          <p:spPr>
            <a:xfrm>
              <a:off x="3892725" y="469450"/>
              <a:ext cx="83700" cy="200175"/>
            </a:xfrm>
            <a:custGeom>
              <a:avLst/>
              <a:gdLst/>
              <a:ahLst/>
              <a:cxnLst/>
              <a:rect l="l" t="t" r="r" b="b"/>
              <a:pathLst>
                <a:path w="2503" h="8007" extrusionOk="0">
                  <a:moveTo>
                    <a:pt x="1" y="0"/>
                  </a:moveTo>
                  <a:lnTo>
                    <a:pt x="1" y="8006"/>
                  </a:lnTo>
                  <a:lnTo>
                    <a:pt x="2502" y="8006"/>
                  </a:lnTo>
                  <a:lnTo>
                    <a:pt x="2502" y="1555"/>
                  </a:lnTo>
                  <a:cubicBezTo>
                    <a:pt x="109" y="901"/>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8"/>
            <p:cNvSpPr/>
            <p:nvPr/>
          </p:nvSpPr>
          <p:spPr>
            <a:xfrm>
              <a:off x="4274525" y="669525"/>
              <a:ext cx="25" cy="159650"/>
            </a:xfrm>
            <a:custGeom>
              <a:avLst/>
              <a:gdLst/>
              <a:ahLst/>
              <a:cxnLst/>
              <a:rect l="l" t="t" r="r" b="b"/>
              <a:pathLst>
                <a:path w="1" h="6386" fill="none" extrusionOk="0">
                  <a:moveTo>
                    <a:pt x="1" y="1"/>
                  </a:moveTo>
                  <a:lnTo>
                    <a:pt x="1" y="6385"/>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8"/>
            <p:cNvSpPr/>
            <p:nvPr/>
          </p:nvSpPr>
          <p:spPr>
            <a:xfrm>
              <a:off x="3970650" y="669600"/>
              <a:ext cx="303900" cy="1090350"/>
            </a:xfrm>
            <a:custGeom>
              <a:avLst/>
              <a:gdLst/>
              <a:ahLst/>
              <a:cxnLst/>
              <a:rect l="l" t="t" r="r" b="b"/>
              <a:pathLst>
                <a:path w="12156" h="43614" fill="none" extrusionOk="0">
                  <a:moveTo>
                    <a:pt x="12156" y="35574"/>
                  </a:moveTo>
                  <a:lnTo>
                    <a:pt x="12156" y="37534"/>
                  </a:lnTo>
                  <a:cubicBezTo>
                    <a:pt x="12156" y="40891"/>
                    <a:pt x="9434" y="43613"/>
                    <a:pt x="6077" y="43613"/>
                  </a:cubicBezTo>
                  <a:cubicBezTo>
                    <a:pt x="5082" y="43613"/>
                    <a:pt x="4140" y="43373"/>
                    <a:pt x="3311" y="42948"/>
                  </a:cubicBezTo>
                  <a:cubicBezTo>
                    <a:pt x="2281" y="42419"/>
                    <a:pt x="1420" y="41605"/>
                    <a:pt x="836" y="40612"/>
                  </a:cubicBezTo>
                  <a:cubicBezTo>
                    <a:pt x="303" y="39709"/>
                    <a:pt x="0" y="38659"/>
                    <a:pt x="0" y="37534"/>
                  </a:cubicBezTo>
                  <a:lnTo>
                    <a:pt x="0"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8"/>
            <p:cNvSpPr/>
            <p:nvPr/>
          </p:nvSpPr>
          <p:spPr>
            <a:xfrm>
              <a:off x="4274525" y="1471775"/>
              <a:ext cx="25" cy="87175"/>
            </a:xfrm>
            <a:custGeom>
              <a:avLst/>
              <a:gdLst/>
              <a:ahLst/>
              <a:cxnLst/>
              <a:rect l="l" t="t" r="r" b="b"/>
              <a:pathLst>
                <a:path w="1" h="3487" fill="none" extrusionOk="0">
                  <a:moveTo>
                    <a:pt x="1" y="0"/>
                  </a:moveTo>
                  <a:lnTo>
                    <a:pt x="1" y="3487"/>
                  </a:lnTo>
                </a:path>
              </a:pathLst>
            </a:custGeom>
            <a:noFill/>
            <a:ln w="7500" cap="flat" cmpd="sng">
              <a:solidFill>
                <a:srgbClr val="000000"/>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8"/>
            <p:cNvSpPr/>
            <p:nvPr/>
          </p:nvSpPr>
          <p:spPr>
            <a:xfrm>
              <a:off x="4274525" y="1005875"/>
              <a:ext cx="25" cy="59775"/>
            </a:xfrm>
            <a:custGeom>
              <a:avLst/>
              <a:gdLst/>
              <a:ahLst/>
              <a:cxnLst/>
              <a:rect l="l" t="t" r="r" b="b"/>
              <a:pathLst>
                <a:path w="1" h="2391" fill="none" extrusionOk="0">
                  <a:moveTo>
                    <a:pt x="1" y="0"/>
                  </a:moveTo>
                  <a:lnTo>
                    <a:pt x="1" y="2391"/>
                  </a:lnTo>
                </a:path>
              </a:pathLst>
            </a:custGeom>
            <a:noFill/>
            <a:ln w="7500" cap="flat" cmpd="sng">
              <a:solidFill>
                <a:srgbClr val="000000"/>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8"/>
            <p:cNvSpPr/>
            <p:nvPr/>
          </p:nvSpPr>
          <p:spPr>
            <a:xfrm>
              <a:off x="4274525" y="829150"/>
              <a:ext cx="25" cy="48200"/>
            </a:xfrm>
            <a:custGeom>
              <a:avLst/>
              <a:gdLst/>
              <a:ahLst/>
              <a:cxnLst/>
              <a:rect l="l" t="t" r="r" b="b"/>
              <a:pathLst>
                <a:path w="1" h="1928" fill="none" extrusionOk="0">
                  <a:moveTo>
                    <a:pt x="1" y="0"/>
                  </a:moveTo>
                  <a:lnTo>
                    <a:pt x="1" y="1927"/>
                  </a:lnTo>
                </a:path>
              </a:pathLst>
            </a:custGeom>
            <a:noFill/>
            <a:ln w="7500" cap="flat" cmpd="sng">
              <a:solidFill>
                <a:srgbClr val="000000"/>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8"/>
            <p:cNvSpPr/>
            <p:nvPr/>
          </p:nvSpPr>
          <p:spPr>
            <a:xfrm>
              <a:off x="4274525" y="877325"/>
              <a:ext cx="25" cy="128575"/>
            </a:xfrm>
            <a:custGeom>
              <a:avLst/>
              <a:gdLst/>
              <a:ahLst/>
              <a:cxnLst/>
              <a:rect l="l" t="t" r="r" b="b"/>
              <a:pathLst>
                <a:path w="1" h="5143" fill="none" extrusionOk="0">
                  <a:moveTo>
                    <a:pt x="1" y="0"/>
                  </a:moveTo>
                  <a:lnTo>
                    <a:pt x="1" y="5142"/>
                  </a:lnTo>
                </a:path>
              </a:pathLst>
            </a:custGeom>
            <a:noFill/>
            <a:ln w="7500" cap="flat" cmpd="sng">
              <a:solidFill>
                <a:srgbClr val="000000"/>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8"/>
            <p:cNvSpPr/>
            <p:nvPr/>
          </p:nvSpPr>
          <p:spPr>
            <a:xfrm>
              <a:off x="4274525" y="1065625"/>
              <a:ext cx="25" cy="406175"/>
            </a:xfrm>
            <a:custGeom>
              <a:avLst/>
              <a:gdLst/>
              <a:ahLst/>
              <a:cxnLst/>
              <a:rect l="l" t="t" r="r" b="b"/>
              <a:pathLst>
                <a:path w="1" h="16247" fill="none" extrusionOk="0">
                  <a:moveTo>
                    <a:pt x="1" y="1"/>
                  </a:moveTo>
                  <a:lnTo>
                    <a:pt x="1" y="16246"/>
                  </a:lnTo>
                </a:path>
              </a:pathLst>
            </a:custGeom>
            <a:noFill/>
            <a:ln w="7500" cap="flat" cmpd="sng">
              <a:solidFill>
                <a:srgbClr val="000000"/>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923" name="Google Shape;923;p48"/>
            <p:cNvSpPr/>
            <p:nvPr/>
          </p:nvSpPr>
          <p:spPr>
            <a:xfrm>
              <a:off x="3892725" y="469450"/>
              <a:ext cx="447200" cy="200175"/>
            </a:xfrm>
            <a:custGeom>
              <a:avLst/>
              <a:gdLst/>
              <a:ahLst/>
              <a:cxnLst/>
              <a:rect l="l" t="t" r="r" b="b"/>
              <a:pathLst>
                <a:path w="17888" h="8007" fill="none" extrusionOk="0">
                  <a:moveTo>
                    <a:pt x="17887" y="17"/>
                  </a:moveTo>
                  <a:lnTo>
                    <a:pt x="17887" y="8006"/>
                  </a:lnTo>
                  <a:lnTo>
                    <a:pt x="15391" y="8006"/>
                  </a:lnTo>
                  <a:lnTo>
                    <a:pt x="15273" y="8006"/>
                  </a:lnTo>
                  <a:lnTo>
                    <a:pt x="12293" y="8006"/>
                  </a:lnTo>
                  <a:lnTo>
                    <a:pt x="8946" y="8006"/>
                  </a:lnTo>
                  <a:lnTo>
                    <a:pt x="6428" y="8006"/>
                  </a:lnTo>
                  <a:lnTo>
                    <a:pt x="5597" y="8006"/>
                  </a:lnTo>
                  <a:lnTo>
                    <a:pt x="3953" y="8006"/>
                  </a:lnTo>
                  <a:lnTo>
                    <a:pt x="3117" y="8006"/>
                  </a:lnTo>
                  <a:lnTo>
                    <a:pt x="2502" y="8006"/>
                  </a:lnTo>
                  <a:lnTo>
                    <a:pt x="1" y="8006"/>
                  </a:lnTo>
                  <a:lnTo>
                    <a:pt x="1" y="0"/>
                  </a:lnTo>
                  <a:lnTo>
                    <a:pt x="17887"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8"/>
            <p:cNvSpPr/>
            <p:nvPr/>
          </p:nvSpPr>
          <p:spPr>
            <a:xfrm>
              <a:off x="3892725" y="469450"/>
              <a:ext cx="447250" cy="55350"/>
            </a:xfrm>
            <a:custGeom>
              <a:avLst/>
              <a:gdLst/>
              <a:ahLst/>
              <a:cxnLst/>
              <a:rect l="l" t="t" r="r" b="b"/>
              <a:pathLst>
                <a:path w="17890" h="2214" fill="none" extrusionOk="0">
                  <a:moveTo>
                    <a:pt x="1" y="0"/>
                  </a:moveTo>
                  <a:cubicBezTo>
                    <a:pt x="1" y="0"/>
                    <a:pt x="109" y="901"/>
                    <a:pt x="2502" y="1555"/>
                  </a:cubicBezTo>
                  <a:cubicBezTo>
                    <a:pt x="3273" y="1764"/>
                    <a:pt x="4280" y="1949"/>
                    <a:pt x="5597" y="2069"/>
                  </a:cubicBezTo>
                  <a:cubicBezTo>
                    <a:pt x="6544" y="2155"/>
                    <a:pt x="7651" y="2208"/>
                    <a:pt x="8946" y="2213"/>
                  </a:cubicBezTo>
                  <a:cubicBezTo>
                    <a:pt x="9028" y="2213"/>
                    <a:pt x="9112" y="2213"/>
                    <a:pt x="9194" y="2213"/>
                  </a:cubicBezTo>
                  <a:cubicBezTo>
                    <a:pt x="10383" y="2213"/>
                    <a:pt x="11407" y="2175"/>
                    <a:pt x="12293" y="2107"/>
                  </a:cubicBezTo>
                  <a:cubicBezTo>
                    <a:pt x="13613" y="2006"/>
                    <a:pt x="14619" y="1841"/>
                    <a:pt x="15391" y="1646"/>
                  </a:cubicBezTo>
                  <a:cubicBezTo>
                    <a:pt x="17801" y="1038"/>
                    <a:pt x="17890" y="144"/>
                    <a:pt x="17890" y="17"/>
                  </a:cubicBezTo>
                  <a:lnTo>
                    <a:pt x="17890"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8"/>
            <p:cNvSpPr/>
            <p:nvPr/>
          </p:nvSpPr>
          <p:spPr>
            <a:xfrm>
              <a:off x="3999425" y="973075"/>
              <a:ext cx="246300" cy="756050"/>
            </a:xfrm>
            <a:custGeom>
              <a:avLst/>
              <a:gdLst/>
              <a:ahLst/>
              <a:cxnLst/>
              <a:rect l="l" t="t" r="r" b="b"/>
              <a:pathLst>
                <a:path w="9852" h="30242" fill="none" extrusionOk="0">
                  <a:moveTo>
                    <a:pt x="9852" y="23435"/>
                  </a:moveTo>
                  <a:lnTo>
                    <a:pt x="9852" y="25316"/>
                  </a:lnTo>
                  <a:cubicBezTo>
                    <a:pt x="9852" y="28036"/>
                    <a:pt x="7646" y="30242"/>
                    <a:pt x="4926" y="30242"/>
                  </a:cubicBezTo>
                  <a:cubicBezTo>
                    <a:pt x="3902" y="30242"/>
                    <a:pt x="2948" y="29929"/>
                    <a:pt x="2160" y="29391"/>
                  </a:cubicBezTo>
                  <a:cubicBezTo>
                    <a:pt x="1903" y="29218"/>
                    <a:pt x="1663" y="29019"/>
                    <a:pt x="1444" y="28800"/>
                  </a:cubicBezTo>
                  <a:cubicBezTo>
                    <a:pt x="553" y="27909"/>
                    <a:pt x="0" y="26676"/>
                    <a:pt x="0" y="25316"/>
                  </a:cubicBezTo>
                  <a:lnTo>
                    <a:pt x="0" y="0"/>
                  </a:lnTo>
                  <a:lnTo>
                    <a:pt x="2910"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8"/>
            <p:cNvSpPr/>
            <p:nvPr/>
          </p:nvSpPr>
          <p:spPr>
            <a:xfrm>
              <a:off x="4072150" y="1005875"/>
              <a:ext cx="202400" cy="553075"/>
            </a:xfrm>
            <a:custGeom>
              <a:avLst/>
              <a:gdLst/>
              <a:ahLst/>
              <a:cxnLst/>
              <a:rect l="l" t="t" r="r" b="b"/>
              <a:pathLst>
                <a:path w="8096" h="22123" extrusionOk="0">
                  <a:moveTo>
                    <a:pt x="1" y="0"/>
                  </a:moveTo>
                  <a:lnTo>
                    <a:pt x="1" y="22123"/>
                  </a:lnTo>
                  <a:lnTo>
                    <a:pt x="8096" y="22123"/>
                  </a:lnTo>
                  <a:lnTo>
                    <a:pt x="8096" y="18636"/>
                  </a:lnTo>
                  <a:lnTo>
                    <a:pt x="1750" y="18636"/>
                  </a:lnTo>
                  <a:lnTo>
                    <a:pt x="1750" y="2391"/>
                  </a:lnTo>
                  <a:lnTo>
                    <a:pt x="8096" y="2391"/>
                  </a:lnTo>
                  <a:lnTo>
                    <a:pt x="8096" y="0"/>
                  </a:ln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8"/>
            <p:cNvSpPr/>
            <p:nvPr/>
          </p:nvSpPr>
          <p:spPr>
            <a:xfrm>
              <a:off x="4072150" y="829150"/>
              <a:ext cx="202400" cy="48200"/>
            </a:xfrm>
            <a:custGeom>
              <a:avLst/>
              <a:gdLst/>
              <a:ahLst/>
              <a:cxnLst/>
              <a:rect l="l" t="t" r="r" b="b"/>
              <a:pathLst>
                <a:path w="8096" h="1928" extrusionOk="0">
                  <a:moveTo>
                    <a:pt x="1" y="0"/>
                  </a:moveTo>
                  <a:lnTo>
                    <a:pt x="1" y="1927"/>
                  </a:lnTo>
                  <a:lnTo>
                    <a:pt x="8096" y="1927"/>
                  </a:lnTo>
                  <a:lnTo>
                    <a:pt x="8096" y="0"/>
                  </a:ln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8"/>
            <p:cNvSpPr/>
            <p:nvPr/>
          </p:nvSpPr>
          <p:spPr>
            <a:xfrm>
              <a:off x="4072150" y="877325"/>
              <a:ext cx="202400" cy="128575"/>
            </a:xfrm>
            <a:custGeom>
              <a:avLst/>
              <a:gdLst/>
              <a:ahLst/>
              <a:cxnLst/>
              <a:rect l="l" t="t" r="r" b="b"/>
              <a:pathLst>
                <a:path w="8096" h="5143" extrusionOk="0">
                  <a:moveTo>
                    <a:pt x="1" y="0"/>
                  </a:moveTo>
                  <a:lnTo>
                    <a:pt x="1" y="3830"/>
                  </a:lnTo>
                  <a:lnTo>
                    <a:pt x="1" y="5142"/>
                  </a:lnTo>
                  <a:lnTo>
                    <a:pt x="8096" y="5142"/>
                  </a:lnTo>
                  <a:lnTo>
                    <a:pt x="8096"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8"/>
          <p:cNvGrpSpPr/>
          <p:nvPr/>
        </p:nvGrpSpPr>
        <p:grpSpPr>
          <a:xfrm>
            <a:off x="5405814" y="4753024"/>
            <a:ext cx="705593" cy="362075"/>
            <a:chOff x="2339625" y="3726250"/>
            <a:chExt cx="850625" cy="362075"/>
          </a:xfrm>
        </p:grpSpPr>
        <p:sp>
          <p:nvSpPr>
            <p:cNvPr id="930" name="Google Shape;930;p48"/>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8"/>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8"/>
          <p:cNvGrpSpPr/>
          <p:nvPr/>
        </p:nvGrpSpPr>
        <p:grpSpPr>
          <a:xfrm>
            <a:off x="4972544" y="778495"/>
            <a:ext cx="3575025" cy="3500600"/>
            <a:chOff x="5048744" y="778495"/>
            <a:chExt cx="3575025" cy="3500600"/>
          </a:xfrm>
        </p:grpSpPr>
        <p:grpSp>
          <p:nvGrpSpPr>
            <p:cNvPr id="933" name="Google Shape;933;p48"/>
            <p:cNvGrpSpPr/>
            <p:nvPr/>
          </p:nvGrpSpPr>
          <p:grpSpPr>
            <a:xfrm>
              <a:off x="6271019" y="778495"/>
              <a:ext cx="389750" cy="385750"/>
              <a:chOff x="3382475" y="1831100"/>
              <a:chExt cx="389750" cy="385750"/>
            </a:xfrm>
          </p:grpSpPr>
          <p:sp>
            <p:nvSpPr>
              <p:cNvPr id="934" name="Google Shape;934;p4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 name="Google Shape;938;p48"/>
            <p:cNvGrpSpPr/>
            <p:nvPr/>
          </p:nvGrpSpPr>
          <p:grpSpPr>
            <a:xfrm>
              <a:off x="8234019" y="2683670"/>
              <a:ext cx="389750" cy="385750"/>
              <a:chOff x="3382475" y="1831100"/>
              <a:chExt cx="389750" cy="385750"/>
            </a:xfrm>
          </p:grpSpPr>
          <p:sp>
            <p:nvSpPr>
              <p:cNvPr id="939" name="Google Shape;939;p4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48"/>
            <p:cNvGrpSpPr/>
            <p:nvPr/>
          </p:nvGrpSpPr>
          <p:grpSpPr>
            <a:xfrm>
              <a:off x="5048744" y="3893345"/>
              <a:ext cx="389750" cy="385750"/>
              <a:chOff x="3382475" y="1831100"/>
              <a:chExt cx="389750" cy="385750"/>
            </a:xfrm>
          </p:grpSpPr>
          <p:sp>
            <p:nvSpPr>
              <p:cNvPr id="944" name="Google Shape;944;p48"/>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8"/>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8"/>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8"/>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8" name="Google Shape;948;p48"/>
          <p:cNvGrpSpPr/>
          <p:nvPr/>
        </p:nvGrpSpPr>
        <p:grpSpPr>
          <a:xfrm>
            <a:off x="5485284" y="1705230"/>
            <a:ext cx="818232" cy="818289"/>
            <a:chOff x="1322675" y="613125"/>
            <a:chExt cx="570475" cy="570475"/>
          </a:xfrm>
        </p:grpSpPr>
        <p:sp>
          <p:nvSpPr>
            <p:cNvPr id="949" name="Google Shape;949;p48"/>
            <p:cNvSpPr/>
            <p:nvPr/>
          </p:nvSpPr>
          <p:spPr>
            <a:xfrm>
              <a:off x="1322675" y="613125"/>
              <a:ext cx="570475" cy="570475"/>
            </a:xfrm>
            <a:custGeom>
              <a:avLst/>
              <a:gdLst/>
              <a:ahLst/>
              <a:cxnLst/>
              <a:rect l="l" t="t" r="r" b="b"/>
              <a:pathLst>
                <a:path w="22819" h="22819" extrusionOk="0">
                  <a:moveTo>
                    <a:pt x="11410" y="0"/>
                  </a:moveTo>
                  <a:cubicBezTo>
                    <a:pt x="8383" y="0"/>
                    <a:pt x="5482" y="1202"/>
                    <a:pt x="3342" y="3341"/>
                  </a:cubicBezTo>
                  <a:cubicBezTo>
                    <a:pt x="1202" y="5482"/>
                    <a:pt x="0" y="8383"/>
                    <a:pt x="0" y="11409"/>
                  </a:cubicBezTo>
                  <a:cubicBezTo>
                    <a:pt x="0" y="14434"/>
                    <a:pt x="1202" y="17337"/>
                    <a:pt x="3342" y="19476"/>
                  </a:cubicBezTo>
                  <a:cubicBezTo>
                    <a:pt x="5482" y="21615"/>
                    <a:pt x="8383" y="22818"/>
                    <a:pt x="11410" y="22818"/>
                  </a:cubicBezTo>
                  <a:cubicBezTo>
                    <a:pt x="14435" y="22818"/>
                    <a:pt x="17337" y="21615"/>
                    <a:pt x="19477" y="19476"/>
                  </a:cubicBezTo>
                  <a:cubicBezTo>
                    <a:pt x="21616" y="17337"/>
                    <a:pt x="22818" y="14434"/>
                    <a:pt x="22818" y="11409"/>
                  </a:cubicBezTo>
                  <a:cubicBezTo>
                    <a:pt x="22818" y="8383"/>
                    <a:pt x="21616" y="5482"/>
                    <a:pt x="19477" y="3341"/>
                  </a:cubicBezTo>
                  <a:cubicBezTo>
                    <a:pt x="17337" y="1202"/>
                    <a:pt x="14435" y="0"/>
                    <a:pt x="11410"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8"/>
            <p:cNvSpPr/>
            <p:nvPr/>
          </p:nvSpPr>
          <p:spPr>
            <a:xfrm>
              <a:off x="1488575" y="789625"/>
              <a:ext cx="228050" cy="217425"/>
            </a:xfrm>
            <a:custGeom>
              <a:avLst/>
              <a:gdLst/>
              <a:ahLst/>
              <a:cxnLst/>
              <a:rect l="l" t="t" r="r" b="b"/>
              <a:pathLst>
                <a:path w="9122" h="8697" extrusionOk="0">
                  <a:moveTo>
                    <a:pt x="4773" y="1"/>
                  </a:moveTo>
                  <a:cubicBezTo>
                    <a:pt x="3660" y="1"/>
                    <a:pt x="2548" y="426"/>
                    <a:pt x="1699" y="1275"/>
                  </a:cubicBezTo>
                  <a:cubicBezTo>
                    <a:pt x="0" y="2972"/>
                    <a:pt x="0" y="5726"/>
                    <a:pt x="1699" y="7424"/>
                  </a:cubicBezTo>
                  <a:cubicBezTo>
                    <a:pt x="2514" y="8239"/>
                    <a:pt x="3620" y="8697"/>
                    <a:pt x="4774" y="8697"/>
                  </a:cubicBezTo>
                  <a:cubicBezTo>
                    <a:pt x="5926" y="8697"/>
                    <a:pt x="7032" y="8239"/>
                    <a:pt x="7848" y="7424"/>
                  </a:cubicBezTo>
                  <a:cubicBezTo>
                    <a:pt x="8663" y="6608"/>
                    <a:pt x="9122" y="5502"/>
                    <a:pt x="9122" y="4349"/>
                  </a:cubicBezTo>
                  <a:cubicBezTo>
                    <a:pt x="9122" y="3195"/>
                    <a:pt x="8663" y="2090"/>
                    <a:pt x="7848" y="1275"/>
                  </a:cubicBezTo>
                  <a:cubicBezTo>
                    <a:pt x="6999" y="426"/>
                    <a:pt x="5886" y="1"/>
                    <a:pt x="4773" y="1"/>
                  </a:cubicBezTo>
                  <a:close/>
                </a:path>
              </a:pathLst>
            </a:custGeom>
            <a:solidFill>
              <a:schemeClr val="accen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8"/>
            <p:cNvSpPr/>
            <p:nvPr/>
          </p:nvSpPr>
          <p:spPr>
            <a:xfrm>
              <a:off x="1595125" y="655150"/>
              <a:ext cx="25575" cy="25575"/>
            </a:xfrm>
            <a:custGeom>
              <a:avLst/>
              <a:gdLst/>
              <a:ahLst/>
              <a:cxnLst/>
              <a:rect l="l" t="t" r="r" b="b"/>
              <a:pathLst>
                <a:path w="1023" h="1023" extrusionOk="0">
                  <a:moveTo>
                    <a:pt x="1022" y="512"/>
                  </a:moveTo>
                  <a:cubicBezTo>
                    <a:pt x="1022" y="794"/>
                    <a:pt x="793" y="1022"/>
                    <a:pt x="512" y="1022"/>
                  </a:cubicBezTo>
                  <a:cubicBezTo>
                    <a:pt x="229" y="1022"/>
                    <a:pt x="0" y="794"/>
                    <a:pt x="0" y="512"/>
                  </a:cubicBezTo>
                  <a:cubicBezTo>
                    <a:pt x="0" y="229"/>
                    <a:pt x="229" y="1"/>
                    <a:pt x="512" y="1"/>
                  </a:cubicBezTo>
                  <a:cubicBezTo>
                    <a:pt x="793" y="1"/>
                    <a:pt x="1022" y="229"/>
                    <a:pt x="1022" y="512"/>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8"/>
            <p:cNvSpPr/>
            <p:nvPr/>
          </p:nvSpPr>
          <p:spPr>
            <a:xfrm>
              <a:off x="1595125" y="1115975"/>
              <a:ext cx="25575" cy="25575"/>
            </a:xfrm>
            <a:custGeom>
              <a:avLst/>
              <a:gdLst/>
              <a:ahLst/>
              <a:cxnLst/>
              <a:rect l="l" t="t" r="r" b="b"/>
              <a:pathLst>
                <a:path w="1023" h="1023" extrusionOk="0">
                  <a:moveTo>
                    <a:pt x="1022" y="511"/>
                  </a:moveTo>
                  <a:cubicBezTo>
                    <a:pt x="1022" y="793"/>
                    <a:pt x="793" y="1023"/>
                    <a:pt x="512" y="1023"/>
                  </a:cubicBezTo>
                  <a:cubicBezTo>
                    <a:pt x="229" y="1023"/>
                    <a:pt x="0" y="793"/>
                    <a:pt x="0" y="511"/>
                  </a:cubicBezTo>
                  <a:cubicBezTo>
                    <a:pt x="0" y="230"/>
                    <a:pt x="229" y="0"/>
                    <a:pt x="512" y="0"/>
                  </a:cubicBezTo>
                  <a:cubicBezTo>
                    <a:pt x="793" y="0"/>
                    <a:pt x="1022" y="230"/>
                    <a:pt x="1022"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8"/>
            <p:cNvSpPr/>
            <p:nvPr/>
          </p:nvSpPr>
          <p:spPr>
            <a:xfrm>
              <a:off x="1831050" y="871850"/>
              <a:ext cx="25575" cy="25600"/>
            </a:xfrm>
            <a:custGeom>
              <a:avLst/>
              <a:gdLst/>
              <a:ahLst/>
              <a:cxnLst/>
              <a:rect l="l" t="t" r="r" b="b"/>
              <a:pathLst>
                <a:path w="1023" h="1024" extrusionOk="0">
                  <a:moveTo>
                    <a:pt x="1022" y="511"/>
                  </a:moveTo>
                  <a:cubicBezTo>
                    <a:pt x="1022" y="794"/>
                    <a:pt x="793" y="1023"/>
                    <a:pt x="511" y="1023"/>
                  </a:cubicBezTo>
                  <a:cubicBezTo>
                    <a:pt x="229" y="1023"/>
                    <a:pt x="0" y="794"/>
                    <a:pt x="0" y="511"/>
                  </a:cubicBezTo>
                  <a:cubicBezTo>
                    <a:pt x="0" y="230"/>
                    <a:pt x="229" y="1"/>
                    <a:pt x="511" y="1"/>
                  </a:cubicBezTo>
                  <a:cubicBezTo>
                    <a:pt x="793" y="1"/>
                    <a:pt x="1022" y="230"/>
                    <a:pt x="1022"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8"/>
            <p:cNvSpPr/>
            <p:nvPr/>
          </p:nvSpPr>
          <p:spPr>
            <a:xfrm>
              <a:off x="1374325" y="884625"/>
              <a:ext cx="25575" cy="25575"/>
            </a:xfrm>
            <a:custGeom>
              <a:avLst/>
              <a:gdLst/>
              <a:ahLst/>
              <a:cxnLst/>
              <a:rect l="l" t="t" r="r" b="b"/>
              <a:pathLst>
                <a:path w="1023" h="1023" extrusionOk="0">
                  <a:moveTo>
                    <a:pt x="1022" y="512"/>
                  </a:moveTo>
                  <a:cubicBezTo>
                    <a:pt x="1022" y="793"/>
                    <a:pt x="793" y="1023"/>
                    <a:pt x="511" y="1023"/>
                  </a:cubicBezTo>
                  <a:cubicBezTo>
                    <a:pt x="229" y="1023"/>
                    <a:pt x="0" y="793"/>
                    <a:pt x="0" y="512"/>
                  </a:cubicBezTo>
                  <a:cubicBezTo>
                    <a:pt x="0" y="230"/>
                    <a:pt x="229" y="0"/>
                    <a:pt x="511" y="0"/>
                  </a:cubicBezTo>
                  <a:cubicBezTo>
                    <a:pt x="793" y="0"/>
                    <a:pt x="1022" y="230"/>
                    <a:pt x="1022" y="512"/>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8"/>
            <p:cNvSpPr/>
            <p:nvPr/>
          </p:nvSpPr>
          <p:spPr>
            <a:xfrm>
              <a:off x="1760775" y="1056900"/>
              <a:ext cx="25600" cy="25600"/>
            </a:xfrm>
            <a:custGeom>
              <a:avLst/>
              <a:gdLst/>
              <a:ahLst/>
              <a:cxnLst/>
              <a:rect l="l" t="t" r="r" b="b"/>
              <a:pathLst>
                <a:path w="1024" h="1024" extrusionOk="0">
                  <a:moveTo>
                    <a:pt x="1023" y="513"/>
                  </a:moveTo>
                  <a:cubicBezTo>
                    <a:pt x="1023" y="795"/>
                    <a:pt x="794" y="1023"/>
                    <a:pt x="511" y="1023"/>
                  </a:cubicBezTo>
                  <a:cubicBezTo>
                    <a:pt x="229" y="1023"/>
                    <a:pt x="1" y="795"/>
                    <a:pt x="1" y="513"/>
                  </a:cubicBezTo>
                  <a:cubicBezTo>
                    <a:pt x="1" y="230"/>
                    <a:pt x="229" y="1"/>
                    <a:pt x="511" y="1"/>
                  </a:cubicBezTo>
                  <a:cubicBezTo>
                    <a:pt x="794" y="1"/>
                    <a:pt x="1023" y="230"/>
                    <a:pt x="1023" y="513"/>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8"/>
            <p:cNvSpPr/>
            <p:nvPr/>
          </p:nvSpPr>
          <p:spPr>
            <a:xfrm>
              <a:off x="1441375" y="1056900"/>
              <a:ext cx="25600" cy="25600"/>
            </a:xfrm>
            <a:custGeom>
              <a:avLst/>
              <a:gdLst/>
              <a:ahLst/>
              <a:cxnLst/>
              <a:rect l="l" t="t" r="r" b="b"/>
              <a:pathLst>
                <a:path w="1024" h="1024" extrusionOk="0">
                  <a:moveTo>
                    <a:pt x="1023" y="513"/>
                  </a:moveTo>
                  <a:cubicBezTo>
                    <a:pt x="1023" y="795"/>
                    <a:pt x="794" y="1023"/>
                    <a:pt x="511" y="1023"/>
                  </a:cubicBezTo>
                  <a:cubicBezTo>
                    <a:pt x="230" y="1023"/>
                    <a:pt x="1" y="795"/>
                    <a:pt x="1" y="513"/>
                  </a:cubicBezTo>
                  <a:cubicBezTo>
                    <a:pt x="1" y="230"/>
                    <a:pt x="230" y="1"/>
                    <a:pt x="511" y="1"/>
                  </a:cubicBezTo>
                  <a:cubicBezTo>
                    <a:pt x="794" y="1"/>
                    <a:pt x="1023" y="230"/>
                    <a:pt x="1023" y="513"/>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8"/>
            <p:cNvSpPr/>
            <p:nvPr/>
          </p:nvSpPr>
          <p:spPr>
            <a:xfrm>
              <a:off x="1760775" y="732750"/>
              <a:ext cx="25600" cy="25575"/>
            </a:xfrm>
            <a:custGeom>
              <a:avLst/>
              <a:gdLst/>
              <a:ahLst/>
              <a:cxnLst/>
              <a:rect l="l" t="t" r="r" b="b"/>
              <a:pathLst>
                <a:path w="1024" h="1023" extrusionOk="0">
                  <a:moveTo>
                    <a:pt x="1023" y="511"/>
                  </a:moveTo>
                  <a:cubicBezTo>
                    <a:pt x="1023" y="794"/>
                    <a:pt x="794" y="1023"/>
                    <a:pt x="511" y="1023"/>
                  </a:cubicBezTo>
                  <a:cubicBezTo>
                    <a:pt x="229" y="1023"/>
                    <a:pt x="1" y="794"/>
                    <a:pt x="1" y="511"/>
                  </a:cubicBezTo>
                  <a:cubicBezTo>
                    <a:pt x="1" y="230"/>
                    <a:pt x="229" y="1"/>
                    <a:pt x="511" y="1"/>
                  </a:cubicBezTo>
                  <a:cubicBezTo>
                    <a:pt x="794" y="1"/>
                    <a:pt x="1023" y="230"/>
                    <a:pt x="1023"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8"/>
            <p:cNvSpPr/>
            <p:nvPr/>
          </p:nvSpPr>
          <p:spPr>
            <a:xfrm>
              <a:off x="1428625" y="732750"/>
              <a:ext cx="25550" cy="25575"/>
            </a:xfrm>
            <a:custGeom>
              <a:avLst/>
              <a:gdLst/>
              <a:ahLst/>
              <a:cxnLst/>
              <a:rect l="l" t="t" r="r" b="b"/>
              <a:pathLst>
                <a:path w="1022" h="1023" extrusionOk="0">
                  <a:moveTo>
                    <a:pt x="1021" y="511"/>
                  </a:moveTo>
                  <a:cubicBezTo>
                    <a:pt x="1021" y="794"/>
                    <a:pt x="793" y="1023"/>
                    <a:pt x="511" y="1023"/>
                  </a:cubicBezTo>
                  <a:cubicBezTo>
                    <a:pt x="228" y="1023"/>
                    <a:pt x="0" y="794"/>
                    <a:pt x="0" y="511"/>
                  </a:cubicBezTo>
                  <a:cubicBezTo>
                    <a:pt x="0" y="230"/>
                    <a:pt x="228" y="1"/>
                    <a:pt x="511" y="1"/>
                  </a:cubicBezTo>
                  <a:cubicBezTo>
                    <a:pt x="793" y="1"/>
                    <a:pt x="1021" y="230"/>
                    <a:pt x="1021"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8"/>
            <p:cNvSpPr/>
            <p:nvPr/>
          </p:nvSpPr>
          <p:spPr>
            <a:xfrm rot="5400000">
              <a:off x="1601035" y="893493"/>
              <a:ext cx="172033" cy="167292"/>
            </a:xfrm>
            <a:custGeom>
              <a:avLst/>
              <a:gdLst/>
              <a:ahLst/>
              <a:cxnLst/>
              <a:rect l="l" t="t" r="r" b="b"/>
              <a:pathLst>
                <a:path w="6882" h="6691" fill="none" extrusionOk="0">
                  <a:moveTo>
                    <a:pt x="1" y="0"/>
                  </a:moveTo>
                  <a:lnTo>
                    <a:pt x="1" y="6691"/>
                  </a:lnTo>
                  <a:lnTo>
                    <a:pt x="6882" y="669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8"/>
            <p:cNvSpPr/>
            <p:nvPr/>
          </p:nvSpPr>
          <p:spPr>
            <a:xfrm>
              <a:off x="1590175" y="880625"/>
              <a:ext cx="35450" cy="35450"/>
            </a:xfrm>
            <a:custGeom>
              <a:avLst/>
              <a:gdLst/>
              <a:ahLst/>
              <a:cxnLst/>
              <a:rect l="l" t="t" r="r" b="b"/>
              <a:pathLst>
                <a:path w="1418" h="1418" extrusionOk="0">
                  <a:moveTo>
                    <a:pt x="710" y="1"/>
                  </a:moveTo>
                  <a:cubicBezTo>
                    <a:pt x="319" y="1"/>
                    <a:pt x="1" y="318"/>
                    <a:pt x="1" y="709"/>
                  </a:cubicBezTo>
                  <a:cubicBezTo>
                    <a:pt x="1" y="1100"/>
                    <a:pt x="319" y="1418"/>
                    <a:pt x="710" y="1418"/>
                  </a:cubicBezTo>
                  <a:cubicBezTo>
                    <a:pt x="1101" y="1418"/>
                    <a:pt x="1418" y="1100"/>
                    <a:pt x="1418" y="709"/>
                  </a:cubicBezTo>
                  <a:cubicBezTo>
                    <a:pt x="1418" y="318"/>
                    <a:pt x="1101" y="1"/>
                    <a:pt x="710"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8"/>
            <p:cNvSpPr/>
            <p:nvPr/>
          </p:nvSpPr>
          <p:spPr>
            <a:xfrm rot="5400000">
              <a:off x="1760861" y="874432"/>
              <a:ext cx="38571" cy="33403"/>
            </a:xfrm>
            <a:custGeom>
              <a:avLst/>
              <a:gdLst/>
              <a:ahLst/>
              <a:cxnLst/>
              <a:rect l="l" t="t" r="r" b="b"/>
              <a:pathLst>
                <a:path w="1543" h="1336" extrusionOk="0">
                  <a:moveTo>
                    <a:pt x="772" y="1336"/>
                  </a:moveTo>
                  <a:lnTo>
                    <a:pt x="0" y="1336"/>
                  </a:lnTo>
                  <a:lnTo>
                    <a:pt x="385" y="668"/>
                  </a:lnTo>
                  <a:lnTo>
                    <a:pt x="772" y="0"/>
                  </a:lnTo>
                  <a:lnTo>
                    <a:pt x="1157" y="668"/>
                  </a:lnTo>
                  <a:lnTo>
                    <a:pt x="1542" y="1336"/>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8"/>
            <p:cNvSpPr/>
            <p:nvPr/>
          </p:nvSpPr>
          <p:spPr>
            <a:xfrm rot="5400000">
              <a:off x="1585124" y="1042196"/>
              <a:ext cx="33422" cy="38604"/>
            </a:xfrm>
            <a:custGeom>
              <a:avLst/>
              <a:gdLst/>
              <a:ahLst/>
              <a:cxnLst/>
              <a:rect l="l" t="t" r="r" b="b"/>
              <a:pathLst>
                <a:path w="1337" h="1544" extrusionOk="0">
                  <a:moveTo>
                    <a:pt x="1" y="771"/>
                  </a:moveTo>
                  <a:lnTo>
                    <a:pt x="1" y="1543"/>
                  </a:lnTo>
                  <a:lnTo>
                    <a:pt x="668" y="1157"/>
                  </a:lnTo>
                  <a:lnTo>
                    <a:pt x="1336" y="771"/>
                  </a:lnTo>
                  <a:lnTo>
                    <a:pt x="668" y="386"/>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EEE"/>
        </a:solidFill>
        <a:effectLst/>
      </p:bgPr>
    </p:bg>
    <p:spTree>
      <p:nvGrpSpPr>
        <p:cNvPr id="1" name="Shape 966"/>
        <p:cNvGrpSpPr/>
        <p:nvPr/>
      </p:nvGrpSpPr>
      <p:grpSpPr>
        <a:xfrm>
          <a:off x="0" y="0"/>
          <a:ext cx="0" cy="0"/>
          <a:chOff x="0" y="0"/>
          <a:chExt cx="0" cy="0"/>
        </a:xfrm>
      </p:grpSpPr>
      <p:sp>
        <p:nvSpPr>
          <p:cNvPr id="967" name="Google Shape;967;p49"/>
          <p:cNvSpPr/>
          <p:nvPr/>
        </p:nvSpPr>
        <p:spPr>
          <a:xfrm>
            <a:off x="1793678" y="1894075"/>
            <a:ext cx="1596900" cy="802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9"/>
          <p:cNvSpPr/>
          <p:nvPr/>
        </p:nvSpPr>
        <p:spPr>
          <a:xfrm>
            <a:off x="5777387" y="1906163"/>
            <a:ext cx="1548900" cy="778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9"/>
          <p:cNvSpPr txBox="1">
            <a:spLocks noGrp="1"/>
          </p:cNvSpPr>
          <p:nvPr>
            <p:ph type="subTitle" idx="3"/>
          </p:nvPr>
        </p:nvSpPr>
        <p:spPr>
          <a:xfrm>
            <a:off x="1481100" y="3287896"/>
            <a:ext cx="2907600" cy="1026600"/>
          </a:xfrm>
          <a:prstGeom prst="rect">
            <a:avLst/>
          </a:prstGeom>
        </p:spPr>
        <p:txBody>
          <a:bodyPr spcFirstLastPara="1" wrap="square" lIns="91425" tIns="91425" rIns="91425" bIns="91425" anchor="t" anchorCtr="0">
            <a:noAutofit/>
          </a:bodyPr>
          <a:lstStyle/>
          <a:p>
            <a:pPr marL="285750" lvl="0" indent="-285750" algn="l">
              <a:spcBef>
                <a:spcPts val="0"/>
              </a:spcBef>
              <a:spcAft>
                <a:spcPts val="0"/>
              </a:spcAft>
              <a:buFont typeface="Arial" panose="020B0604020202020204" pitchFamily="34" charset="0"/>
              <a:buChar char="•"/>
            </a:pPr>
            <a:r>
              <a:rPr lang="en-US" sz="1600" dirty="0"/>
              <a:t>Done in hospital </a:t>
            </a:r>
          </a:p>
          <a:p>
            <a:pPr marL="285750" lvl="0" indent="-285750" algn="l">
              <a:spcBef>
                <a:spcPts val="0"/>
              </a:spcBef>
              <a:spcAft>
                <a:spcPts val="0"/>
              </a:spcAft>
              <a:buFont typeface="Arial" panose="020B0604020202020204" pitchFamily="34" charset="0"/>
              <a:buChar char="•"/>
            </a:pPr>
            <a:r>
              <a:rPr lang="en-US" sz="1600" dirty="0"/>
              <a:t>Take a lot time </a:t>
            </a:r>
          </a:p>
          <a:p>
            <a:pPr marL="55563" lvl="0" indent="4763" algn="l">
              <a:spcBef>
                <a:spcPts val="0"/>
              </a:spcBef>
              <a:spcAft>
                <a:spcPts val="0"/>
              </a:spcAft>
              <a:buFont typeface="Arial" panose="020B0604020202020204" pitchFamily="34" charset="0"/>
              <a:buChar char="•"/>
            </a:pPr>
            <a:r>
              <a:rPr lang="en-US" sz="1600" dirty="0"/>
              <a:t> Need more effort </a:t>
            </a:r>
            <a:endParaRPr sz="1600" dirty="0"/>
          </a:p>
        </p:txBody>
      </p:sp>
      <p:sp>
        <p:nvSpPr>
          <p:cNvPr id="970" name="Google Shape;970;p49"/>
          <p:cNvSpPr txBox="1">
            <a:spLocks noGrp="1"/>
          </p:cNvSpPr>
          <p:nvPr>
            <p:ph type="subTitle" idx="1"/>
          </p:nvPr>
        </p:nvSpPr>
        <p:spPr>
          <a:xfrm>
            <a:off x="1138375" y="2826325"/>
            <a:ext cx="2907600" cy="461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OFFICIAL LAB</a:t>
            </a:r>
            <a:endParaRPr/>
          </a:p>
        </p:txBody>
      </p:sp>
      <p:sp>
        <p:nvSpPr>
          <p:cNvPr id="971" name="Google Shape;971;p49"/>
          <p:cNvSpPr txBox="1">
            <a:spLocks noGrp="1"/>
          </p:cNvSpPr>
          <p:nvPr>
            <p:ph type="subTitle" idx="2"/>
          </p:nvPr>
        </p:nvSpPr>
        <p:spPr>
          <a:xfrm>
            <a:off x="5098050" y="2826325"/>
            <a:ext cx="2907600" cy="461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AT-HOME </a:t>
            </a:r>
            <a:r>
              <a:rPr lang="en-US" dirty="0"/>
              <a:t>using SYSTEM </a:t>
            </a:r>
            <a:endParaRPr dirty="0"/>
          </a:p>
        </p:txBody>
      </p:sp>
      <p:sp>
        <p:nvSpPr>
          <p:cNvPr id="972" name="Google Shape;972;p49"/>
          <p:cNvSpPr txBox="1">
            <a:spLocks noGrp="1"/>
          </p:cNvSpPr>
          <p:nvPr>
            <p:ph type="subTitle" idx="4"/>
          </p:nvPr>
        </p:nvSpPr>
        <p:spPr>
          <a:xfrm>
            <a:off x="5098038" y="3550550"/>
            <a:ext cx="2907599" cy="6958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 typeface="Arial" panose="020B0604020202020204" pitchFamily="34" charset="0"/>
              <a:buChar char="•"/>
            </a:pPr>
            <a:r>
              <a:rPr lang="en-US" sz="1600" dirty="0"/>
              <a:t>    Done anywhere </a:t>
            </a:r>
          </a:p>
          <a:p>
            <a:pPr marL="285750" lvl="0" indent="-285750" algn="l" rtl="0">
              <a:spcBef>
                <a:spcPts val="0"/>
              </a:spcBef>
              <a:spcAft>
                <a:spcPts val="0"/>
              </a:spcAft>
              <a:buFont typeface="Arial" panose="020B0604020202020204" pitchFamily="34" charset="0"/>
              <a:buChar char="•"/>
            </a:pPr>
            <a:r>
              <a:rPr lang="en-US" sz="1600" dirty="0"/>
              <a:t>Take a few minutes only</a:t>
            </a:r>
          </a:p>
          <a:p>
            <a:pPr marL="285750" lvl="0" indent="-285750" algn="l" rtl="0">
              <a:spcBef>
                <a:spcPts val="0"/>
              </a:spcBef>
              <a:spcAft>
                <a:spcPts val="0"/>
              </a:spcAft>
              <a:buFont typeface="Arial" panose="020B0604020202020204" pitchFamily="34" charset="0"/>
              <a:buChar char="•"/>
            </a:pPr>
            <a:r>
              <a:rPr lang="en-US" sz="1600" dirty="0"/>
              <a:t>less effort for this process</a:t>
            </a:r>
            <a:endParaRPr sz="1600" dirty="0"/>
          </a:p>
        </p:txBody>
      </p:sp>
      <p:sp>
        <p:nvSpPr>
          <p:cNvPr id="973" name="Google Shape;973;p49"/>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DIFFERENCES BETWEEN LABS</a:t>
            </a:r>
            <a:endParaRPr dirty="0"/>
          </a:p>
        </p:txBody>
      </p:sp>
      <p:grpSp>
        <p:nvGrpSpPr>
          <p:cNvPr id="974" name="Google Shape;974;p49"/>
          <p:cNvGrpSpPr/>
          <p:nvPr/>
        </p:nvGrpSpPr>
        <p:grpSpPr>
          <a:xfrm>
            <a:off x="6318149" y="2052495"/>
            <a:ext cx="467378" cy="461323"/>
            <a:chOff x="6232000" y="1435050"/>
            <a:chExt cx="488225" cy="481850"/>
          </a:xfrm>
        </p:grpSpPr>
        <p:sp>
          <p:nvSpPr>
            <p:cNvPr id="975" name="Google Shape;975;p49"/>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76" name="Google Shape;976;p49"/>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77" name="Google Shape;977;p49"/>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78" name="Google Shape;978;p49"/>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79" name="Google Shape;979;p49"/>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80" name="Google Shape;980;p49"/>
          <p:cNvGrpSpPr/>
          <p:nvPr/>
        </p:nvGrpSpPr>
        <p:grpSpPr>
          <a:xfrm>
            <a:off x="2358489" y="2060951"/>
            <a:ext cx="467372" cy="468598"/>
            <a:chOff x="-23615075" y="3148525"/>
            <a:chExt cx="295375" cy="296150"/>
          </a:xfrm>
        </p:grpSpPr>
        <p:sp>
          <p:nvSpPr>
            <p:cNvPr id="981" name="Google Shape;981;p49"/>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9"/>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9"/>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9"/>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 name="Google Shape;985;p49"/>
          <p:cNvGrpSpPr/>
          <p:nvPr/>
        </p:nvGrpSpPr>
        <p:grpSpPr>
          <a:xfrm>
            <a:off x="775175" y="367425"/>
            <a:ext cx="389750" cy="385750"/>
            <a:chOff x="3382475" y="1831100"/>
            <a:chExt cx="389750" cy="385750"/>
          </a:xfrm>
        </p:grpSpPr>
        <p:sp>
          <p:nvSpPr>
            <p:cNvPr id="986" name="Google Shape;986;p49"/>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9"/>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9"/>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9"/>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0" name="Google Shape;990;p49"/>
          <p:cNvGrpSpPr/>
          <p:nvPr/>
        </p:nvGrpSpPr>
        <p:grpSpPr>
          <a:xfrm flipH="1">
            <a:off x="7979075" y="367425"/>
            <a:ext cx="389750" cy="385750"/>
            <a:chOff x="3382475" y="1831100"/>
            <a:chExt cx="389750" cy="385750"/>
          </a:xfrm>
        </p:grpSpPr>
        <p:sp>
          <p:nvSpPr>
            <p:cNvPr id="991" name="Google Shape;991;p49"/>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9"/>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9"/>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9"/>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5" name="Google Shape;995;p49"/>
          <p:cNvSpPr/>
          <p:nvPr/>
        </p:nvSpPr>
        <p:spPr>
          <a:xfrm>
            <a:off x="4181672" y="1894063"/>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6" name="Google Shape;996;p49"/>
          <p:cNvGrpSpPr/>
          <p:nvPr/>
        </p:nvGrpSpPr>
        <p:grpSpPr>
          <a:xfrm>
            <a:off x="4093800" y="4246413"/>
            <a:ext cx="705593" cy="362075"/>
            <a:chOff x="2339625" y="3726250"/>
            <a:chExt cx="850625" cy="362075"/>
          </a:xfrm>
        </p:grpSpPr>
        <p:sp>
          <p:nvSpPr>
            <p:cNvPr id="997" name="Google Shape;997;p49"/>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9"/>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99" name="Google Shape;999;p49"/>
          <p:cNvCxnSpPr/>
          <p:nvPr/>
        </p:nvCxnSpPr>
        <p:spPr>
          <a:xfrm>
            <a:off x="1481100" y="1039975"/>
            <a:ext cx="61818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52"/>
          <p:cNvSpPr txBox="1">
            <a:spLocks noGrp="1"/>
          </p:cNvSpPr>
          <p:nvPr>
            <p:ph type="subTitle" idx="7"/>
          </p:nvPr>
        </p:nvSpPr>
        <p:spPr>
          <a:xfrm>
            <a:off x="717424" y="2291561"/>
            <a:ext cx="2215500" cy="34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LOW-COST</a:t>
            </a:r>
            <a:endParaRPr dirty="0"/>
          </a:p>
        </p:txBody>
      </p:sp>
      <p:sp>
        <p:nvSpPr>
          <p:cNvPr id="1088" name="Google Shape;1088;p52"/>
          <p:cNvSpPr txBox="1">
            <a:spLocks noGrp="1"/>
          </p:cNvSpPr>
          <p:nvPr>
            <p:ph type="subTitle" idx="13"/>
          </p:nvPr>
        </p:nvSpPr>
        <p:spPr>
          <a:xfrm>
            <a:off x="717424" y="3938806"/>
            <a:ext cx="2215500" cy="34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FLEXIBLE</a:t>
            </a:r>
            <a:endParaRPr dirty="0"/>
          </a:p>
        </p:txBody>
      </p:sp>
      <p:sp>
        <p:nvSpPr>
          <p:cNvPr id="1089" name="Google Shape;1089;p52"/>
          <p:cNvSpPr txBox="1">
            <a:spLocks noGrp="1"/>
          </p:cNvSpPr>
          <p:nvPr>
            <p:ph type="subTitle" idx="8"/>
          </p:nvPr>
        </p:nvSpPr>
        <p:spPr>
          <a:xfrm>
            <a:off x="3464251" y="2291561"/>
            <a:ext cx="2215500" cy="34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FAST RESULTS</a:t>
            </a:r>
            <a:endParaRPr dirty="0"/>
          </a:p>
        </p:txBody>
      </p:sp>
      <p:sp>
        <p:nvSpPr>
          <p:cNvPr id="1090" name="Google Shape;1090;p52"/>
          <p:cNvSpPr txBox="1">
            <a:spLocks noGrp="1"/>
          </p:cNvSpPr>
          <p:nvPr>
            <p:ph type="subTitle" idx="9"/>
          </p:nvPr>
        </p:nvSpPr>
        <p:spPr>
          <a:xfrm>
            <a:off x="6211071" y="2279838"/>
            <a:ext cx="2215500" cy="34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SIMPLE USE</a:t>
            </a:r>
            <a:endParaRPr dirty="0"/>
          </a:p>
        </p:txBody>
      </p:sp>
      <p:sp>
        <p:nvSpPr>
          <p:cNvPr id="1092" name="Google Shape;1092;p52"/>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ADVANTAGES OF </a:t>
            </a:r>
            <a:r>
              <a:rPr lang="en-US" dirty="0"/>
              <a:t>SYSTEM  </a:t>
            </a:r>
            <a:endParaRPr dirty="0"/>
          </a:p>
        </p:txBody>
      </p:sp>
      <p:sp>
        <p:nvSpPr>
          <p:cNvPr id="1095" name="Google Shape;1095;p52"/>
          <p:cNvSpPr txBox="1">
            <a:spLocks noGrp="1"/>
          </p:cNvSpPr>
          <p:nvPr>
            <p:ph type="subTitle" idx="14"/>
          </p:nvPr>
        </p:nvSpPr>
        <p:spPr>
          <a:xfrm>
            <a:off x="3464250" y="3938806"/>
            <a:ext cx="2215500" cy="34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EFFECTIVE</a:t>
            </a:r>
            <a:endParaRPr dirty="0"/>
          </a:p>
        </p:txBody>
      </p:sp>
      <p:sp>
        <p:nvSpPr>
          <p:cNvPr id="1096" name="Google Shape;1096;p52"/>
          <p:cNvSpPr txBox="1">
            <a:spLocks noGrp="1"/>
          </p:cNvSpPr>
          <p:nvPr>
            <p:ph type="subTitle" idx="15"/>
          </p:nvPr>
        </p:nvSpPr>
        <p:spPr>
          <a:xfrm>
            <a:off x="6211071" y="3927083"/>
            <a:ext cx="2215500" cy="34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REPEATABLE</a:t>
            </a:r>
            <a:endParaRPr dirty="0"/>
          </a:p>
        </p:txBody>
      </p:sp>
      <p:sp>
        <p:nvSpPr>
          <p:cNvPr id="1097" name="Google Shape;1097;p52"/>
          <p:cNvSpPr/>
          <p:nvPr/>
        </p:nvSpPr>
        <p:spPr>
          <a:xfrm>
            <a:off x="1268524" y="3121408"/>
            <a:ext cx="1113300" cy="5595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8" name="Google Shape;1098;p52"/>
          <p:cNvSpPr/>
          <p:nvPr/>
        </p:nvSpPr>
        <p:spPr>
          <a:xfrm>
            <a:off x="4015350" y="3121408"/>
            <a:ext cx="1113300" cy="559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9" name="Google Shape;1099;p52"/>
          <p:cNvSpPr/>
          <p:nvPr/>
        </p:nvSpPr>
        <p:spPr>
          <a:xfrm>
            <a:off x="6762171" y="3121408"/>
            <a:ext cx="1113300" cy="559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00" name="Google Shape;1100;p52"/>
          <p:cNvGrpSpPr/>
          <p:nvPr/>
        </p:nvGrpSpPr>
        <p:grpSpPr>
          <a:xfrm>
            <a:off x="1695125" y="3253190"/>
            <a:ext cx="260098" cy="295937"/>
            <a:chOff x="1529350" y="258825"/>
            <a:chExt cx="423475" cy="481825"/>
          </a:xfrm>
        </p:grpSpPr>
        <p:sp>
          <p:nvSpPr>
            <p:cNvPr id="1101" name="Google Shape;1101;p52"/>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02" name="Google Shape;1102;p52"/>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103" name="Google Shape;1103;p52"/>
          <p:cNvGrpSpPr/>
          <p:nvPr/>
        </p:nvGrpSpPr>
        <p:grpSpPr>
          <a:xfrm>
            <a:off x="4438803" y="3253474"/>
            <a:ext cx="266394" cy="295369"/>
            <a:chOff x="3300325" y="249875"/>
            <a:chExt cx="433725" cy="480900"/>
          </a:xfrm>
        </p:grpSpPr>
        <p:sp>
          <p:nvSpPr>
            <p:cNvPr id="1104" name="Google Shape;1104;p52"/>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05" name="Google Shape;1105;p52"/>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06" name="Google Shape;1106;p52"/>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07" name="Google Shape;1107;p52"/>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08" name="Google Shape;1108;p52"/>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09" name="Google Shape;1109;p52"/>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110" name="Google Shape;1110;p52"/>
          <p:cNvGrpSpPr/>
          <p:nvPr/>
        </p:nvGrpSpPr>
        <p:grpSpPr>
          <a:xfrm>
            <a:off x="7166938" y="3248877"/>
            <a:ext cx="303766" cy="304561"/>
            <a:chOff x="1674750" y="3254050"/>
            <a:chExt cx="294575" cy="295375"/>
          </a:xfrm>
        </p:grpSpPr>
        <p:sp>
          <p:nvSpPr>
            <p:cNvPr id="1111" name="Google Shape;1111;p52"/>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2"/>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2"/>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4" name="Google Shape;1114;p52"/>
          <p:cNvSpPr/>
          <p:nvPr/>
        </p:nvSpPr>
        <p:spPr>
          <a:xfrm>
            <a:off x="1268524" y="1431270"/>
            <a:ext cx="1113300" cy="5595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5" name="Google Shape;1115;p52"/>
          <p:cNvSpPr/>
          <p:nvPr/>
        </p:nvSpPr>
        <p:spPr>
          <a:xfrm>
            <a:off x="4015352" y="1431270"/>
            <a:ext cx="1113300" cy="5595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52"/>
          <p:cNvSpPr/>
          <p:nvPr/>
        </p:nvSpPr>
        <p:spPr>
          <a:xfrm>
            <a:off x="6762173" y="1431270"/>
            <a:ext cx="1113300" cy="5595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17" name="Google Shape;1117;p52"/>
          <p:cNvGrpSpPr/>
          <p:nvPr/>
        </p:nvGrpSpPr>
        <p:grpSpPr>
          <a:xfrm>
            <a:off x="7170832" y="1553214"/>
            <a:ext cx="295983" cy="295937"/>
            <a:chOff x="2685825" y="840375"/>
            <a:chExt cx="481900" cy="481825"/>
          </a:xfrm>
        </p:grpSpPr>
        <p:sp>
          <p:nvSpPr>
            <p:cNvPr id="1118" name="Google Shape;1118;p52"/>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19" name="Google Shape;1119;p52"/>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120" name="Google Shape;1120;p52"/>
          <p:cNvSpPr/>
          <p:nvPr/>
        </p:nvSpPr>
        <p:spPr>
          <a:xfrm>
            <a:off x="1671425" y="1563052"/>
            <a:ext cx="307499" cy="295937"/>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121" name="Google Shape;1121;p52"/>
          <p:cNvGrpSpPr/>
          <p:nvPr/>
        </p:nvGrpSpPr>
        <p:grpSpPr>
          <a:xfrm>
            <a:off x="4400627" y="1563037"/>
            <a:ext cx="342750" cy="295967"/>
            <a:chOff x="-42651700" y="3217825"/>
            <a:chExt cx="367600" cy="317425"/>
          </a:xfrm>
        </p:grpSpPr>
        <p:sp>
          <p:nvSpPr>
            <p:cNvPr id="1122" name="Google Shape;1122;p52"/>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2"/>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2"/>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2"/>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 name="Google Shape;1126;p52"/>
          <p:cNvGrpSpPr/>
          <p:nvPr/>
        </p:nvGrpSpPr>
        <p:grpSpPr>
          <a:xfrm>
            <a:off x="775175" y="367425"/>
            <a:ext cx="389750" cy="385750"/>
            <a:chOff x="3382475" y="1831100"/>
            <a:chExt cx="389750" cy="385750"/>
          </a:xfrm>
        </p:grpSpPr>
        <p:sp>
          <p:nvSpPr>
            <p:cNvPr id="1127" name="Google Shape;1127;p5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5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5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1" name="Google Shape;1131;p52"/>
          <p:cNvGrpSpPr/>
          <p:nvPr/>
        </p:nvGrpSpPr>
        <p:grpSpPr>
          <a:xfrm flipH="1">
            <a:off x="7979075" y="367425"/>
            <a:ext cx="389750" cy="385750"/>
            <a:chOff x="3382475" y="1831100"/>
            <a:chExt cx="389750" cy="385750"/>
          </a:xfrm>
        </p:grpSpPr>
        <p:sp>
          <p:nvSpPr>
            <p:cNvPr id="1132" name="Google Shape;1132;p5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6" name="Google Shape;1136;p52"/>
          <p:cNvGrpSpPr/>
          <p:nvPr/>
        </p:nvGrpSpPr>
        <p:grpSpPr>
          <a:xfrm>
            <a:off x="385425" y="741400"/>
            <a:ext cx="8373150" cy="385750"/>
            <a:chOff x="385425" y="741400"/>
            <a:chExt cx="8373150" cy="385750"/>
          </a:xfrm>
        </p:grpSpPr>
        <p:grpSp>
          <p:nvGrpSpPr>
            <p:cNvPr id="1137" name="Google Shape;1137;p52"/>
            <p:cNvGrpSpPr/>
            <p:nvPr/>
          </p:nvGrpSpPr>
          <p:grpSpPr>
            <a:xfrm>
              <a:off x="385425" y="741400"/>
              <a:ext cx="389750" cy="385750"/>
              <a:chOff x="3382475" y="1831100"/>
              <a:chExt cx="389750" cy="385750"/>
            </a:xfrm>
          </p:grpSpPr>
          <p:sp>
            <p:nvSpPr>
              <p:cNvPr id="1138" name="Google Shape;1138;p5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2" name="Google Shape;1142;p52"/>
            <p:cNvGrpSpPr/>
            <p:nvPr/>
          </p:nvGrpSpPr>
          <p:grpSpPr>
            <a:xfrm flipH="1">
              <a:off x="8368825" y="741400"/>
              <a:ext cx="389750" cy="385750"/>
              <a:chOff x="3382475" y="1831100"/>
              <a:chExt cx="389750" cy="385750"/>
            </a:xfrm>
          </p:grpSpPr>
          <p:sp>
            <p:nvSpPr>
              <p:cNvPr id="1143" name="Google Shape;1143;p5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7" name="Google Shape;1147;p52"/>
          <p:cNvGrpSpPr/>
          <p:nvPr/>
        </p:nvGrpSpPr>
        <p:grpSpPr>
          <a:xfrm rot="5400000">
            <a:off x="2845789" y="2854812"/>
            <a:ext cx="705593" cy="362075"/>
            <a:chOff x="2339625" y="3726250"/>
            <a:chExt cx="850625" cy="362075"/>
          </a:xfrm>
        </p:grpSpPr>
        <p:sp>
          <p:nvSpPr>
            <p:cNvPr id="1148" name="Google Shape;1148;p52"/>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2"/>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52"/>
          <p:cNvGrpSpPr/>
          <p:nvPr/>
        </p:nvGrpSpPr>
        <p:grpSpPr>
          <a:xfrm rot="5400000">
            <a:off x="5592613" y="2854812"/>
            <a:ext cx="705593" cy="362075"/>
            <a:chOff x="2339625" y="3726250"/>
            <a:chExt cx="850625" cy="362075"/>
          </a:xfrm>
        </p:grpSpPr>
        <p:sp>
          <p:nvSpPr>
            <p:cNvPr id="1151" name="Google Shape;1151;p52"/>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2"/>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3" name="Google Shape;1153;p52"/>
          <p:cNvCxnSpPr/>
          <p:nvPr/>
        </p:nvCxnSpPr>
        <p:spPr>
          <a:xfrm>
            <a:off x="1224000" y="1039975"/>
            <a:ext cx="66960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129;p16">
            <a:extLst>
              <a:ext uri="{FF2B5EF4-FFF2-40B4-BE49-F238E27FC236}">
                <a16:creationId xmlns:a16="http://schemas.microsoft.com/office/drawing/2014/main" id="{A97AEF17-3314-40F2-88B4-AC8E62E34FE0}"/>
              </a:ext>
            </a:extLst>
          </p:cNvPr>
          <p:cNvGrpSpPr/>
          <p:nvPr/>
        </p:nvGrpSpPr>
        <p:grpSpPr>
          <a:xfrm>
            <a:off x="457274" y="803651"/>
            <a:ext cx="8233402" cy="3931196"/>
            <a:chOff x="457274" y="803651"/>
            <a:chExt cx="8233402" cy="3931196"/>
          </a:xfrm>
        </p:grpSpPr>
        <p:grpSp>
          <p:nvGrpSpPr>
            <p:cNvPr id="5" name="Google Shape;130;p16">
              <a:extLst>
                <a:ext uri="{FF2B5EF4-FFF2-40B4-BE49-F238E27FC236}">
                  <a16:creationId xmlns:a16="http://schemas.microsoft.com/office/drawing/2014/main" id="{64D5DC9F-FCFB-4C6A-A975-1D331B8DC7B7}"/>
                </a:ext>
              </a:extLst>
            </p:cNvPr>
            <p:cNvGrpSpPr/>
            <p:nvPr/>
          </p:nvGrpSpPr>
          <p:grpSpPr>
            <a:xfrm>
              <a:off x="1674122" y="872338"/>
              <a:ext cx="5351212" cy="3732832"/>
              <a:chOff x="2426973" y="1131380"/>
              <a:chExt cx="4291268" cy="2993450"/>
            </a:xfrm>
          </p:grpSpPr>
          <p:grpSp>
            <p:nvGrpSpPr>
              <p:cNvPr id="97" name="Google Shape;131;p16">
                <a:extLst>
                  <a:ext uri="{FF2B5EF4-FFF2-40B4-BE49-F238E27FC236}">
                    <a16:creationId xmlns:a16="http://schemas.microsoft.com/office/drawing/2014/main" id="{7033B4C5-7D60-4E1D-839D-93043E793AD1}"/>
                  </a:ext>
                </a:extLst>
              </p:cNvPr>
              <p:cNvGrpSpPr/>
              <p:nvPr/>
            </p:nvGrpSpPr>
            <p:grpSpPr>
              <a:xfrm>
                <a:off x="2584302" y="3819925"/>
                <a:ext cx="3961957" cy="304905"/>
                <a:chOff x="2605453" y="3477695"/>
                <a:chExt cx="3644519" cy="280476"/>
              </a:xfrm>
            </p:grpSpPr>
            <p:sp>
              <p:nvSpPr>
                <p:cNvPr id="114" name="Google Shape;132;p16">
                  <a:extLst>
                    <a:ext uri="{FF2B5EF4-FFF2-40B4-BE49-F238E27FC236}">
                      <a16:creationId xmlns:a16="http://schemas.microsoft.com/office/drawing/2014/main" id="{84700C02-5C28-4EAC-A4F1-D3E6A54D2624}"/>
                    </a:ext>
                  </a:extLst>
                </p:cNvPr>
                <p:cNvSpPr/>
                <p:nvPr/>
              </p:nvSpPr>
              <p:spPr>
                <a:xfrm>
                  <a:off x="2626052" y="3608901"/>
                  <a:ext cx="3606533" cy="20628"/>
                </a:xfrm>
                <a:custGeom>
                  <a:avLst/>
                  <a:gdLst/>
                  <a:ahLst/>
                  <a:cxnLst/>
                  <a:rect l="l" t="t" r="r" b="b"/>
                  <a:pathLst>
                    <a:path w="127982" h="732" extrusionOk="0">
                      <a:moveTo>
                        <a:pt x="0" y="1"/>
                      </a:moveTo>
                      <a:lnTo>
                        <a:pt x="0" y="731"/>
                      </a:lnTo>
                      <a:lnTo>
                        <a:pt x="127982" y="731"/>
                      </a:lnTo>
                      <a:lnTo>
                        <a:pt x="1279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33;p16">
                  <a:extLst>
                    <a:ext uri="{FF2B5EF4-FFF2-40B4-BE49-F238E27FC236}">
                      <a16:creationId xmlns:a16="http://schemas.microsoft.com/office/drawing/2014/main" id="{D53BF314-EB7C-431E-B63D-790F0D4160F8}"/>
                    </a:ext>
                  </a:extLst>
                </p:cNvPr>
                <p:cNvSpPr/>
                <p:nvPr/>
              </p:nvSpPr>
              <p:spPr>
                <a:xfrm>
                  <a:off x="2605453" y="3477695"/>
                  <a:ext cx="155046" cy="280476"/>
                </a:xfrm>
                <a:custGeom>
                  <a:avLst/>
                  <a:gdLst/>
                  <a:ahLst/>
                  <a:cxnLst/>
                  <a:rect l="l" t="t" r="r" b="b"/>
                  <a:pathLst>
                    <a:path w="5502" h="9953" extrusionOk="0">
                      <a:moveTo>
                        <a:pt x="4977" y="1"/>
                      </a:moveTo>
                      <a:lnTo>
                        <a:pt x="1" y="4977"/>
                      </a:lnTo>
                      <a:lnTo>
                        <a:pt x="4977" y="9952"/>
                      </a:lnTo>
                      <a:lnTo>
                        <a:pt x="5502" y="9427"/>
                      </a:lnTo>
                      <a:lnTo>
                        <a:pt x="1051" y="4977"/>
                      </a:lnTo>
                      <a:lnTo>
                        <a:pt x="5502" y="526"/>
                      </a:lnTo>
                      <a:lnTo>
                        <a:pt x="4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34;p16">
                  <a:extLst>
                    <a:ext uri="{FF2B5EF4-FFF2-40B4-BE49-F238E27FC236}">
                      <a16:creationId xmlns:a16="http://schemas.microsoft.com/office/drawing/2014/main" id="{7CF9A220-1AAE-43EB-9A84-5729CB51155C}"/>
                    </a:ext>
                  </a:extLst>
                </p:cNvPr>
                <p:cNvSpPr/>
                <p:nvPr/>
              </p:nvSpPr>
              <p:spPr>
                <a:xfrm>
                  <a:off x="6095574" y="3477695"/>
                  <a:ext cx="154398" cy="280476"/>
                </a:xfrm>
                <a:custGeom>
                  <a:avLst/>
                  <a:gdLst/>
                  <a:ahLst/>
                  <a:cxnLst/>
                  <a:rect l="l" t="t" r="r" b="b"/>
                  <a:pathLst>
                    <a:path w="5479" h="9953" extrusionOk="0">
                      <a:moveTo>
                        <a:pt x="502" y="1"/>
                      </a:moveTo>
                      <a:lnTo>
                        <a:pt x="0" y="526"/>
                      </a:lnTo>
                      <a:lnTo>
                        <a:pt x="4451" y="4977"/>
                      </a:lnTo>
                      <a:lnTo>
                        <a:pt x="0" y="9427"/>
                      </a:lnTo>
                      <a:lnTo>
                        <a:pt x="502" y="9952"/>
                      </a:lnTo>
                      <a:lnTo>
                        <a:pt x="5478" y="4977"/>
                      </a:lnTo>
                      <a:lnTo>
                        <a:pt x="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 name="Google Shape;135;p16">
                <a:extLst>
                  <a:ext uri="{FF2B5EF4-FFF2-40B4-BE49-F238E27FC236}">
                    <a16:creationId xmlns:a16="http://schemas.microsoft.com/office/drawing/2014/main" id="{D26A26A8-8A78-4434-B01F-42DB1DDC4236}"/>
                  </a:ext>
                </a:extLst>
              </p:cNvPr>
              <p:cNvSpPr/>
              <p:nvPr/>
            </p:nvSpPr>
            <p:spPr>
              <a:xfrm>
                <a:off x="2426973" y="1131380"/>
                <a:ext cx="948215" cy="1815214"/>
              </a:xfrm>
              <a:custGeom>
                <a:avLst/>
                <a:gdLst/>
                <a:ahLst/>
                <a:cxnLst/>
                <a:rect l="l" t="t" r="r" b="b"/>
                <a:pathLst>
                  <a:path w="30952" h="29788" extrusionOk="0">
                    <a:moveTo>
                      <a:pt x="0" y="1"/>
                    </a:moveTo>
                    <a:lnTo>
                      <a:pt x="0" y="25725"/>
                    </a:lnTo>
                    <a:lnTo>
                      <a:pt x="11367" y="25725"/>
                    </a:lnTo>
                    <a:lnTo>
                      <a:pt x="11299" y="25771"/>
                    </a:lnTo>
                    <a:lnTo>
                      <a:pt x="15316" y="29788"/>
                    </a:lnTo>
                    <a:lnTo>
                      <a:pt x="19310" y="25771"/>
                    </a:lnTo>
                    <a:lnTo>
                      <a:pt x="19242" y="25725"/>
                    </a:lnTo>
                    <a:lnTo>
                      <a:pt x="30951" y="25725"/>
                    </a:lnTo>
                    <a:lnTo>
                      <a:pt x="309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37;p16">
                <a:extLst>
                  <a:ext uri="{FF2B5EF4-FFF2-40B4-BE49-F238E27FC236}">
                    <a16:creationId xmlns:a16="http://schemas.microsoft.com/office/drawing/2014/main" id="{559CCD21-72CB-4D52-A83D-681B4643EA62}"/>
                  </a:ext>
                </a:extLst>
              </p:cNvPr>
              <p:cNvSpPr/>
              <p:nvPr/>
            </p:nvSpPr>
            <p:spPr>
              <a:xfrm>
                <a:off x="2539554" y="3049349"/>
                <a:ext cx="703472" cy="703472"/>
              </a:xfrm>
              <a:custGeom>
                <a:avLst/>
                <a:gdLst/>
                <a:ahLst/>
                <a:cxnLst/>
                <a:rect l="l" t="t" r="r" b="b"/>
                <a:pathLst>
                  <a:path w="22963" h="22963" extrusionOk="0">
                    <a:moveTo>
                      <a:pt x="11481" y="0"/>
                    </a:moveTo>
                    <a:cubicBezTo>
                      <a:pt x="5159" y="0"/>
                      <a:pt x="0" y="5159"/>
                      <a:pt x="0" y="11481"/>
                    </a:cubicBezTo>
                    <a:cubicBezTo>
                      <a:pt x="0" y="17804"/>
                      <a:pt x="5159" y="22962"/>
                      <a:pt x="11481" y="22962"/>
                    </a:cubicBezTo>
                    <a:cubicBezTo>
                      <a:pt x="17804" y="22962"/>
                      <a:pt x="22962" y="17804"/>
                      <a:pt x="22962" y="11481"/>
                    </a:cubicBezTo>
                    <a:cubicBezTo>
                      <a:pt x="22962" y="5159"/>
                      <a:pt x="17804" y="0"/>
                      <a:pt x="114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38;p16">
                <a:extLst>
                  <a:ext uri="{FF2B5EF4-FFF2-40B4-BE49-F238E27FC236}">
                    <a16:creationId xmlns:a16="http://schemas.microsoft.com/office/drawing/2014/main" id="{4EF5E214-EC6D-4807-BD70-59BC538E7230}"/>
                  </a:ext>
                </a:extLst>
              </p:cNvPr>
              <p:cNvSpPr/>
              <p:nvPr/>
            </p:nvSpPr>
            <p:spPr>
              <a:xfrm>
                <a:off x="2597575" y="3108074"/>
                <a:ext cx="586722" cy="586691"/>
              </a:xfrm>
              <a:custGeom>
                <a:avLst/>
                <a:gdLst/>
                <a:ahLst/>
                <a:cxnLst/>
                <a:rect l="l" t="t" r="r" b="b"/>
                <a:pathLst>
                  <a:path w="19152" h="19151" extrusionOk="0">
                    <a:moveTo>
                      <a:pt x="9587" y="1"/>
                    </a:moveTo>
                    <a:cubicBezTo>
                      <a:pt x="4315" y="1"/>
                      <a:pt x="1" y="4292"/>
                      <a:pt x="1" y="9564"/>
                    </a:cubicBezTo>
                    <a:cubicBezTo>
                      <a:pt x="1" y="14837"/>
                      <a:pt x="4315" y="19151"/>
                      <a:pt x="9587" y="19151"/>
                    </a:cubicBezTo>
                    <a:cubicBezTo>
                      <a:pt x="14860" y="19151"/>
                      <a:pt x="19151" y="14837"/>
                      <a:pt x="19151" y="9564"/>
                    </a:cubicBezTo>
                    <a:cubicBezTo>
                      <a:pt x="19151" y="4292"/>
                      <a:pt x="14860" y="1"/>
                      <a:pt x="95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39;p16">
                <a:extLst>
                  <a:ext uri="{FF2B5EF4-FFF2-40B4-BE49-F238E27FC236}">
                    <a16:creationId xmlns:a16="http://schemas.microsoft.com/office/drawing/2014/main" id="{34433701-D9A2-4853-996B-C1A34728AAF4}"/>
                  </a:ext>
                </a:extLst>
              </p:cNvPr>
              <p:cNvSpPr/>
              <p:nvPr/>
            </p:nvSpPr>
            <p:spPr>
              <a:xfrm>
                <a:off x="3661808" y="3049349"/>
                <a:ext cx="703502" cy="703472"/>
              </a:xfrm>
              <a:custGeom>
                <a:avLst/>
                <a:gdLst/>
                <a:ahLst/>
                <a:cxnLst/>
                <a:rect l="l" t="t" r="r" b="b"/>
                <a:pathLst>
                  <a:path w="22964" h="22963" extrusionOk="0">
                    <a:moveTo>
                      <a:pt x="11482" y="0"/>
                    </a:moveTo>
                    <a:cubicBezTo>
                      <a:pt x="5159" y="0"/>
                      <a:pt x="1" y="5159"/>
                      <a:pt x="1" y="11481"/>
                    </a:cubicBezTo>
                    <a:cubicBezTo>
                      <a:pt x="1" y="17804"/>
                      <a:pt x="5159" y="22962"/>
                      <a:pt x="11482" y="22962"/>
                    </a:cubicBezTo>
                    <a:cubicBezTo>
                      <a:pt x="17805" y="22962"/>
                      <a:pt x="22963" y="17804"/>
                      <a:pt x="22963" y="11481"/>
                    </a:cubicBezTo>
                    <a:cubicBezTo>
                      <a:pt x="22963" y="5159"/>
                      <a:pt x="17805" y="0"/>
                      <a:pt x="11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40;p16">
                <a:extLst>
                  <a:ext uri="{FF2B5EF4-FFF2-40B4-BE49-F238E27FC236}">
                    <a16:creationId xmlns:a16="http://schemas.microsoft.com/office/drawing/2014/main" id="{3EF00B8A-5882-45DA-8644-10AB18D8C81B}"/>
                  </a:ext>
                </a:extLst>
              </p:cNvPr>
              <p:cNvSpPr/>
              <p:nvPr/>
            </p:nvSpPr>
            <p:spPr>
              <a:xfrm>
                <a:off x="3719860" y="3108074"/>
                <a:ext cx="586691" cy="586691"/>
              </a:xfrm>
              <a:custGeom>
                <a:avLst/>
                <a:gdLst/>
                <a:ahLst/>
                <a:cxnLst/>
                <a:rect l="l" t="t" r="r" b="b"/>
                <a:pathLst>
                  <a:path w="19151" h="19151" extrusionOk="0">
                    <a:moveTo>
                      <a:pt x="9587" y="1"/>
                    </a:moveTo>
                    <a:cubicBezTo>
                      <a:pt x="4314" y="1"/>
                      <a:pt x="0" y="4292"/>
                      <a:pt x="0" y="9564"/>
                    </a:cubicBezTo>
                    <a:cubicBezTo>
                      <a:pt x="0" y="14837"/>
                      <a:pt x="4314" y="19151"/>
                      <a:pt x="9587" y="19151"/>
                    </a:cubicBezTo>
                    <a:cubicBezTo>
                      <a:pt x="14860" y="19151"/>
                      <a:pt x="19151" y="14837"/>
                      <a:pt x="19151" y="9564"/>
                    </a:cubicBezTo>
                    <a:cubicBezTo>
                      <a:pt x="19151" y="4292"/>
                      <a:pt x="14860" y="1"/>
                      <a:pt x="95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41;p16">
                <a:extLst>
                  <a:ext uri="{FF2B5EF4-FFF2-40B4-BE49-F238E27FC236}">
                    <a16:creationId xmlns:a16="http://schemas.microsoft.com/office/drawing/2014/main" id="{AE08CA81-0D46-4F11-9867-BCB141ACD5C7}"/>
                  </a:ext>
                </a:extLst>
              </p:cNvPr>
              <p:cNvSpPr/>
              <p:nvPr/>
            </p:nvSpPr>
            <p:spPr>
              <a:xfrm>
                <a:off x="3542243" y="1140601"/>
                <a:ext cx="948215" cy="1805994"/>
              </a:xfrm>
              <a:custGeom>
                <a:avLst/>
                <a:gdLst/>
                <a:ahLst/>
                <a:cxnLst/>
                <a:rect l="l" t="t" r="r" b="b"/>
                <a:pathLst>
                  <a:path w="30952" h="29788" extrusionOk="0">
                    <a:moveTo>
                      <a:pt x="1" y="1"/>
                    </a:moveTo>
                    <a:lnTo>
                      <a:pt x="1" y="25725"/>
                    </a:lnTo>
                    <a:lnTo>
                      <a:pt x="11231" y="25725"/>
                    </a:lnTo>
                    <a:lnTo>
                      <a:pt x="11185" y="25771"/>
                    </a:lnTo>
                    <a:lnTo>
                      <a:pt x="15179" y="29788"/>
                    </a:lnTo>
                    <a:lnTo>
                      <a:pt x="19174" y="25771"/>
                    </a:lnTo>
                    <a:lnTo>
                      <a:pt x="19128" y="25725"/>
                    </a:lnTo>
                    <a:lnTo>
                      <a:pt x="30952" y="25725"/>
                    </a:lnTo>
                    <a:lnTo>
                      <a:pt x="30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43;p16">
                <a:extLst>
                  <a:ext uri="{FF2B5EF4-FFF2-40B4-BE49-F238E27FC236}">
                    <a16:creationId xmlns:a16="http://schemas.microsoft.com/office/drawing/2014/main" id="{274172AD-493B-4F8E-943D-1FB36D11BFB6}"/>
                  </a:ext>
                </a:extLst>
              </p:cNvPr>
              <p:cNvSpPr/>
              <p:nvPr/>
            </p:nvSpPr>
            <p:spPr>
              <a:xfrm>
                <a:off x="4777783" y="3049349"/>
                <a:ext cx="702798" cy="703472"/>
              </a:xfrm>
              <a:custGeom>
                <a:avLst/>
                <a:gdLst/>
                <a:ahLst/>
                <a:cxnLst/>
                <a:rect l="l" t="t" r="r" b="b"/>
                <a:pathLst>
                  <a:path w="22941" h="22963" extrusionOk="0">
                    <a:moveTo>
                      <a:pt x="11482" y="0"/>
                    </a:moveTo>
                    <a:cubicBezTo>
                      <a:pt x="5137" y="0"/>
                      <a:pt x="1" y="5159"/>
                      <a:pt x="1" y="11481"/>
                    </a:cubicBezTo>
                    <a:cubicBezTo>
                      <a:pt x="1" y="17804"/>
                      <a:pt x="5137" y="22962"/>
                      <a:pt x="11482" y="22962"/>
                    </a:cubicBezTo>
                    <a:cubicBezTo>
                      <a:pt x="17805" y="22962"/>
                      <a:pt x="22940" y="17804"/>
                      <a:pt x="22940" y="11481"/>
                    </a:cubicBezTo>
                    <a:cubicBezTo>
                      <a:pt x="22940" y="5159"/>
                      <a:pt x="17805" y="0"/>
                      <a:pt x="11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44;p16">
                <a:extLst>
                  <a:ext uri="{FF2B5EF4-FFF2-40B4-BE49-F238E27FC236}">
                    <a16:creationId xmlns:a16="http://schemas.microsoft.com/office/drawing/2014/main" id="{DB577F40-4E2F-463F-80CE-7BA518EF3092}"/>
                  </a:ext>
                </a:extLst>
              </p:cNvPr>
              <p:cNvSpPr/>
              <p:nvPr/>
            </p:nvSpPr>
            <p:spPr>
              <a:xfrm>
                <a:off x="4835835" y="3108074"/>
                <a:ext cx="586691" cy="586691"/>
              </a:xfrm>
              <a:custGeom>
                <a:avLst/>
                <a:gdLst/>
                <a:ahLst/>
                <a:cxnLst/>
                <a:rect l="l" t="t" r="r" b="b"/>
                <a:pathLst>
                  <a:path w="19151" h="19151" extrusionOk="0">
                    <a:moveTo>
                      <a:pt x="9587" y="1"/>
                    </a:moveTo>
                    <a:cubicBezTo>
                      <a:pt x="4292" y="1"/>
                      <a:pt x="0" y="4292"/>
                      <a:pt x="0" y="9564"/>
                    </a:cubicBezTo>
                    <a:cubicBezTo>
                      <a:pt x="0" y="14837"/>
                      <a:pt x="4292" y="19151"/>
                      <a:pt x="9587" y="19151"/>
                    </a:cubicBezTo>
                    <a:cubicBezTo>
                      <a:pt x="14860" y="19151"/>
                      <a:pt x="19151" y="14837"/>
                      <a:pt x="19151" y="9564"/>
                    </a:cubicBezTo>
                    <a:cubicBezTo>
                      <a:pt x="19151" y="4292"/>
                      <a:pt x="14860" y="1"/>
                      <a:pt x="95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45;p16">
                <a:extLst>
                  <a:ext uri="{FF2B5EF4-FFF2-40B4-BE49-F238E27FC236}">
                    <a16:creationId xmlns:a16="http://schemas.microsoft.com/office/drawing/2014/main" id="{B1BE58F1-3905-495B-B9A1-3A5D3D03E367}"/>
                  </a:ext>
                </a:extLst>
              </p:cNvPr>
              <p:cNvSpPr/>
              <p:nvPr/>
            </p:nvSpPr>
            <p:spPr>
              <a:xfrm>
                <a:off x="4655430" y="1140206"/>
                <a:ext cx="948215" cy="1806388"/>
              </a:xfrm>
              <a:custGeom>
                <a:avLst/>
                <a:gdLst/>
                <a:ahLst/>
                <a:cxnLst/>
                <a:rect l="l" t="t" r="r" b="b"/>
                <a:pathLst>
                  <a:path w="30952" h="29788" extrusionOk="0">
                    <a:moveTo>
                      <a:pt x="1" y="1"/>
                    </a:moveTo>
                    <a:lnTo>
                      <a:pt x="1" y="25725"/>
                    </a:lnTo>
                    <a:lnTo>
                      <a:pt x="11185" y="25725"/>
                    </a:lnTo>
                    <a:lnTo>
                      <a:pt x="11116" y="25771"/>
                    </a:lnTo>
                    <a:lnTo>
                      <a:pt x="15134" y="29788"/>
                    </a:lnTo>
                    <a:lnTo>
                      <a:pt x="19128" y="25771"/>
                    </a:lnTo>
                    <a:lnTo>
                      <a:pt x="19060" y="25725"/>
                    </a:lnTo>
                    <a:lnTo>
                      <a:pt x="30952" y="25725"/>
                    </a:lnTo>
                    <a:lnTo>
                      <a:pt x="309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47;p16">
                <a:extLst>
                  <a:ext uri="{FF2B5EF4-FFF2-40B4-BE49-F238E27FC236}">
                    <a16:creationId xmlns:a16="http://schemas.microsoft.com/office/drawing/2014/main" id="{DA001470-616E-4FE0-AC8D-1D2F28D29402}"/>
                  </a:ext>
                </a:extLst>
              </p:cNvPr>
              <p:cNvSpPr/>
              <p:nvPr/>
            </p:nvSpPr>
            <p:spPr>
              <a:xfrm>
                <a:off x="5881197" y="3049349"/>
                <a:ext cx="703472" cy="703472"/>
              </a:xfrm>
              <a:custGeom>
                <a:avLst/>
                <a:gdLst/>
                <a:ahLst/>
                <a:cxnLst/>
                <a:rect l="l" t="t" r="r" b="b"/>
                <a:pathLst>
                  <a:path w="22963" h="22963" extrusionOk="0">
                    <a:moveTo>
                      <a:pt x="11481" y="0"/>
                    </a:moveTo>
                    <a:cubicBezTo>
                      <a:pt x="5159" y="0"/>
                      <a:pt x="0" y="5159"/>
                      <a:pt x="0" y="11481"/>
                    </a:cubicBezTo>
                    <a:cubicBezTo>
                      <a:pt x="0" y="17804"/>
                      <a:pt x="5159" y="22962"/>
                      <a:pt x="11481" y="22962"/>
                    </a:cubicBezTo>
                    <a:cubicBezTo>
                      <a:pt x="17804" y="22962"/>
                      <a:pt x="22963" y="17804"/>
                      <a:pt x="22963" y="11481"/>
                    </a:cubicBezTo>
                    <a:cubicBezTo>
                      <a:pt x="22963" y="5159"/>
                      <a:pt x="17804" y="0"/>
                      <a:pt x="114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48;p16">
                <a:extLst>
                  <a:ext uri="{FF2B5EF4-FFF2-40B4-BE49-F238E27FC236}">
                    <a16:creationId xmlns:a16="http://schemas.microsoft.com/office/drawing/2014/main" id="{B7BAB78D-E417-4926-9EBB-32214F9C1B01}"/>
                  </a:ext>
                </a:extLst>
              </p:cNvPr>
              <p:cNvSpPr/>
              <p:nvPr/>
            </p:nvSpPr>
            <p:spPr>
              <a:xfrm>
                <a:off x="5939219" y="3108074"/>
                <a:ext cx="586722" cy="586691"/>
              </a:xfrm>
              <a:custGeom>
                <a:avLst/>
                <a:gdLst/>
                <a:ahLst/>
                <a:cxnLst/>
                <a:rect l="l" t="t" r="r" b="b"/>
                <a:pathLst>
                  <a:path w="19152" h="19151" extrusionOk="0">
                    <a:moveTo>
                      <a:pt x="9587" y="1"/>
                    </a:moveTo>
                    <a:cubicBezTo>
                      <a:pt x="4315" y="1"/>
                      <a:pt x="1" y="4292"/>
                      <a:pt x="1" y="9564"/>
                    </a:cubicBezTo>
                    <a:cubicBezTo>
                      <a:pt x="1" y="14837"/>
                      <a:pt x="4315" y="19151"/>
                      <a:pt x="9587" y="19151"/>
                    </a:cubicBezTo>
                    <a:cubicBezTo>
                      <a:pt x="14860" y="19151"/>
                      <a:pt x="19151" y="14837"/>
                      <a:pt x="19151" y="9564"/>
                    </a:cubicBezTo>
                    <a:cubicBezTo>
                      <a:pt x="19151" y="4292"/>
                      <a:pt x="14860" y="1"/>
                      <a:pt x="95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49;p16">
                <a:extLst>
                  <a:ext uri="{FF2B5EF4-FFF2-40B4-BE49-F238E27FC236}">
                    <a16:creationId xmlns:a16="http://schemas.microsoft.com/office/drawing/2014/main" id="{D1830EA0-BF62-46A8-81AA-494AAFEA3910}"/>
                  </a:ext>
                </a:extLst>
              </p:cNvPr>
              <p:cNvSpPr/>
              <p:nvPr/>
            </p:nvSpPr>
            <p:spPr>
              <a:xfrm>
                <a:off x="5770026" y="1174237"/>
                <a:ext cx="948215" cy="1772357"/>
              </a:xfrm>
              <a:custGeom>
                <a:avLst/>
                <a:gdLst/>
                <a:ahLst/>
                <a:cxnLst/>
                <a:rect l="l" t="t" r="r" b="b"/>
                <a:pathLst>
                  <a:path w="30952" h="29788" extrusionOk="0">
                    <a:moveTo>
                      <a:pt x="0" y="1"/>
                    </a:moveTo>
                    <a:lnTo>
                      <a:pt x="0" y="25725"/>
                    </a:lnTo>
                    <a:lnTo>
                      <a:pt x="11070" y="25725"/>
                    </a:lnTo>
                    <a:lnTo>
                      <a:pt x="11025" y="25771"/>
                    </a:lnTo>
                    <a:lnTo>
                      <a:pt x="15019" y="29788"/>
                    </a:lnTo>
                    <a:lnTo>
                      <a:pt x="19014" y="25771"/>
                    </a:lnTo>
                    <a:lnTo>
                      <a:pt x="18968" y="25725"/>
                    </a:lnTo>
                    <a:lnTo>
                      <a:pt x="30951" y="25725"/>
                    </a:lnTo>
                    <a:lnTo>
                      <a:pt x="309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51;p16">
              <a:extLst>
                <a:ext uri="{FF2B5EF4-FFF2-40B4-BE49-F238E27FC236}">
                  <a16:creationId xmlns:a16="http://schemas.microsoft.com/office/drawing/2014/main" id="{EA844992-3FFE-4AD5-AEA1-66DA800BED90}"/>
                </a:ext>
              </a:extLst>
            </p:cNvPr>
            <p:cNvGrpSpPr/>
            <p:nvPr/>
          </p:nvGrpSpPr>
          <p:grpSpPr>
            <a:xfrm>
              <a:off x="7127961" y="1302009"/>
              <a:ext cx="1562715" cy="3432838"/>
              <a:chOff x="6386927" y="1492076"/>
              <a:chExt cx="1476209" cy="3242504"/>
            </a:xfrm>
          </p:grpSpPr>
          <p:sp>
            <p:nvSpPr>
              <p:cNvPr id="70" name="Google Shape;152;p16">
                <a:extLst>
                  <a:ext uri="{FF2B5EF4-FFF2-40B4-BE49-F238E27FC236}">
                    <a16:creationId xmlns:a16="http://schemas.microsoft.com/office/drawing/2014/main" id="{4968E223-7B68-4B7C-A0A6-6E1718C43E63}"/>
                  </a:ext>
                </a:extLst>
              </p:cNvPr>
              <p:cNvSpPr/>
              <p:nvPr/>
            </p:nvSpPr>
            <p:spPr>
              <a:xfrm>
                <a:off x="6830114" y="3708602"/>
                <a:ext cx="203291" cy="889614"/>
              </a:xfrm>
              <a:custGeom>
                <a:avLst/>
                <a:gdLst/>
                <a:ahLst/>
                <a:cxnLst/>
                <a:rect l="l" t="t" r="r" b="b"/>
                <a:pathLst>
                  <a:path w="7214" h="31569" extrusionOk="0">
                    <a:moveTo>
                      <a:pt x="1" y="1"/>
                    </a:moveTo>
                    <a:lnTo>
                      <a:pt x="845" y="31568"/>
                    </a:lnTo>
                    <a:lnTo>
                      <a:pt x="4315" y="31568"/>
                    </a:lnTo>
                    <a:lnTo>
                      <a:pt x="7213" y="1"/>
                    </a:lnTo>
                    <a:close/>
                  </a:path>
                </a:pathLst>
              </a:cu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3;p16">
                <a:extLst>
                  <a:ext uri="{FF2B5EF4-FFF2-40B4-BE49-F238E27FC236}">
                    <a16:creationId xmlns:a16="http://schemas.microsoft.com/office/drawing/2014/main" id="{CD992FDB-BF3E-4B4F-8C84-9580744ECD71}"/>
                  </a:ext>
                </a:extLst>
              </p:cNvPr>
              <p:cNvSpPr/>
              <p:nvPr/>
            </p:nvSpPr>
            <p:spPr>
              <a:xfrm>
                <a:off x="7172952" y="3708602"/>
                <a:ext cx="203291" cy="889614"/>
              </a:xfrm>
              <a:custGeom>
                <a:avLst/>
                <a:gdLst/>
                <a:ahLst/>
                <a:cxnLst/>
                <a:rect l="l" t="t" r="r" b="b"/>
                <a:pathLst>
                  <a:path w="7214" h="31569" extrusionOk="0">
                    <a:moveTo>
                      <a:pt x="0" y="1"/>
                    </a:moveTo>
                    <a:lnTo>
                      <a:pt x="2899" y="31568"/>
                    </a:lnTo>
                    <a:lnTo>
                      <a:pt x="6369" y="31568"/>
                    </a:lnTo>
                    <a:lnTo>
                      <a:pt x="7213" y="1"/>
                    </a:lnTo>
                    <a:close/>
                  </a:path>
                </a:pathLst>
              </a:cu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4;p16">
                <a:extLst>
                  <a:ext uri="{FF2B5EF4-FFF2-40B4-BE49-F238E27FC236}">
                    <a16:creationId xmlns:a16="http://schemas.microsoft.com/office/drawing/2014/main" id="{DE628FA1-78E1-4302-9EAB-99DAFF32DD9C}"/>
                  </a:ext>
                </a:extLst>
              </p:cNvPr>
              <p:cNvSpPr/>
              <p:nvPr/>
            </p:nvSpPr>
            <p:spPr>
              <a:xfrm>
                <a:off x="6695047" y="2880138"/>
                <a:ext cx="883809" cy="1229240"/>
              </a:xfrm>
              <a:custGeom>
                <a:avLst/>
                <a:gdLst/>
                <a:ahLst/>
                <a:cxnLst/>
                <a:rect l="l" t="t" r="r" b="b"/>
                <a:pathLst>
                  <a:path w="31363" h="43621" extrusionOk="0">
                    <a:moveTo>
                      <a:pt x="6232" y="1"/>
                    </a:moveTo>
                    <a:cubicBezTo>
                      <a:pt x="5798" y="3562"/>
                      <a:pt x="137" y="31614"/>
                      <a:pt x="0" y="43620"/>
                    </a:cubicBezTo>
                    <a:lnTo>
                      <a:pt x="31362" y="43437"/>
                    </a:lnTo>
                    <a:cubicBezTo>
                      <a:pt x="31225" y="31431"/>
                      <a:pt x="25131" y="3562"/>
                      <a:pt x="24674" y="1"/>
                    </a:cubicBezTo>
                    <a:close/>
                  </a:path>
                </a:pathLst>
              </a:cu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5;p16">
                <a:extLst>
                  <a:ext uri="{FF2B5EF4-FFF2-40B4-BE49-F238E27FC236}">
                    <a16:creationId xmlns:a16="http://schemas.microsoft.com/office/drawing/2014/main" id="{B027294C-3517-4824-BE39-8C1B23A3D1CB}"/>
                  </a:ext>
                </a:extLst>
              </p:cNvPr>
              <p:cNvSpPr/>
              <p:nvPr/>
            </p:nvSpPr>
            <p:spPr>
              <a:xfrm>
                <a:off x="6386927" y="2011180"/>
                <a:ext cx="1476209" cy="872227"/>
              </a:xfrm>
              <a:custGeom>
                <a:avLst/>
                <a:gdLst/>
                <a:ahLst/>
                <a:cxnLst/>
                <a:rect l="l" t="t" r="r" b="b"/>
                <a:pathLst>
                  <a:path w="52385" h="30952" extrusionOk="0">
                    <a:moveTo>
                      <a:pt x="25748" y="0"/>
                    </a:moveTo>
                    <a:lnTo>
                      <a:pt x="25748" y="23"/>
                    </a:lnTo>
                    <a:lnTo>
                      <a:pt x="22598" y="46"/>
                    </a:lnTo>
                    <a:cubicBezTo>
                      <a:pt x="22598" y="46"/>
                      <a:pt x="12121" y="1073"/>
                      <a:pt x="10067" y="5364"/>
                    </a:cubicBezTo>
                    <a:cubicBezTo>
                      <a:pt x="8013" y="9632"/>
                      <a:pt x="1" y="20885"/>
                      <a:pt x="480" y="24674"/>
                    </a:cubicBezTo>
                    <a:cubicBezTo>
                      <a:pt x="960" y="28463"/>
                      <a:pt x="14586" y="30951"/>
                      <a:pt x="14586" y="30951"/>
                    </a:cubicBezTo>
                    <a:lnTo>
                      <a:pt x="15956" y="28440"/>
                    </a:lnTo>
                    <a:lnTo>
                      <a:pt x="6438" y="23533"/>
                    </a:lnTo>
                    <a:lnTo>
                      <a:pt x="15682" y="10249"/>
                    </a:lnTo>
                    <a:lnTo>
                      <a:pt x="15682" y="10249"/>
                    </a:lnTo>
                    <a:cubicBezTo>
                      <a:pt x="15681" y="10250"/>
                      <a:pt x="12647" y="15180"/>
                      <a:pt x="15431" y="20132"/>
                    </a:cubicBezTo>
                    <a:cubicBezTo>
                      <a:pt x="17325" y="23533"/>
                      <a:pt x="17531" y="27961"/>
                      <a:pt x="17166" y="30837"/>
                    </a:cubicBezTo>
                    <a:lnTo>
                      <a:pt x="35220" y="30837"/>
                    </a:lnTo>
                    <a:cubicBezTo>
                      <a:pt x="34855" y="27961"/>
                      <a:pt x="35061" y="23533"/>
                      <a:pt x="36955" y="20132"/>
                    </a:cubicBezTo>
                    <a:cubicBezTo>
                      <a:pt x="39739" y="15180"/>
                      <a:pt x="36728" y="10250"/>
                      <a:pt x="36727" y="10249"/>
                    </a:cubicBezTo>
                    <a:lnTo>
                      <a:pt x="36727" y="10249"/>
                    </a:lnTo>
                    <a:lnTo>
                      <a:pt x="45948" y="23533"/>
                    </a:lnTo>
                    <a:lnTo>
                      <a:pt x="36453" y="28440"/>
                    </a:lnTo>
                    <a:lnTo>
                      <a:pt x="37800" y="30951"/>
                    </a:lnTo>
                    <a:cubicBezTo>
                      <a:pt x="37800" y="30951"/>
                      <a:pt x="51449" y="28463"/>
                      <a:pt x="51906" y="24674"/>
                    </a:cubicBezTo>
                    <a:cubicBezTo>
                      <a:pt x="52385" y="20885"/>
                      <a:pt x="44396" y="9632"/>
                      <a:pt x="42342" y="5364"/>
                    </a:cubicBezTo>
                    <a:cubicBezTo>
                      <a:pt x="40288" y="1073"/>
                      <a:pt x="29788" y="46"/>
                      <a:pt x="29788" y="46"/>
                    </a:cubicBezTo>
                    <a:lnTo>
                      <a:pt x="26661" y="23"/>
                    </a:lnTo>
                    <a:lnTo>
                      <a:pt x="26661" y="0"/>
                    </a:lnTo>
                    <a:lnTo>
                      <a:pt x="26387" y="23"/>
                    </a:lnTo>
                    <a:lnTo>
                      <a:pt x="26364" y="23"/>
                    </a:lnTo>
                    <a:lnTo>
                      <a:pt x="26364" y="0"/>
                    </a:lnTo>
                    <a:lnTo>
                      <a:pt x="26022" y="0"/>
                    </a:lnTo>
                    <a:lnTo>
                      <a:pt x="26022" y="23"/>
                    </a:lnTo>
                    <a:lnTo>
                      <a:pt x="25999" y="23"/>
                    </a:lnTo>
                    <a:lnTo>
                      <a:pt x="257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6;p16">
                <a:extLst>
                  <a:ext uri="{FF2B5EF4-FFF2-40B4-BE49-F238E27FC236}">
                    <a16:creationId xmlns:a16="http://schemas.microsoft.com/office/drawing/2014/main" id="{C31753A6-D53A-4A6D-8043-3CD9B59D67B8}"/>
                  </a:ext>
                </a:extLst>
              </p:cNvPr>
              <p:cNvSpPr/>
              <p:nvPr/>
            </p:nvSpPr>
            <p:spPr>
              <a:xfrm>
                <a:off x="6681521" y="4538362"/>
                <a:ext cx="295270" cy="196217"/>
              </a:xfrm>
              <a:custGeom>
                <a:avLst/>
                <a:gdLst/>
                <a:ahLst/>
                <a:cxnLst/>
                <a:rect l="l" t="t" r="r" b="b"/>
                <a:pathLst>
                  <a:path w="10478" h="6963" extrusionOk="0">
                    <a:moveTo>
                      <a:pt x="5159" y="0"/>
                    </a:moveTo>
                    <a:cubicBezTo>
                      <a:pt x="5411" y="2808"/>
                      <a:pt x="3630" y="4634"/>
                      <a:pt x="1622" y="4817"/>
                    </a:cubicBezTo>
                    <a:cubicBezTo>
                      <a:pt x="845" y="4885"/>
                      <a:pt x="389" y="5570"/>
                      <a:pt x="161" y="6140"/>
                    </a:cubicBezTo>
                    <a:cubicBezTo>
                      <a:pt x="1" y="6529"/>
                      <a:pt x="320" y="6962"/>
                      <a:pt x="731" y="6962"/>
                    </a:cubicBezTo>
                    <a:lnTo>
                      <a:pt x="10478" y="6962"/>
                    </a:lnTo>
                    <a:lnTo>
                      <a:pt x="104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7;p16">
                <a:extLst>
                  <a:ext uri="{FF2B5EF4-FFF2-40B4-BE49-F238E27FC236}">
                    <a16:creationId xmlns:a16="http://schemas.microsoft.com/office/drawing/2014/main" id="{8DF0586E-5A2F-4D68-A559-7D9DC7EDE31E}"/>
                  </a:ext>
                </a:extLst>
              </p:cNvPr>
              <p:cNvSpPr/>
              <p:nvPr/>
            </p:nvSpPr>
            <p:spPr>
              <a:xfrm>
                <a:off x="7232130" y="4538362"/>
                <a:ext cx="294622" cy="196217"/>
              </a:xfrm>
              <a:custGeom>
                <a:avLst/>
                <a:gdLst/>
                <a:ahLst/>
                <a:cxnLst/>
                <a:rect l="l" t="t" r="r" b="b"/>
                <a:pathLst>
                  <a:path w="10455" h="6963" extrusionOk="0">
                    <a:moveTo>
                      <a:pt x="0" y="0"/>
                    </a:moveTo>
                    <a:lnTo>
                      <a:pt x="0" y="6962"/>
                    </a:lnTo>
                    <a:lnTo>
                      <a:pt x="9747" y="6962"/>
                    </a:lnTo>
                    <a:cubicBezTo>
                      <a:pt x="10158" y="6962"/>
                      <a:pt x="10454" y="6529"/>
                      <a:pt x="10317" y="6140"/>
                    </a:cubicBezTo>
                    <a:cubicBezTo>
                      <a:pt x="10066" y="5570"/>
                      <a:pt x="9633" y="4885"/>
                      <a:pt x="8857" y="4817"/>
                    </a:cubicBezTo>
                    <a:cubicBezTo>
                      <a:pt x="6825" y="4634"/>
                      <a:pt x="5068" y="2808"/>
                      <a:pt x="53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8;p16">
                <a:extLst>
                  <a:ext uri="{FF2B5EF4-FFF2-40B4-BE49-F238E27FC236}">
                    <a16:creationId xmlns:a16="http://schemas.microsoft.com/office/drawing/2014/main" id="{81EEEFDE-2B55-47A6-B945-7474AF141EFA}"/>
                  </a:ext>
                </a:extLst>
              </p:cNvPr>
              <p:cNvSpPr/>
              <p:nvPr/>
            </p:nvSpPr>
            <p:spPr>
              <a:xfrm>
                <a:off x="6802469" y="2816902"/>
                <a:ext cx="200698" cy="120920"/>
              </a:xfrm>
              <a:custGeom>
                <a:avLst/>
                <a:gdLst/>
                <a:ahLst/>
                <a:cxnLst/>
                <a:rect l="l" t="t" r="r" b="b"/>
                <a:pathLst>
                  <a:path w="7122" h="4291" extrusionOk="0">
                    <a:moveTo>
                      <a:pt x="4235" y="0"/>
                    </a:moveTo>
                    <a:cubicBezTo>
                      <a:pt x="3903" y="0"/>
                      <a:pt x="3519" y="19"/>
                      <a:pt x="3127" y="77"/>
                    </a:cubicBezTo>
                    <a:cubicBezTo>
                      <a:pt x="2671" y="145"/>
                      <a:pt x="2191" y="282"/>
                      <a:pt x="1758" y="487"/>
                    </a:cubicBezTo>
                    <a:lnTo>
                      <a:pt x="1073" y="77"/>
                    </a:lnTo>
                    <a:lnTo>
                      <a:pt x="0" y="2017"/>
                    </a:lnTo>
                    <a:lnTo>
                      <a:pt x="479" y="2382"/>
                    </a:lnTo>
                    <a:cubicBezTo>
                      <a:pt x="936" y="2861"/>
                      <a:pt x="1164" y="3044"/>
                      <a:pt x="1324" y="3158"/>
                    </a:cubicBezTo>
                    <a:cubicBezTo>
                      <a:pt x="1521" y="3289"/>
                      <a:pt x="1706" y="3338"/>
                      <a:pt x="1871" y="3338"/>
                    </a:cubicBezTo>
                    <a:cubicBezTo>
                      <a:pt x="1935" y="3338"/>
                      <a:pt x="1997" y="3331"/>
                      <a:pt x="2054" y="3318"/>
                    </a:cubicBezTo>
                    <a:cubicBezTo>
                      <a:pt x="2351" y="3272"/>
                      <a:pt x="2579" y="3089"/>
                      <a:pt x="2785" y="3044"/>
                    </a:cubicBezTo>
                    <a:cubicBezTo>
                      <a:pt x="2873" y="3020"/>
                      <a:pt x="2965" y="3009"/>
                      <a:pt x="3056" y="3009"/>
                    </a:cubicBezTo>
                    <a:cubicBezTo>
                      <a:pt x="3319" y="3009"/>
                      <a:pt x="3580" y="3103"/>
                      <a:pt x="3766" y="3272"/>
                    </a:cubicBezTo>
                    <a:lnTo>
                      <a:pt x="4839" y="4208"/>
                    </a:lnTo>
                    <a:cubicBezTo>
                      <a:pt x="4904" y="4262"/>
                      <a:pt x="4985" y="4291"/>
                      <a:pt x="5062" y="4291"/>
                    </a:cubicBezTo>
                    <a:cubicBezTo>
                      <a:pt x="5146" y="4291"/>
                      <a:pt x="5225" y="4257"/>
                      <a:pt x="5273" y="4185"/>
                    </a:cubicBezTo>
                    <a:cubicBezTo>
                      <a:pt x="5387" y="4071"/>
                      <a:pt x="5387" y="3888"/>
                      <a:pt x="5273" y="3751"/>
                    </a:cubicBezTo>
                    <a:lnTo>
                      <a:pt x="3880" y="2450"/>
                    </a:lnTo>
                    <a:cubicBezTo>
                      <a:pt x="3812" y="2382"/>
                      <a:pt x="3812" y="2291"/>
                      <a:pt x="3880" y="2222"/>
                    </a:cubicBezTo>
                    <a:cubicBezTo>
                      <a:pt x="3903" y="2188"/>
                      <a:pt x="3943" y="2171"/>
                      <a:pt x="3986" y="2171"/>
                    </a:cubicBezTo>
                    <a:cubicBezTo>
                      <a:pt x="4029" y="2171"/>
                      <a:pt x="4074" y="2188"/>
                      <a:pt x="4109" y="2222"/>
                    </a:cubicBezTo>
                    <a:lnTo>
                      <a:pt x="5547" y="3592"/>
                    </a:lnTo>
                    <a:cubicBezTo>
                      <a:pt x="5598" y="3643"/>
                      <a:pt x="5668" y="3667"/>
                      <a:pt x="5738" y="3667"/>
                    </a:cubicBezTo>
                    <a:cubicBezTo>
                      <a:pt x="5823" y="3667"/>
                      <a:pt x="5907" y="3632"/>
                      <a:pt x="5957" y="3569"/>
                    </a:cubicBezTo>
                    <a:cubicBezTo>
                      <a:pt x="6049" y="3455"/>
                      <a:pt x="6049" y="3295"/>
                      <a:pt x="5957" y="3181"/>
                    </a:cubicBezTo>
                    <a:lnTo>
                      <a:pt x="4497" y="1766"/>
                    </a:lnTo>
                    <a:cubicBezTo>
                      <a:pt x="4451" y="1720"/>
                      <a:pt x="4451" y="1629"/>
                      <a:pt x="4497" y="1583"/>
                    </a:cubicBezTo>
                    <a:cubicBezTo>
                      <a:pt x="4522" y="1545"/>
                      <a:pt x="4561" y="1528"/>
                      <a:pt x="4602" y="1528"/>
                    </a:cubicBezTo>
                    <a:cubicBezTo>
                      <a:pt x="4636" y="1528"/>
                      <a:pt x="4671" y="1540"/>
                      <a:pt x="4702" y="1560"/>
                    </a:cubicBezTo>
                    <a:lnTo>
                      <a:pt x="6140" y="2907"/>
                    </a:lnTo>
                    <a:cubicBezTo>
                      <a:pt x="6194" y="2961"/>
                      <a:pt x="6258" y="2984"/>
                      <a:pt x="6320" y="2984"/>
                    </a:cubicBezTo>
                    <a:cubicBezTo>
                      <a:pt x="6390" y="2984"/>
                      <a:pt x="6457" y="2955"/>
                      <a:pt x="6505" y="2907"/>
                    </a:cubicBezTo>
                    <a:cubicBezTo>
                      <a:pt x="6597" y="2793"/>
                      <a:pt x="6597" y="2633"/>
                      <a:pt x="6505" y="2542"/>
                    </a:cubicBezTo>
                    <a:lnTo>
                      <a:pt x="5090" y="1218"/>
                    </a:lnTo>
                    <a:cubicBezTo>
                      <a:pt x="5022" y="1149"/>
                      <a:pt x="5022" y="1058"/>
                      <a:pt x="5067" y="990"/>
                    </a:cubicBezTo>
                    <a:cubicBezTo>
                      <a:pt x="5104" y="941"/>
                      <a:pt x="5154" y="918"/>
                      <a:pt x="5203" y="918"/>
                    </a:cubicBezTo>
                    <a:cubicBezTo>
                      <a:pt x="5245" y="918"/>
                      <a:pt x="5287" y="935"/>
                      <a:pt x="5318" y="967"/>
                    </a:cubicBezTo>
                    <a:lnTo>
                      <a:pt x="6688" y="2222"/>
                    </a:lnTo>
                    <a:cubicBezTo>
                      <a:pt x="6731" y="2276"/>
                      <a:pt x="6789" y="2299"/>
                      <a:pt x="6849" y="2299"/>
                    </a:cubicBezTo>
                    <a:cubicBezTo>
                      <a:pt x="6915" y="2299"/>
                      <a:pt x="6982" y="2270"/>
                      <a:pt x="7030" y="2222"/>
                    </a:cubicBezTo>
                    <a:cubicBezTo>
                      <a:pt x="7122" y="2108"/>
                      <a:pt x="7122" y="1971"/>
                      <a:pt x="7030" y="1880"/>
                    </a:cubicBezTo>
                    <a:cubicBezTo>
                      <a:pt x="6619" y="1400"/>
                      <a:pt x="5547" y="214"/>
                      <a:pt x="5296" y="77"/>
                    </a:cubicBezTo>
                    <a:cubicBezTo>
                      <a:pt x="5266" y="62"/>
                      <a:pt x="4832" y="0"/>
                      <a:pt x="42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9;p16">
                <a:extLst>
                  <a:ext uri="{FF2B5EF4-FFF2-40B4-BE49-F238E27FC236}">
                    <a16:creationId xmlns:a16="http://schemas.microsoft.com/office/drawing/2014/main" id="{9562E550-3904-4236-A521-2868811D4961}"/>
                  </a:ext>
                </a:extLst>
              </p:cNvPr>
              <p:cNvSpPr/>
              <p:nvPr/>
            </p:nvSpPr>
            <p:spPr>
              <a:xfrm>
                <a:off x="7247572" y="2816902"/>
                <a:ext cx="200050" cy="120920"/>
              </a:xfrm>
              <a:custGeom>
                <a:avLst/>
                <a:gdLst/>
                <a:ahLst/>
                <a:cxnLst/>
                <a:rect l="l" t="t" r="r" b="b"/>
                <a:pathLst>
                  <a:path w="7099" h="4291" extrusionOk="0">
                    <a:moveTo>
                      <a:pt x="2870" y="0"/>
                    </a:moveTo>
                    <a:cubicBezTo>
                      <a:pt x="2267" y="0"/>
                      <a:pt x="1833" y="62"/>
                      <a:pt x="1803" y="77"/>
                    </a:cubicBezTo>
                    <a:cubicBezTo>
                      <a:pt x="1575" y="214"/>
                      <a:pt x="480" y="1400"/>
                      <a:pt x="69" y="1880"/>
                    </a:cubicBezTo>
                    <a:cubicBezTo>
                      <a:pt x="0" y="1971"/>
                      <a:pt x="0" y="2108"/>
                      <a:pt x="69" y="2222"/>
                    </a:cubicBezTo>
                    <a:cubicBezTo>
                      <a:pt x="117" y="2270"/>
                      <a:pt x="184" y="2299"/>
                      <a:pt x="254" y="2299"/>
                    </a:cubicBezTo>
                    <a:cubicBezTo>
                      <a:pt x="316" y="2299"/>
                      <a:pt x="380" y="2276"/>
                      <a:pt x="434" y="2222"/>
                    </a:cubicBezTo>
                    <a:lnTo>
                      <a:pt x="1781" y="967"/>
                    </a:lnTo>
                    <a:cubicBezTo>
                      <a:pt x="1812" y="935"/>
                      <a:pt x="1854" y="918"/>
                      <a:pt x="1896" y="918"/>
                    </a:cubicBezTo>
                    <a:cubicBezTo>
                      <a:pt x="1945" y="918"/>
                      <a:pt x="1995" y="941"/>
                      <a:pt x="2032" y="990"/>
                    </a:cubicBezTo>
                    <a:cubicBezTo>
                      <a:pt x="2100" y="1058"/>
                      <a:pt x="2077" y="1149"/>
                      <a:pt x="2009" y="1218"/>
                    </a:cubicBezTo>
                    <a:lnTo>
                      <a:pt x="616" y="2542"/>
                    </a:lnTo>
                    <a:cubicBezTo>
                      <a:pt x="502" y="2633"/>
                      <a:pt x="502" y="2793"/>
                      <a:pt x="594" y="2907"/>
                    </a:cubicBezTo>
                    <a:cubicBezTo>
                      <a:pt x="654" y="2955"/>
                      <a:pt x="727" y="2984"/>
                      <a:pt x="796" y="2984"/>
                    </a:cubicBezTo>
                    <a:cubicBezTo>
                      <a:pt x="857" y="2984"/>
                      <a:pt x="916" y="2961"/>
                      <a:pt x="959" y="2907"/>
                    </a:cubicBezTo>
                    <a:lnTo>
                      <a:pt x="2397" y="1560"/>
                    </a:lnTo>
                    <a:cubicBezTo>
                      <a:pt x="2428" y="1540"/>
                      <a:pt x="2463" y="1528"/>
                      <a:pt x="2499" y="1528"/>
                    </a:cubicBezTo>
                    <a:cubicBezTo>
                      <a:pt x="2543" y="1528"/>
                      <a:pt x="2587" y="1545"/>
                      <a:pt x="2625" y="1583"/>
                    </a:cubicBezTo>
                    <a:cubicBezTo>
                      <a:pt x="2671" y="1629"/>
                      <a:pt x="2671" y="1720"/>
                      <a:pt x="2602" y="1766"/>
                    </a:cubicBezTo>
                    <a:lnTo>
                      <a:pt x="1164" y="3181"/>
                    </a:lnTo>
                    <a:cubicBezTo>
                      <a:pt x="1050" y="3295"/>
                      <a:pt x="1050" y="3455"/>
                      <a:pt x="1141" y="3569"/>
                    </a:cubicBezTo>
                    <a:cubicBezTo>
                      <a:pt x="1204" y="3632"/>
                      <a:pt x="1288" y="3667"/>
                      <a:pt x="1369" y="3667"/>
                    </a:cubicBezTo>
                    <a:cubicBezTo>
                      <a:pt x="1436" y="3667"/>
                      <a:pt x="1501" y="3643"/>
                      <a:pt x="1552" y="3592"/>
                    </a:cubicBezTo>
                    <a:lnTo>
                      <a:pt x="2990" y="2222"/>
                    </a:lnTo>
                    <a:cubicBezTo>
                      <a:pt x="3025" y="2188"/>
                      <a:pt x="3070" y="2171"/>
                      <a:pt x="3116" y="2171"/>
                    </a:cubicBezTo>
                    <a:cubicBezTo>
                      <a:pt x="3162" y="2171"/>
                      <a:pt x="3207" y="2188"/>
                      <a:pt x="3241" y="2222"/>
                    </a:cubicBezTo>
                    <a:cubicBezTo>
                      <a:pt x="3310" y="2291"/>
                      <a:pt x="3310" y="2382"/>
                      <a:pt x="3241" y="2450"/>
                    </a:cubicBezTo>
                    <a:lnTo>
                      <a:pt x="1849" y="3751"/>
                    </a:lnTo>
                    <a:cubicBezTo>
                      <a:pt x="1735" y="3888"/>
                      <a:pt x="1712" y="4071"/>
                      <a:pt x="1826" y="4185"/>
                    </a:cubicBezTo>
                    <a:cubicBezTo>
                      <a:pt x="1886" y="4257"/>
                      <a:pt x="1964" y="4291"/>
                      <a:pt x="2045" y="4291"/>
                    </a:cubicBezTo>
                    <a:cubicBezTo>
                      <a:pt x="2119" y="4291"/>
                      <a:pt x="2195" y="4262"/>
                      <a:pt x="2260" y="4208"/>
                    </a:cubicBezTo>
                    <a:lnTo>
                      <a:pt x="3333" y="3272"/>
                    </a:lnTo>
                    <a:cubicBezTo>
                      <a:pt x="3536" y="3103"/>
                      <a:pt x="3789" y="3009"/>
                      <a:pt x="4046" y="3009"/>
                    </a:cubicBezTo>
                    <a:cubicBezTo>
                      <a:pt x="4136" y="3009"/>
                      <a:pt x="4226" y="3020"/>
                      <a:pt x="4314" y="3044"/>
                    </a:cubicBezTo>
                    <a:cubicBezTo>
                      <a:pt x="4520" y="3089"/>
                      <a:pt x="4771" y="3272"/>
                      <a:pt x="5067" y="3318"/>
                    </a:cubicBezTo>
                    <a:cubicBezTo>
                      <a:pt x="5125" y="3331"/>
                      <a:pt x="5185" y="3338"/>
                      <a:pt x="5246" y="3338"/>
                    </a:cubicBezTo>
                    <a:cubicBezTo>
                      <a:pt x="5405" y="3338"/>
                      <a:pt x="5578" y="3289"/>
                      <a:pt x="5775" y="3158"/>
                    </a:cubicBezTo>
                    <a:cubicBezTo>
                      <a:pt x="5958" y="3044"/>
                      <a:pt x="6163" y="2861"/>
                      <a:pt x="6620" y="2382"/>
                    </a:cubicBezTo>
                    <a:lnTo>
                      <a:pt x="7099" y="2017"/>
                    </a:lnTo>
                    <a:lnTo>
                      <a:pt x="6049" y="77"/>
                    </a:lnTo>
                    <a:lnTo>
                      <a:pt x="5341" y="487"/>
                    </a:lnTo>
                    <a:cubicBezTo>
                      <a:pt x="4930" y="282"/>
                      <a:pt x="4451" y="145"/>
                      <a:pt x="3995" y="77"/>
                    </a:cubicBezTo>
                    <a:cubicBezTo>
                      <a:pt x="3594" y="19"/>
                      <a:pt x="3206" y="0"/>
                      <a:pt x="28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60;p16">
                <a:extLst>
                  <a:ext uri="{FF2B5EF4-FFF2-40B4-BE49-F238E27FC236}">
                    <a16:creationId xmlns:a16="http://schemas.microsoft.com/office/drawing/2014/main" id="{2117DBD0-A29A-43BD-A108-8C33DDC9C7AB}"/>
                  </a:ext>
                </a:extLst>
              </p:cNvPr>
              <p:cNvSpPr/>
              <p:nvPr/>
            </p:nvSpPr>
            <p:spPr>
              <a:xfrm>
                <a:off x="6873201" y="1492076"/>
                <a:ext cx="519752" cy="481173"/>
              </a:xfrm>
              <a:custGeom>
                <a:avLst/>
                <a:gdLst/>
                <a:ahLst/>
                <a:cxnLst/>
                <a:rect l="l" t="t" r="r" b="b"/>
                <a:pathLst>
                  <a:path w="18444" h="17075" extrusionOk="0">
                    <a:moveTo>
                      <a:pt x="9235" y="0"/>
                    </a:moveTo>
                    <a:cubicBezTo>
                      <a:pt x="5128" y="0"/>
                      <a:pt x="1827" y="3304"/>
                      <a:pt x="1827" y="7396"/>
                    </a:cubicBezTo>
                    <a:lnTo>
                      <a:pt x="1827" y="7579"/>
                    </a:lnTo>
                    <a:cubicBezTo>
                      <a:pt x="1827" y="8971"/>
                      <a:pt x="1370" y="10295"/>
                      <a:pt x="663" y="11482"/>
                    </a:cubicBezTo>
                    <a:cubicBezTo>
                      <a:pt x="229" y="12190"/>
                      <a:pt x="1" y="13034"/>
                      <a:pt x="24" y="13924"/>
                    </a:cubicBezTo>
                    <a:cubicBezTo>
                      <a:pt x="69" y="15659"/>
                      <a:pt x="1667" y="17074"/>
                      <a:pt x="3402" y="17074"/>
                    </a:cubicBezTo>
                    <a:lnTo>
                      <a:pt x="15066" y="17074"/>
                    </a:lnTo>
                    <a:cubicBezTo>
                      <a:pt x="16846" y="17074"/>
                      <a:pt x="18398" y="15682"/>
                      <a:pt x="18444" y="13879"/>
                    </a:cubicBezTo>
                    <a:cubicBezTo>
                      <a:pt x="18444" y="13103"/>
                      <a:pt x="18284" y="12372"/>
                      <a:pt x="17942" y="11733"/>
                    </a:cubicBezTo>
                    <a:cubicBezTo>
                      <a:pt x="17166" y="10250"/>
                      <a:pt x="16732" y="8629"/>
                      <a:pt x="16618" y="6940"/>
                    </a:cubicBezTo>
                    <a:cubicBezTo>
                      <a:pt x="16595" y="6506"/>
                      <a:pt x="16526" y="6050"/>
                      <a:pt x="16412" y="5616"/>
                    </a:cubicBezTo>
                    <a:cubicBezTo>
                      <a:pt x="15659" y="2557"/>
                      <a:pt x="12966" y="252"/>
                      <a:pt x="9839" y="24"/>
                    </a:cubicBezTo>
                    <a:cubicBezTo>
                      <a:pt x="9636" y="8"/>
                      <a:pt x="9435" y="0"/>
                      <a:pt x="92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61;p16">
                <a:extLst>
                  <a:ext uri="{FF2B5EF4-FFF2-40B4-BE49-F238E27FC236}">
                    <a16:creationId xmlns:a16="http://schemas.microsoft.com/office/drawing/2014/main" id="{C324EF44-3CBE-4E5E-B736-1B7F519B5820}"/>
                  </a:ext>
                </a:extLst>
              </p:cNvPr>
              <p:cNvSpPr/>
              <p:nvPr/>
            </p:nvSpPr>
            <p:spPr>
              <a:xfrm>
                <a:off x="7059752" y="1867715"/>
                <a:ext cx="151186" cy="224538"/>
              </a:xfrm>
              <a:custGeom>
                <a:avLst/>
                <a:gdLst/>
                <a:ahLst/>
                <a:cxnLst/>
                <a:rect l="l" t="t" r="r" b="b"/>
                <a:pathLst>
                  <a:path w="5365" h="7968" extrusionOk="0">
                    <a:moveTo>
                      <a:pt x="0" y="1"/>
                    </a:moveTo>
                    <a:lnTo>
                      <a:pt x="0" y="4886"/>
                    </a:lnTo>
                    <a:cubicBezTo>
                      <a:pt x="0" y="4886"/>
                      <a:pt x="0" y="4908"/>
                      <a:pt x="0" y="4931"/>
                    </a:cubicBezTo>
                    <a:cubicBezTo>
                      <a:pt x="270" y="6416"/>
                      <a:pt x="1494" y="7968"/>
                      <a:pt x="2710" y="7968"/>
                    </a:cubicBezTo>
                    <a:cubicBezTo>
                      <a:pt x="2727" y="7968"/>
                      <a:pt x="2745" y="7968"/>
                      <a:pt x="2762" y="7967"/>
                    </a:cubicBezTo>
                    <a:cubicBezTo>
                      <a:pt x="3881" y="7944"/>
                      <a:pt x="4999" y="6415"/>
                      <a:pt x="5341" y="5068"/>
                    </a:cubicBezTo>
                    <a:cubicBezTo>
                      <a:pt x="5364" y="4954"/>
                      <a:pt x="5364" y="4886"/>
                      <a:pt x="5364" y="4886"/>
                    </a:cubicBezTo>
                    <a:lnTo>
                      <a:pt x="5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62;p16">
                <a:extLst>
                  <a:ext uri="{FF2B5EF4-FFF2-40B4-BE49-F238E27FC236}">
                    <a16:creationId xmlns:a16="http://schemas.microsoft.com/office/drawing/2014/main" id="{CE40C6C8-619C-40F7-B1BE-E26626502028}"/>
                  </a:ext>
                </a:extLst>
              </p:cNvPr>
              <p:cNvSpPr/>
              <p:nvPr/>
            </p:nvSpPr>
            <p:spPr>
              <a:xfrm>
                <a:off x="6959404" y="1732648"/>
                <a:ext cx="84286" cy="84286"/>
              </a:xfrm>
              <a:custGeom>
                <a:avLst/>
                <a:gdLst/>
                <a:ahLst/>
                <a:cxnLst/>
                <a:rect l="l" t="t" r="r" b="b"/>
                <a:pathLst>
                  <a:path w="2991" h="2991" extrusionOk="0">
                    <a:moveTo>
                      <a:pt x="1484" y="1"/>
                    </a:moveTo>
                    <a:cubicBezTo>
                      <a:pt x="662" y="1"/>
                      <a:pt x="0" y="663"/>
                      <a:pt x="0" y="1484"/>
                    </a:cubicBezTo>
                    <a:cubicBezTo>
                      <a:pt x="0" y="2329"/>
                      <a:pt x="662" y="2991"/>
                      <a:pt x="1484" y="2991"/>
                    </a:cubicBezTo>
                    <a:cubicBezTo>
                      <a:pt x="2306" y="2991"/>
                      <a:pt x="2991" y="2329"/>
                      <a:pt x="2991" y="1484"/>
                    </a:cubicBezTo>
                    <a:cubicBezTo>
                      <a:pt x="2991" y="663"/>
                      <a:pt x="2306" y="1"/>
                      <a:pt x="1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63;p16">
                <a:extLst>
                  <a:ext uri="{FF2B5EF4-FFF2-40B4-BE49-F238E27FC236}">
                    <a16:creationId xmlns:a16="http://schemas.microsoft.com/office/drawing/2014/main" id="{088D2656-7A29-496C-9F9B-A405372625BB}"/>
                  </a:ext>
                </a:extLst>
              </p:cNvPr>
              <p:cNvSpPr/>
              <p:nvPr/>
            </p:nvSpPr>
            <p:spPr>
              <a:xfrm>
                <a:off x="7223112" y="1732648"/>
                <a:ext cx="84286" cy="84286"/>
              </a:xfrm>
              <a:custGeom>
                <a:avLst/>
                <a:gdLst/>
                <a:ahLst/>
                <a:cxnLst/>
                <a:rect l="l" t="t" r="r" b="b"/>
                <a:pathLst>
                  <a:path w="2991" h="2991" extrusionOk="0">
                    <a:moveTo>
                      <a:pt x="1484" y="1"/>
                    </a:moveTo>
                    <a:cubicBezTo>
                      <a:pt x="663" y="1"/>
                      <a:pt x="1" y="663"/>
                      <a:pt x="1" y="1484"/>
                    </a:cubicBezTo>
                    <a:cubicBezTo>
                      <a:pt x="1" y="2329"/>
                      <a:pt x="663" y="2991"/>
                      <a:pt x="1484" y="2991"/>
                    </a:cubicBezTo>
                    <a:cubicBezTo>
                      <a:pt x="2306" y="2991"/>
                      <a:pt x="2991" y="2329"/>
                      <a:pt x="2991" y="1484"/>
                    </a:cubicBezTo>
                    <a:cubicBezTo>
                      <a:pt x="2991" y="663"/>
                      <a:pt x="2306" y="1"/>
                      <a:pt x="1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64;p16">
                <a:extLst>
                  <a:ext uri="{FF2B5EF4-FFF2-40B4-BE49-F238E27FC236}">
                    <a16:creationId xmlns:a16="http://schemas.microsoft.com/office/drawing/2014/main" id="{0A0A6CBF-A2C4-4869-8F27-AC229C9BF244}"/>
                  </a:ext>
                </a:extLst>
              </p:cNvPr>
              <p:cNvSpPr/>
              <p:nvPr/>
            </p:nvSpPr>
            <p:spPr>
              <a:xfrm>
                <a:off x="6987696" y="1732648"/>
                <a:ext cx="55994" cy="84286"/>
              </a:xfrm>
              <a:custGeom>
                <a:avLst/>
                <a:gdLst/>
                <a:ahLst/>
                <a:cxnLst/>
                <a:rect l="l" t="t" r="r" b="b"/>
                <a:pathLst>
                  <a:path w="1987" h="2991" extrusionOk="0">
                    <a:moveTo>
                      <a:pt x="480" y="1"/>
                    </a:moveTo>
                    <a:cubicBezTo>
                      <a:pt x="320" y="1"/>
                      <a:pt x="161" y="24"/>
                      <a:pt x="24" y="69"/>
                    </a:cubicBezTo>
                    <a:lnTo>
                      <a:pt x="1" y="1325"/>
                    </a:lnTo>
                    <a:cubicBezTo>
                      <a:pt x="1" y="1827"/>
                      <a:pt x="69" y="2397"/>
                      <a:pt x="229" y="2968"/>
                    </a:cubicBezTo>
                    <a:cubicBezTo>
                      <a:pt x="298" y="2968"/>
                      <a:pt x="389" y="2991"/>
                      <a:pt x="480" y="2991"/>
                    </a:cubicBezTo>
                    <a:cubicBezTo>
                      <a:pt x="1302" y="2991"/>
                      <a:pt x="1987" y="2329"/>
                      <a:pt x="1987" y="1484"/>
                    </a:cubicBezTo>
                    <a:cubicBezTo>
                      <a:pt x="1987" y="663"/>
                      <a:pt x="1302" y="1"/>
                      <a:pt x="480" y="1"/>
                    </a:cubicBezTo>
                    <a:close/>
                  </a:path>
                </a:pathLst>
              </a:custGeom>
              <a:solidFill>
                <a:srgbClr val="FF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65;p16">
                <a:extLst>
                  <a:ext uri="{FF2B5EF4-FFF2-40B4-BE49-F238E27FC236}">
                    <a16:creationId xmlns:a16="http://schemas.microsoft.com/office/drawing/2014/main" id="{27D74431-55F2-4F2D-883F-25A9ED4C167D}"/>
                  </a:ext>
                </a:extLst>
              </p:cNvPr>
              <p:cNvSpPr/>
              <p:nvPr/>
            </p:nvSpPr>
            <p:spPr>
              <a:xfrm>
                <a:off x="7223112" y="1732648"/>
                <a:ext cx="59854" cy="84286"/>
              </a:xfrm>
              <a:custGeom>
                <a:avLst/>
                <a:gdLst/>
                <a:ahLst/>
                <a:cxnLst/>
                <a:rect l="l" t="t" r="r" b="b"/>
                <a:pathLst>
                  <a:path w="2124" h="2991" extrusionOk="0">
                    <a:moveTo>
                      <a:pt x="1484" y="1"/>
                    </a:moveTo>
                    <a:cubicBezTo>
                      <a:pt x="663" y="1"/>
                      <a:pt x="1" y="663"/>
                      <a:pt x="1" y="1484"/>
                    </a:cubicBezTo>
                    <a:cubicBezTo>
                      <a:pt x="1" y="2329"/>
                      <a:pt x="663" y="2991"/>
                      <a:pt x="1484" y="2991"/>
                    </a:cubicBezTo>
                    <a:cubicBezTo>
                      <a:pt x="1644" y="2991"/>
                      <a:pt x="1781" y="2968"/>
                      <a:pt x="1918" y="2922"/>
                    </a:cubicBezTo>
                    <a:cubicBezTo>
                      <a:pt x="2055" y="2375"/>
                      <a:pt x="2124" y="1827"/>
                      <a:pt x="2124" y="1325"/>
                    </a:cubicBezTo>
                    <a:lnTo>
                      <a:pt x="2124" y="138"/>
                    </a:lnTo>
                    <a:cubicBezTo>
                      <a:pt x="1941" y="46"/>
                      <a:pt x="1713" y="1"/>
                      <a:pt x="1484" y="1"/>
                    </a:cubicBezTo>
                    <a:close/>
                  </a:path>
                </a:pathLst>
              </a:custGeom>
              <a:solidFill>
                <a:srgbClr val="FF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66;p16">
                <a:extLst>
                  <a:ext uri="{FF2B5EF4-FFF2-40B4-BE49-F238E27FC236}">
                    <a16:creationId xmlns:a16="http://schemas.microsoft.com/office/drawing/2014/main" id="{D933A416-B2EC-4E06-BAB4-86FA742003D7}"/>
                  </a:ext>
                </a:extLst>
              </p:cNvPr>
              <p:cNvSpPr/>
              <p:nvPr/>
            </p:nvSpPr>
            <p:spPr>
              <a:xfrm>
                <a:off x="6997362" y="1633596"/>
                <a:ext cx="275967" cy="310713"/>
              </a:xfrm>
              <a:custGeom>
                <a:avLst/>
                <a:gdLst/>
                <a:ahLst/>
                <a:cxnLst/>
                <a:rect l="l" t="t" r="r" b="b"/>
                <a:pathLst>
                  <a:path w="9793" h="11026" extrusionOk="0">
                    <a:moveTo>
                      <a:pt x="2876" y="1"/>
                    </a:moveTo>
                    <a:lnTo>
                      <a:pt x="1963" y="1210"/>
                    </a:lnTo>
                    <a:lnTo>
                      <a:pt x="46" y="1210"/>
                    </a:lnTo>
                    <a:lnTo>
                      <a:pt x="46" y="2466"/>
                    </a:lnTo>
                    <a:lnTo>
                      <a:pt x="0" y="4908"/>
                    </a:lnTo>
                    <a:cubicBezTo>
                      <a:pt x="0" y="6300"/>
                      <a:pt x="594" y="8012"/>
                      <a:pt x="1552" y="9336"/>
                    </a:cubicBezTo>
                    <a:cubicBezTo>
                      <a:pt x="2328" y="10409"/>
                      <a:pt x="3584" y="11025"/>
                      <a:pt x="4908" y="11025"/>
                    </a:cubicBezTo>
                    <a:cubicBezTo>
                      <a:pt x="6209" y="11025"/>
                      <a:pt x="7464" y="10409"/>
                      <a:pt x="8240" y="9336"/>
                    </a:cubicBezTo>
                    <a:cubicBezTo>
                      <a:pt x="9199" y="8012"/>
                      <a:pt x="9792" y="6300"/>
                      <a:pt x="9792" y="4908"/>
                    </a:cubicBezTo>
                    <a:lnTo>
                      <a:pt x="9792" y="2489"/>
                    </a:lnTo>
                    <a:lnTo>
                      <a:pt x="9792" y="1210"/>
                    </a:lnTo>
                    <a:lnTo>
                      <a:pt x="7510" y="1210"/>
                    </a:lnTo>
                    <a:lnTo>
                      <a:pt x="6642" y="69"/>
                    </a:lnTo>
                    <a:cubicBezTo>
                      <a:pt x="6642" y="69"/>
                      <a:pt x="5889" y="1279"/>
                      <a:pt x="5821" y="1279"/>
                    </a:cubicBezTo>
                    <a:lnTo>
                      <a:pt x="3675" y="1279"/>
                    </a:lnTo>
                    <a:lnTo>
                      <a:pt x="28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67;p16">
                <a:extLst>
                  <a:ext uri="{FF2B5EF4-FFF2-40B4-BE49-F238E27FC236}">
                    <a16:creationId xmlns:a16="http://schemas.microsoft.com/office/drawing/2014/main" id="{B842BEEA-8972-461B-B8BA-D91C57D7A3B0}"/>
                  </a:ext>
                </a:extLst>
              </p:cNvPr>
              <p:cNvSpPr/>
              <p:nvPr/>
            </p:nvSpPr>
            <p:spPr>
              <a:xfrm>
                <a:off x="6987696" y="1732648"/>
                <a:ext cx="16119" cy="84286"/>
              </a:xfrm>
              <a:custGeom>
                <a:avLst/>
                <a:gdLst/>
                <a:ahLst/>
                <a:cxnLst/>
                <a:rect l="l" t="t" r="r" b="b"/>
                <a:pathLst>
                  <a:path w="572" h="2991" extrusionOk="0">
                    <a:moveTo>
                      <a:pt x="366" y="1"/>
                    </a:moveTo>
                    <a:cubicBezTo>
                      <a:pt x="252" y="24"/>
                      <a:pt x="138" y="46"/>
                      <a:pt x="24" y="69"/>
                    </a:cubicBezTo>
                    <a:lnTo>
                      <a:pt x="1" y="1325"/>
                    </a:lnTo>
                    <a:cubicBezTo>
                      <a:pt x="1" y="1827"/>
                      <a:pt x="69" y="2397"/>
                      <a:pt x="229" y="2968"/>
                    </a:cubicBezTo>
                    <a:cubicBezTo>
                      <a:pt x="298" y="2968"/>
                      <a:pt x="389" y="2991"/>
                      <a:pt x="480" y="2991"/>
                    </a:cubicBezTo>
                    <a:lnTo>
                      <a:pt x="571" y="2991"/>
                    </a:lnTo>
                    <a:cubicBezTo>
                      <a:pt x="412" y="2443"/>
                      <a:pt x="343" y="1895"/>
                      <a:pt x="343" y="1393"/>
                    </a:cubicBezTo>
                    <a:lnTo>
                      <a:pt x="366" y="1"/>
                    </a:lnTo>
                    <a:close/>
                  </a:path>
                </a:pathLst>
              </a:custGeom>
              <a:solidFill>
                <a:srgbClr val="DC9E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68;p16">
                <a:extLst>
                  <a:ext uri="{FF2B5EF4-FFF2-40B4-BE49-F238E27FC236}">
                    <a16:creationId xmlns:a16="http://schemas.microsoft.com/office/drawing/2014/main" id="{E90A3793-E95F-4C2F-A6FB-B11936C7993C}"/>
                  </a:ext>
                </a:extLst>
              </p:cNvPr>
              <p:cNvSpPr/>
              <p:nvPr/>
            </p:nvSpPr>
            <p:spPr>
              <a:xfrm>
                <a:off x="7266847" y="1733297"/>
                <a:ext cx="16119" cy="83638"/>
              </a:xfrm>
              <a:custGeom>
                <a:avLst/>
                <a:gdLst/>
                <a:ahLst/>
                <a:cxnLst/>
                <a:rect l="l" t="t" r="r" b="b"/>
                <a:pathLst>
                  <a:path w="572" h="2968" extrusionOk="0">
                    <a:moveTo>
                      <a:pt x="229" y="1"/>
                    </a:moveTo>
                    <a:lnTo>
                      <a:pt x="229" y="1370"/>
                    </a:lnTo>
                    <a:cubicBezTo>
                      <a:pt x="229" y="1872"/>
                      <a:pt x="161" y="2420"/>
                      <a:pt x="1" y="2968"/>
                    </a:cubicBezTo>
                    <a:cubicBezTo>
                      <a:pt x="138" y="2968"/>
                      <a:pt x="252" y="2945"/>
                      <a:pt x="366" y="2899"/>
                    </a:cubicBezTo>
                    <a:cubicBezTo>
                      <a:pt x="503" y="2352"/>
                      <a:pt x="572" y="1804"/>
                      <a:pt x="572" y="1302"/>
                    </a:cubicBezTo>
                    <a:lnTo>
                      <a:pt x="572" y="115"/>
                    </a:lnTo>
                    <a:cubicBezTo>
                      <a:pt x="480" y="69"/>
                      <a:pt x="366" y="23"/>
                      <a:pt x="229" y="1"/>
                    </a:cubicBezTo>
                    <a:close/>
                  </a:path>
                </a:pathLst>
              </a:custGeom>
              <a:solidFill>
                <a:srgbClr val="DC9E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69;p16">
                <a:extLst>
                  <a:ext uri="{FF2B5EF4-FFF2-40B4-BE49-F238E27FC236}">
                    <a16:creationId xmlns:a16="http://schemas.microsoft.com/office/drawing/2014/main" id="{8B625BC0-1745-44D5-AE67-DE475633D9E6}"/>
                  </a:ext>
                </a:extLst>
              </p:cNvPr>
              <p:cNvSpPr/>
              <p:nvPr/>
            </p:nvSpPr>
            <p:spPr>
              <a:xfrm>
                <a:off x="7059104" y="1903757"/>
                <a:ext cx="151834" cy="53401"/>
              </a:xfrm>
              <a:custGeom>
                <a:avLst/>
                <a:gdLst/>
                <a:ahLst/>
                <a:cxnLst/>
                <a:rect l="l" t="t" r="r" b="b"/>
                <a:pathLst>
                  <a:path w="5388" h="1895" extrusionOk="0">
                    <a:moveTo>
                      <a:pt x="0" y="0"/>
                    </a:moveTo>
                    <a:lnTo>
                      <a:pt x="0" y="1073"/>
                    </a:lnTo>
                    <a:cubicBezTo>
                      <a:pt x="799" y="1598"/>
                      <a:pt x="1735" y="1895"/>
                      <a:pt x="2717" y="1895"/>
                    </a:cubicBezTo>
                    <a:cubicBezTo>
                      <a:pt x="3675" y="1895"/>
                      <a:pt x="4611" y="1598"/>
                      <a:pt x="5387" y="1073"/>
                    </a:cubicBezTo>
                    <a:lnTo>
                      <a:pt x="5387" y="23"/>
                    </a:lnTo>
                    <a:cubicBezTo>
                      <a:pt x="4657" y="639"/>
                      <a:pt x="3698" y="1005"/>
                      <a:pt x="2717" y="1005"/>
                    </a:cubicBezTo>
                    <a:cubicBezTo>
                      <a:pt x="1712" y="1005"/>
                      <a:pt x="754" y="639"/>
                      <a:pt x="0" y="0"/>
                    </a:cubicBezTo>
                    <a:close/>
                  </a:path>
                </a:pathLst>
              </a:custGeom>
              <a:solidFill>
                <a:srgbClr val="DC9E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70;p16">
                <a:extLst>
                  <a:ext uri="{FF2B5EF4-FFF2-40B4-BE49-F238E27FC236}">
                    <a16:creationId xmlns:a16="http://schemas.microsoft.com/office/drawing/2014/main" id="{4E16DE98-5D01-4DB6-8217-4D8548B98A38}"/>
                  </a:ext>
                </a:extLst>
              </p:cNvPr>
              <p:cNvSpPr/>
              <p:nvPr/>
            </p:nvSpPr>
            <p:spPr>
              <a:xfrm>
                <a:off x="7059104" y="1960343"/>
                <a:ext cx="151834" cy="234176"/>
              </a:xfrm>
              <a:custGeom>
                <a:avLst/>
                <a:gdLst/>
                <a:ahLst/>
                <a:cxnLst/>
                <a:rect l="l" t="t" r="r" b="b"/>
                <a:pathLst>
                  <a:path w="5388" h="8310" extrusionOk="0">
                    <a:moveTo>
                      <a:pt x="0" y="1"/>
                    </a:moveTo>
                    <a:lnTo>
                      <a:pt x="0" y="7510"/>
                    </a:lnTo>
                    <a:cubicBezTo>
                      <a:pt x="799" y="8035"/>
                      <a:pt x="1735" y="8309"/>
                      <a:pt x="2717" y="8309"/>
                    </a:cubicBezTo>
                    <a:cubicBezTo>
                      <a:pt x="3675" y="8309"/>
                      <a:pt x="4611" y="8035"/>
                      <a:pt x="5387" y="7510"/>
                    </a:cubicBezTo>
                    <a:lnTo>
                      <a:pt x="5387" y="1"/>
                    </a:lnTo>
                    <a:cubicBezTo>
                      <a:pt x="4657" y="617"/>
                      <a:pt x="3698" y="982"/>
                      <a:pt x="2717" y="982"/>
                    </a:cubicBezTo>
                    <a:cubicBezTo>
                      <a:pt x="1712" y="982"/>
                      <a:pt x="754" y="617"/>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71;p16">
                <a:extLst>
                  <a:ext uri="{FF2B5EF4-FFF2-40B4-BE49-F238E27FC236}">
                    <a16:creationId xmlns:a16="http://schemas.microsoft.com/office/drawing/2014/main" id="{B5602336-73B2-459A-969D-233D71665FF9}"/>
                  </a:ext>
                </a:extLst>
              </p:cNvPr>
              <p:cNvSpPr/>
              <p:nvPr/>
            </p:nvSpPr>
            <p:spPr>
              <a:xfrm>
                <a:off x="7041745" y="1703398"/>
                <a:ext cx="64983" cy="13977"/>
              </a:xfrm>
              <a:custGeom>
                <a:avLst/>
                <a:gdLst/>
                <a:ahLst/>
                <a:cxnLst/>
                <a:rect l="l" t="t" r="r" b="b"/>
                <a:pathLst>
                  <a:path w="2306" h="496" extrusionOk="0">
                    <a:moveTo>
                      <a:pt x="1141" y="0"/>
                    </a:moveTo>
                    <a:cubicBezTo>
                      <a:pt x="822" y="0"/>
                      <a:pt x="502" y="34"/>
                      <a:pt x="183" y="103"/>
                    </a:cubicBezTo>
                    <a:cubicBezTo>
                      <a:pt x="69" y="126"/>
                      <a:pt x="0" y="240"/>
                      <a:pt x="23" y="354"/>
                    </a:cubicBezTo>
                    <a:cubicBezTo>
                      <a:pt x="43" y="433"/>
                      <a:pt x="131" y="495"/>
                      <a:pt x="214" y="495"/>
                    </a:cubicBezTo>
                    <a:cubicBezTo>
                      <a:pt x="227" y="495"/>
                      <a:pt x="239" y="494"/>
                      <a:pt x="251" y="491"/>
                    </a:cubicBezTo>
                    <a:cubicBezTo>
                      <a:pt x="548" y="434"/>
                      <a:pt x="845" y="405"/>
                      <a:pt x="1141" y="405"/>
                    </a:cubicBezTo>
                    <a:cubicBezTo>
                      <a:pt x="1438" y="405"/>
                      <a:pt x="1735" y="434"/>
                      <a:pt x="2032" y="491"/>
                    </a:cubicBezTo>
                    <a:cubicBezTo>
                      <a:pt x="2044" y="494"/>
                      <a:pt x="2056" y="495"/>
                      <a:pt x="2068" y="495"/>
                    </a:cubicBezTo>
                    <a:cubicBezTo>
                      <a:pt x="2151" y="495"/>
                      <a:pt x="2240" y="433"/>
                      <a:pt x="2260" y="354"/>
                    </a:cubicBezTo>
                    <a:cubicBezTo>
                      <a:pt x="2305" y="240"/>
                      <a:pt x="2214" y="126"/>
                      <a:pt x="2100" y="103"/>
                    </a:cubicBezTo>
                    <a:cubicBezTo>
                      <a:pt x="1780" y="34"/>
                      <a:pt x="146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72;p16">
                <a:extLst>
                  <a:ext uri="{FF2B5EF4-FFF2-40B4-BE49-F238E27FC236}">
                    <a16:creationId xmlns:a16="http://schemas.microsoft.com/office/drawing/2014/main" id="{A007CE9B-0D18-4A3D-A472-D19FD65DC7A5}"/>
                  </a:ext>
                </a:extLst>
              </p:cNvPr>
              <p:cNvSpPr/>
              <p:nvPr/>
            </p:nvSpPr>
            <p:spPr>
              <a:xfrm>
                <a:off x="7076463" y="1728140"/>
                <a:ext cx="19980" cy="23840"/>
              </a:xfrm>
              <a:custGeom>
                <a:avLst/>
                <a:gdLst/>
                <a:ahLst/>
                <a:cxnLst/>
                <a:rect l="l" t="t" r="r" b="b"/>
                <a:pathLst>
                  <a:path w="709" h="846" extrusionOk="0">
                    <a:moveTo>
                      <a:pt x="343" y="1"/>
                    </a:moveTo>
                    <a:cubicBezTo>
                      <a:pt x="160" y="1"/>
                      <a:pt x="1" y="184"/>
                      <a:pt x="1" y="412"/>
                    </a:cubicBezTo>
                    <a:cubicBezTo>
                      <a:pt x="1" y="640"/>
                      <a:pt x="160" y="845"/>
                      <a:pt x="343" y="845"/>
                    </a:cubicBezTo>
                    <a:cubicBezTo>
                      <a:pt x="548" y="845"/>
                      <a:pt x="708" y="640"/>
                      <a:pt x="708" y="412"/>
                    </a:cubicBezTo>
                    <a:cubicBezTo>
                      <a:pt x="708" y="184"/>
                      <a:pt x="548" y="1"/>
                      <a:pt x="3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3;p16">
                <a:extLst>
                  <a:ext uri="{FF2B5EF4-FFF2-40B4-BE49-F238E27FC236}">
                    <a16:creationId xmlns:a16="http://schemas.microsoft.com/office/drawing/2014/main" id="{C208A2D2-C85A-4200-B770-92ABB5F3643E}"/>
                  </a:ext>
                </a:extLst>
              </p:cNvPr>
              <p:cNvSpPr/>
              <p:nvPr/>
            </p:nvSpPr>
            <p:spPr>
              <a:xfrm>
                <a:off x="7161370" y="1703398"/>
                <a:ext cx="64983" cy="13977"/>
              </a:xfrm>
              <a:custGeom>
                <a:avLst/>
                <a:gdLst/>
                <a:ahLst/>
                <a:cxnLst/>
                <a:rect l="l" t="t" r="r" b="b"/>
                <a:pathLst>
                  <a:path w="2306" h="496" extrusionOk="0">
                    <a:moveTo>
                      <a:pt x="1153" y="0"/>
                    </a:moveTo>
                    <a:cubicBezTo>
                      <a:pt x="828" y="0"/>
                      <a:pt x="503" y="34"/>
                      <a:pt x="183" y="103"/>
                    </a:cubicBezTo>
                    <a:cubicBezTo>
                      <a:pt x="69" y="126"/>
                      <a:pt x="1" y="240"/>
                      <a:pt x="23" y="354"/>
                    </a:cubicBezTo>
                    <a:cubicBezTo>
                      <a:pt x="43" y="433"/>
                      <a:pt x="132" y="495"/>
                      <a:pt x="230" y="495"/>
                    </a:cubicBezTo>
                    <a:cubicBezTo>
                      <a:pt x="244" y="495"/>
                      <a:pt x="260" y="494"/>
                      <a:pt x="275" y="491"/>
                    </a:cubicBezTo>
                    <a:cubicBezTo>
                      <a:pt x="560" y="434"/>
                      <a:pt x="857" y="405"/>
                      <a:pt x="1153" y="405"/>
                    </a:cubicBezTo>
                    <a:cubicBezTo>
                      <a:pt x="1450" y="405"/>
                      <a:pt x="1747" y="434"/>
                      <a:pt x="2032" y="491"/>
                    </a:cubicBezTo>
                    <a:cubicBezTo>
                      <a:pt x="2047" y="494"/>
                      <a:pt x="2062" y="495"/>
                      <a:pt x="2076" y="495"/>
                    </a:cubicBezTo>
                    <a:cubicBezTo>
                      <a:pt x="2169" y="495"/>
                      <a:pt x="2243" y="433"/>
                      <a:pt x="2283" y="354"/>
                    </a:cubicBezTo>
                    <a:cubicBezTo>
                      <a:pt x="2306" y="240"/>
                      <a:pt x="2237" y="126"/>
                      <a:pt x="2123" y="103"/>
                    </a:cubicBezTo>
                    <a:cubicBezTo>
                      <a:pt x="1804" y="34"/>
                      <a:pt x="1479" y="0"/>
                      <a:pt x="11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74;p16">
                <a:extLst>
                  <a:ext uri="{FF2B5EF4-FFF2-40B4-BE49-F238E27FC236}">
                    <a16:creationId xmlns:a16="http://schemas.microsoft.com/office/drawing/2014/main" id="{6D2B7950-5B47-4047-9E2D-8E26637D052A}"/>
                  </a:ext>
                </a:extLst>
              </p:cNvPr>
              <p:cNvSpPr/>
              <p:nvPr/>
            </p:nvSpPr>
            <p:spPr>
              <a:xfrm>
                <a:off x="7171655" y="1728140"/>
                <a:ext cx="19331" cy="23840"/>
              </a:xfrm>
              <a:custGeom>
                <a:avLst/>
                <a:gdLst/>
                <a:ahLst/>
                <a:cxnLst/>
                <a:rect l="l" t="t" r="r" b="b"/>
                <a:pathLst>
                  <a:path w="686" h="846" extrusionOk="0">
                    <a:moveTo>
                      <a:pt x="343" y="1"/>
                    </a:moveTo>
                    <a:cubicBezTo>
                      <a:pt x="161" y="1"/>
                      <a:pt x="1" y="184"/>
                      <a:pt x="1" y="412"/>
                    </a:cubicBezTo>
                    <a:cubicBezTo>
                      <a:pt x="1" y="640"/>
                      <a:pt x="161" y="845"/>
                      <a:pt x="343" y="845"/>
                    </a:cubicBezTo>
                    <a:cubicBezTo>
                      <a:pt x="549" y="845"/>
                      <a:pt x="686" y="640"/>
                      <a:pt x="686" y="412"/>
                    </a:cubicBezTo>
                    <a:cubicBezTo>
                      <a:pt x="686" y="184"/>
                      <a:pt x="549" y="1"/>
                      <a:pt x="3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75;p16">
                <a:extLst>
                  <a:ext uri="{FF2B5EF4-FFF2-40B4-BE49-F238E27FC236}">
                    <a16:creationId xmlns:a16="http://schemas.microsoft.com/office/drawing/2014/main" id="{F4DC7600-D1BE-4509-88E4-4116DD8C1291}"/>
                  </a:ext>
                </a:extLst>
              </p:cNvPr>
              <p:cNvSpPr/>
              <p:nvPr/>
            </p:nvSpPr>
            <p:spPr>
              <a:xfrm>
                <a:off x="7012776" y="1769395"/>
                <a:ext cx="245758" cy="170404"/>
              </a:xfrm>
              <a:custGeom>
                <a:avLst/>
                <a:gdLst/>
                <a:ahLst/>
                <a:cxnLst/>
                <a:rect l="l" t="t" r="r" b="b"/>
                <a:pathLst>
                  <a:path w="8721" h="6047" extrusionOk="0">
                    <a:moveTo>
                      <a:pt x="3934" y="0"/>
                    </a:moveTo>
                    <a:cubicBezTo>
                      <a:pt x="1350" y="0"/>
                      <a:pt x="1" y="842"/>
                      <a:pt x="1" y="842"/>
                    </a:cubicBezTo>
                    <a:lnTo>
                      <a:pt x="1" y="2851"/>
                    </a:lnTo>
                    <a:cubicBezTo>
                      <a:pt x="1" y="3285"/>
                      <a:pt x="138" y="3718"/>
                      <a:pt x="389" y="4015"/>
                    </a:cubicBezTo>
                    <a:cubicBezTo>
                      <a:pt x="1005" y="4791"/>
                      <a:pt x="2329" y="6046"/>
                      <a:pt x="4361" y="6046"/>
                    </a:cubicBezTo>
                    <a:cubicBezTo>
                      <a:pt x="6392" y="6046"/>
                      <a:pt x="7716" y="4791"/>
                      <a:pt x="8332" y="4015"/>
                    </a:cubicBezTo>
                    <a:cubicBezTo>
                      <a:pt x="8583" y="3718"/>
                      <a:pt x="8720" y="3285"/>
                      <a:pt x="8720" y="2851"/>
                    </a:cubicBezTo>
                    <a:lnTo>
                      <a:pt x="8720" y="842"/>
                    </a:lnTo>
                    <a:cubicBezTo>
                      <a:pt x="6826" y="211"/>
                      <a:pt x="5225" y="0"/>
                      <a:pt x="39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76;p16">
                <a:extLst>
                  <a:ext uri="{FF2B5EF4-FFF2-40B4-BE49-F238E27FC236}">
                    <a16:creationId xmlns:a16="http://schemas.microsoft.com/office/drawing/2014/main" id="{7ADB13F0-1541-43DE-8DE4-8291CE07C79E}"/>
                  </a:ext>
                </a:extLst>
              </p:cNvPr>
              <p:cNvSpPr/>
              <p:nvPr/>
            </p:nvSpPr>
            <p:spPr>
              <a:xfrm>
                <a:off x="7012776" y="1847144"/>
                <a:ext cx="245758" cy="92656"/>
              </a:xfrm>
              <a:custGeom>
                <a:avLst/>
                <a:gdLst/>
                <a:ahLst/>
                <a:cxnLst/>
                <a:rect l="l" t="t" r="r" b="b"/>
                <a:pathLst>
                  <a:path w="8721" h="3288" extrusionOk="0">
                    <a:moveTo>
                      <a:pt x="8720" y="1"/>
                    </a:moveTo>
                    <a:cubicBezTo>
                      <a:pt x="7579" y="959"/>
                      <a:pt x="6027" y="1553"/>
                      <a:pt x="4338" y="1553"/>
                    </a:cubicBezTo>
                    <a:cubicBezTo>
                      <a:pt x="2672" y="1553"/>
                      <a:pt x="1142" y="982"/>
                      <a:pt x="1" y="46"/>
                    </a:cubicBezTo>
                    <a:lnTo>
                      <a:pt x="1" y="92"/>
                    </a:lnTo>
                    <a:cubicBezTo>
                      <a:pt x="1" y="526"/>
                      <a:pt x="138" y="959"/>
                      <a:pt x="389" y="1256"/>
                    </a:cubicBezTo>
                    <a:cubicBezTo>
                      <a:pt x="1005" y="2032"/>
                      <a:pt x="2329" y="3287"/>
                      <a:pt x="4361" y="3287"/>
                    </a:cubicBezTo>
                    <a:cubicBezTo>
                      <a:pt x="6392" y="3287"/>
                      <a:pt x="7716" y="2032"/>
                      <a:pt x="8332" y="1256"/>
                    </a:cubicBezTo>
                    <a:cubicBezTo>
                      <a:pt x="8583" y="959"/>
                      <a:pt x="8720" y="526"/>
                      <a:pt x="8720" y="92"/>
                    </a:cubicBezTo>
                    <a:lnTo>
                      <a:pt x="8720" y="1"/>
                    </a:lnTo>
                    <a:close/>
                  </a:path>
                </a:pathLst>
              </a:custGeom>
              <a:solidFill>
                <a:srgbClr val="D3E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77;p16">
                <a:extLst>
                  <a:ext uri="{FF2B5EF4-FFF2-40B4-BE49-F238E27FC236}">
                    <a16:creationId xmlns:a16="http://schemas.microsoft.com/office/drawing/2014/main" id="{06EFDB0A-CA20-4556-805F-F5944497508C}"/>
                  </a:ext>
                </a:extLst>
              </p:cNvPr>
              <p:cNvSpPr/>
              <p:nvPr/>
            </p:nvSpPr>
            <p:spPr>
              <a:xfrm>
                <a:off x="6997982" y="1715289"/>
                <a:ext cx="21924" cy="90711"/>
              </a:xfrm>
              <a:custGeom>
                <a:avLst/>
                <a:gdLst/>
                <a:ahLst/>
                <a:cxnLst/>
                <a:rect l="l" t="t" r="r" b="b"/>
                <a:pathLst>
                  <a:path w="778" h="3219" extrusionOk="0">
                    <a:moveTo>
                      <a:pt x="24" y="0"/>
                    </a:moveTo>
                    <a:lnTo>
                      <a:pt x="1" y="640"/>
                    </a:lnTo>
                    <a:lnTo>
                      <a:pt x="435" y="2420"/>
                    </a:lnTo>
                    <a:lnTo>
                      <a:pt x="617" y="3219"/>
                    </a:lnTo>
                    <a:lnTo>
                      <a:pt x="777" y="3173"/>
                    </a:lnTo>
                    <a:lnTo>
                      <a:pt x="594" y="2351"/>
                    </a:lnTo>
                    <a:lnTo>
                      <a:pt x="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78;p16">
                <a:extLst>
                  <a:ext uri="{FF2B5EF4-FFF2-40B4-BE49-F238E27FC236}">
                    <a16:creationId xmlns:a16="http://schemas.microsoft.com/office/drawing/2014/main" id="{47CE26CF-CB9F-4DA2-8DAA-6DBE47761E8E}"/>
                  </a:ext>
                </a:extLst>
              </p:cNvPr>
              <p:cNvSpPr/>
              <p:nvPr/>
            </p:nvSpPr>
            <p:spPr>
              <a:xfrm>
                <a:off x="7251433" y="1708216"/>
                <a:ext cx="21896" cy="95868"/>
              </a:xfrm>
              <a:custGeom>
                <a:avLst/>
                <a:gdLst/>
                <a:ahLst/>
                <a:cxnLst/>
                <a:rect l="l" t="t" r="r" b="b"/>
                <a:pathLst>
                  <a:path w="777" h="3402" extrusionOk="0">
                    <a:moveTo>
                      <a:pt x="776" y="0"/>
                    </a:moveTo>
                    <a:lnTo>
                      <a:pt x="160" y="2648"/>
                    </a:lnTo>
                    <a:lnTo>
                      <a:pt x="0" y="3356"/>
                    </a:lnTo>
                    <a:lnTo>
                      <a:pt x="160" y="3401"/>
                    </a:lnTo>
                    <a:lnTo>
                      <a:pt x="320" y="2717"/>
                    </a:lnTo>
                    <a:lnTo>
                      <a:pt x="776" y="685"/>
                    </a:lnTo>
                    <a:lnTo>
                      <a:pt x="7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179;p16">
              <a:extLst>
                <a:ext uri="{FF2B5EF4-FFF2-40B4-BE49-F238E27FC236}">
                  <a16:creationId xmlns:a16="http://schemas.microsoft.com/office/drawing/2014/main" id="{8E2FA839-87D8-4ACB-AC96-3EE038EA32EF}"/>
                </a:ext>
              </a:extLst>
            </p:cNvPr>
            <p:cNvGrpSpPr/>
            <p:nvPr/>
          </p:nvGrpSpPr>
          <p:grpSpPr>
            <a:xfrm>
              <a:off x="457274" y="1291693"/>
              <a:ext cx="1111374" cy="3442790"/>
              <a:chOff x="1281077" y="1444452"/>
              <a:chExt cx="1061991" cy="3290128"/>
            </a:xfrm>
          </p:grpSpPr>
          <p:sp>
            <p:nvSpPr>
              <p:cNvPr id="20" name="Google Shape;180;p16">
                <a:extLst>
                  <a:ext uri="{FF2B5EF4-FFF2-40B4-BE49-F238E27FC236}">
                    <a16:creationId xmlns:a16="http://schemas.microsoft.com/office/drawing/2014/main" id="{1F3555FC-B8C5-47A3-92E7-A895DB4BEDB2}"/>
                  </a:ext>
                </a:extLst>
              </p:cNvPr>
              <p:cNvSpPr/>
              <p:nvPr/>
            </p:nvSpPr>
            <p:spPr>
              <a:xfrm>
                <a:off x="1486904" y="2981783"/>
                <a:ext cx="650338" cy="1628635"/>
              </a:xfrm>
              <a:custGeom>
                <a:avLst/>
                <a:gdLst/>
                <a:ahLst/>
                <a:cxnLst/>
                <a:rect l="l" t="t" r="r" b="b"/>
                <a:pathLst>
                  <a:path w="23078" h="57794" extrusionOk="0">
                    <a:moveTo>
                      <a:pt x="1" y="0"/>
                    </a:moveTo>
                    <a:lnTo>
                      <a:pt x="1576" y="57794"/>
                    </a:lnTo>
                    <a:lnTo>
                      <a:pt x="7122" y="57794"/>
                    </a:lnTo>
                    <a:lnTo>
                      <a:pt x="11550" y="9518"/>
                    </a:lnTo>
                    <a:lnTo>
                      <a:pt x="15956" y="57794"/>
                    </a:lnTo>
                    <a:lnTo>
                      <a:pt x="21502" y="57794"/>
                    </a:lnTo>
                    <a:lnTo>
                      <a:pt x="230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1;p16">
                <a:extLst>
                  <a:ext uri="{FF2B5EF4-FFF2-40B4-BE49-F238E27FC236}">
                    <a16:creationId xmlns:a16="http://schemas.microsoft.com/office/drawing/2014/main" id="{3E4B0670-D996-4C59-9F78-E6335E190903}"/>
                  </a:ext>
                </a:extLst>
              </p:cNvPr>
              <p:cNvSpPr/>
              <p:nvPr/>
            </p:nvSpPr>
            <p:spPr>
              <a:xfrm>
                <a:off x="1944237" y="4609122"/>
                <a:ext cx="306204" cy="125457"/>
              </a:xfrm>
              <a:custGeom>
                <a:avLst/>
                <a:gdLst/>
                <a:ahLst/>
                <a:cxnLst/>
                <a:rect l="l" t="t" r="r" b="b"/>
                <a:pathLst>
                  <a:path w="10866" h="4452" extrusionOk="0">
                    <a:moveTo>
                      <a:pt x="1" y="0"/>
                    </a:moveTo>
                    <a:lnTo>
                      <a:pt x="1" y="4451"/>
                    </a:lnTo>
                    <a:lnTo>
                      <a:pt x="10751" y="4451"/>
                    </a:lnTo>
                    <a:cubicBezTo>
                      <a:pt x="10751" y="4451"/>
                      <a:pt x="10865" y="3036"/>
                      <a:pt x="9108" y="2306"/>
                    </a:cubicBezTo>
                    <a:cubicBezTo>
                      <a:pt x="7624" y="1689"/>
                      <a:pt x="6049" y="1689"/>
                      <a:pt x="5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2;p16">
                <a:extLst>
                  <a:ext uri="{FF2B5EF4-FFF2-40B4-BE49-F238E27FC236}">
                    <a16:creationId xmlns:a16="http://schemas.microsoft.com/office/drawing/2014/main" id="{49E6B21A-E9E2-426B-BC95-7883DDB73408}"/>
                  </a:ext>
                </a:extLst>
              </p:cNvPr>
              <p:cNvSpPr/>
              <p:nvPr/>
            </p:nvSpPr>
            <p:spPr>
              <a:xfrm>
                <a:off x="1281077" y="1911479"/>
                <a:ext cx="1061991" cy="1152027"/>
              </a:xfrm>
              <a:custGeom>
                <a:avLst/>
                <a:gdLst/>
                <a:ahLst/>
                <a:cxnLst/>
                <a:rect l="l" t="t" r="r" b="b"/>
                <a:pathLst>
                  <a:path w="37686" h="40881" extrusionOk="0">
                    <a:moveTo>
                      <a:pt x="37685" y="40766"/>
                    </a:moveTo>
                    <a:cubicBezTo>
                      <a:pt x="37389" y="32526"/>
                      <a:pt x="36955" y="9290"/>
                      <a:pt x="35699" y="6437"/>
                    </a:cubicBezTo>
                    <a:cubicBezTo>
                      <a:pt x="34946" y="4702"/>
                      <a:pt x="33508" y="3378"/>
                      <a:pt x="31728" y="2739"/>
                    </a:cubicBezTo>
                    <a:lnTo>
                      <a:pt x="21548" y="0"/>
                    </a:lnTo>
                    <a:lnTo>
                      <a:pt x="18832" y="0"/>
                    </a:lnTo>
                    <a:lnTo>
                      <a:pt x="18832" y="0"/>
                    </a:lnTo>
                    <a:lnTo>
                      <a:pt x="16115" y="0"/>
                    </a:lnTo>
                    <a:lnTo>
                      <a:pt x="5935" y="2739"/>
                    </a:lnTo>
                    <a:cubicBezTo>
                      <a:pt x="4155" y="3378"/>
                      <a:pt x="2717" y="4702"/>
                      <a:pt x="1986" y="6437"/>
                    </a:cubicBezTo>
                    <a:cubicBezTo>
                      <a:pt x="731" y="9290"/>
                      <a:pt x="297" y="32526"/>
                      <a:pt x="1" y="40766"/>
                    </a:cubicBezTo>
                    <a:lnTo>
                      <a:pt x="4520" y="40880"/>
                    </a:lnTo>
                    <a:lnTo>
                      <a:pt x="8423" y="17621"/>
                    </a:lnTo>
                    <a:lnTo>
                      <a:pt x="6871" y="37981"/>
                    </a:lnTo>
                    <a:lnTo>
                      <a:pt x="18832" y="37981"/>
                    </a:lnTo>
                    <a:lnTo>
                      <a:pt x="18832" y="37981"/>
                    </a:lnTo>
                    <a:lnTo>
                      <a:pt x="30815" y="37981"/>
                    </a:lnTo>
                    <a:lnTo>
                      <a:pt x="29263" y="17621"/>
                    </a:lnTo>
                    <a:lnTo>
                      <a:pt x="33166" y="4088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3;p16">
                <a:extLst>
                  <a:ext uri="{FF2B5EF4-FFF2-40B4-BE49-F238E27FC236}">
                    <a16:creationId xmlns:a16="http://schemas.microsoft.com/office/drawing/2014/main" id="{1F9BA4EF-5361-4D81-BC71-8893120CF7FC}"/>
                  </a:ext>
                </a:extLst>
              </p:cNvPr>
              <p:cNvSpPr/>
              <p:nvPr/>
            </p:nvSpPr>
            <p:spPr>
              <a:xfrm>
                <a:off x="1373705" y="4609122"/>
                <a:ext cx="306204" cy="125457"/>
              </a:xfrm>
              <a:custGeom>
                <a:avLst/>
                <a:gdLst/>
                <a:ahLst/>
                <a:cxnLst/>
                <a:rect l="l" t="t" r="r" b="b"/>
                <a:pathLst>
                  <a:path w="10866" h="4452" extrusionOk="0">
                    <a:moveTo>
                      <a:pt x="5707" y="0"/>
                    </a:moveTo>
                    <a:cubicBezTo>
                      <a:pt x="4817" y="1689"/>
                      <a:pt x="3242" y="1689"/>
                      <a:pt x="1758" y="2306"/>
                    </a:cubicBezTo>
                    <a:cubicBezTo>
                      <a:pt x="1" y="3036"/>
                      <a:pt x="115" y="4451"/>
                      <a:pt x="115" y="4451"/>
                    </a:cubicBezTo>
                    <a:lnTo>
                      <a:pt x="10865" y="4451"/>
                    </a:lnTo>
                    <a:lnTo>
                      <a:pt x="108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4;p16">
                <a:extLst>
                  <a:ext uri="{FF2B5EF4-FFF2-40B4-BE49-F238E27FC236}">
                    <a16:creationId xmlns:a16="http://schemas.microsoft.com/office/drawing/2014/main" id="{8F6A40EC-2FB1-4768-9B7B-9A8EB2052B1E}"/>
                  </a:ext>
                </a:extLst>
              </p:cNvPr>
              <p:cNvSpPr/>
              <p:nvPr/>
            </p:nvSpPr>
            <p:spPr>
              <a:xfrm>
                <a:off x="1297816" y="3060885"/>
                <a:ext cx="118356" cy="308768"/>
              </a:xfrm>
              <a:custGeom>
                <a:avLst/>
                <a:gdLst/>
                <a:ahLst/>
                <a:cxnLst/>
                <a:rect l="l" t="t" r="r" b="b"/>
                <a:pathLst>
                  <a:path w="4200" h="10957" extrusionOk="0">
                    <a:moveTo>
                      <a:pt x="4200" y="4452"/>
                    </a:moveTo>
                    <a:cubicBezTo>
                      <a:pt x="4177" y="5022"/>
                      <a:pt x="4109" y="6255"/>
                      <a:pt x="3515" y="6164"/>
                    </a:cubicBezTo>
                    <a:cubicBezTo>
                      <a:pt x="2945" y="6050"/>
                      <a:pt x="2625" y="3995"/>
                      <a:pt x="2625" y="3995"/>
                    </a:cubicBezTo>
                    <a:cubicBezTo>
                      <a:pt x="2625" y="3995"/>
                      <a:pt x="2260" y="4703"/>
                      <a:pt x="2077" y="5525"/>
                    </a:cubicBezTo>
                    <a:cubicBezTo>
                      <a:pt x="1849" y="6643"/>
                      <a:pt x="2488" y="10843"/>
                      <a:pt x="1644" y="10911"/>
                    </a:cubicBezTo>
                    <a:cubicBezTo>
                      <a:pt x="1210" y="10957"/>
                      <a:pt x="46" y="5273"/>
                      <a:pt x="46" y="5273"/>
                    </a:cubicBezTo>
                    <a:cubicBezTo>
                      <a:pt x="23" y="3447"/>
                      <a:pt x="0" y="1690"/>
                      <a:pt x="0" y="1"/>
                    </a:cubicBezTo>
                    <a:lnTo>
                      <a:pt x="3401" y="92"/>
                    </a:lnTo>
                    <a:lnTo>
                      <a:pt x="3378" y="252"/>
                    </a:lnTo>
                    <a:cubicBezTo>
                      <a:pt x="3355" y="571"/>
                      <a:pt x="3378" y="868"/>
                      <a:pt x="3470" y="1165"/>
                    </a:cubicBezTo>
                    <a:cubicBezTo>
                      <a:pt x="3766" y="2078"/>
                      <a:pt x="4200" y="4018"/>
                      <a:pt x="4200" y="4452"/>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5;p16">
                <a:extLst>
                  <a:ext uri="{FF2B5EF4-FFF2-40B4-BE49-F238E27FC236}">
                    <a16:creationId xmlns:a16="http://schemas.microsoft.com/office/drawing/2014/main" id="{9ABC4553-E1F4-4297-B4D9-DB686B0379CD}"/>
                  </a:ext>
                </a:extLst>
              </p:cNvPr>
              <p:cNvSpPr/>
              <p:nvPr/>
            </p:nvSpPr>
            <p:spPr>
              <a:xfrm>
                <a:off x="1281077" y="3001087"/>
                <a:ext cx="137687" cy="62419"/>
              </a:xfrm>
              <a:custGeom>
                <a:avLst/>
                <a:gdLst/>
                <a:ahLst/>
                <a:cxnLst/>
                <a:rect l="l" t="t" r="r" b="b"/>
                <a:pathLst>
                  <a:path w="4886" h="2215" extrusionOk="0">
                    <a:moveTo>
                      <a:pt x="69" y="0"/>
                    </a:moveTo>
                    <a:cubicBezTo>
                      <a:pt x="46" y="890"/>
                      <a:pt x="23" y="1392"/>
                      <a:pt x="1" y="2100"/>
                    </a:cubicBezTo>
                    <a:lnTo>
                      <a:pt x="4520" y="2214"/>
                    </a:lnTo>
                    <a:lnTo>
                      <a:pt x="4885" y="4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6;p16">
                <a:extLst>
                  <a:ext uri="{FF2B5EF4-FFF2-40B4-BE49-F238E27FC236}">
                    <a16:creationId xmlns:a16="http://schemas.microsoft.com/office/drawing/2014/main" id="{F678D158-55D9-44EA-879F-9D62A0E94D52}"/>
                  </a:ext>
                </a:extLst>
              </p:cNvPr>
              <p:cNvSpPr/>
              <p:nvPr/>
            </p:nvSpPr>
            <p:spPr>
              <a:xfrm>
                <a:off x="2207326" y="3060885"/>
                <a:ext cx="118356" cy="308768"/>
              </a:xfrm>
              <a:custGeom>
                <a:avLst/>
                <a:gdLst/>
                <a:ahLst/>
                <a:cxnLst/>
                <a:rect l="l" t="t" r="r" b="b"/>
                <a:pathLst>
                  <a:path w="4200" h="10957" extrusionOk="0">
                    <a:moveTo>
                      <a:pt x="0" y="4452"/>
                    </a:moveTo>
                    <a:cubicBezTo>
                      <a:pt x="23" y="5022"/>
                      <a:pt x="114" y="6255"/>
                      <a:pt x="685" y="6164"/>
                    </a:cubicBezTo>
                    <a:cubicBezTo>
                      <a:pt x="1255" y="6050"/>
                      <a:pt x="1575" y="3995"/>
                      <a:pt x="1575" y="3995"/>
                    </a:cubicBezTo>
                    <a:cubicBezTo>
                      <a:pt x="1575" y="3995"/>
                      <a:pt x="1963" y="4703"/>
                      <a:pt x="2123" y="5525"/>
                    </a:cubicBezTo>
                    <a:cubicBezTo>
                      <a:pt x="2374" y="6643"/>
                      <a:pt x="1735" y="10843"/>
                      <a:pt x="2579" y="10911"/>
                    </a:cubicBezTo>
                    <a:cubicBezTo>
                      <a:pt x="2990" y="10957"/>
                      <a:pt x="4177" y="5273"/>
                      <a:pt x="4177" y="5273"/>
                    </a:cubicBezTo>
                    <a:cubicBezTo>
                      <a:pt x="4200" y="3447"/>
                      <a:pt x="4200" y="1690"/>
                      <a:pt x="4200" y="1"/>
                    </a:cubicBezTo>
                    <a:lnTo>
                      <a:pt x="799" y="92"/>
                    </a:lnTo>
                    <a:lnTo>
                      <a:pt x="822" y="252"/>
                    </a:lnTo>
                    <a:cubicBezTo>
                      <a:pt x="867" y="571"/>
                      <a:pt x="822" y="868"/>
                      <a:pt x="731" y="1165"/>
                    </a:cubicBezTo>
                    <a:cubicBezTo>
                      <a:pt x="434" y="2078"/>
                      <a:pt x="0" y="4018"/>
                      <a:pt x="0" y="4452"/>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87;p16">
                <a:extLst>
                  <a:ext uri="{FF2B5EF4-FFF2-40B4-BE49-F238E27FC236}">
                    <a16:creationId xmlns:a16="http://schemas.microsoft.com/office/drawing/2014/main" id="{D836925A-40E0-49D2-B929-95B9414F2E00}"/>
                  </a:ext>
                </a:extLst>
              </p:cNvPr>
              <p:cNvSpPr/>
              <p:nvPr/>
            </p:nvSpPr>
            <p:spPr>
              <a:xfrm>
                <a:off x="2205381" y="3001087"/>
                <a:ext cx="137687" cy="62419"/>
              </a:xfrm>
              <a:custGeom>
                <a:avLst/>
                <a:gdLst/>
                <a:ahLst/>
                <a:cxnLst/>
                <a:rect l="l" t="t" r="r" b="b"/>
                <a:pathLst>
                  <a:path w="4886" h="2215" extrusionOk="0">
                    <a:moveTo>
                      <a:pt x="4817" y="0"/>
                    </a:moveTo>
                    <a:cubicBezTo>
                      <a:pt x="4840" y="890"/>
                      <a:pt x="4862" y="1392"/>
                      <a:pt x="4885" y="2100"/>
                    </a:cubicBezTo>
                    <a:lnTo>
                      <a:pt x="366" y="2214"/>
                    </a:lnTo>
                    <a:lnTo>
                      <a:pt x="1" y="4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88;p16">
                <a:extLst>
                  <a:ext uri="{FF2B5EF4-FFF2-40B4-BE49-F238E27FC236}">
                    <a16:creationId xmlns:a16="http://schemas.microsoft.com/office/drawing/2014/main" id="{494B2ED1-E67C-4B79-902E-C028D7C63C63}"/>
                  </a:ext>
                </a:extLst>
              </p:cNvPr>
              <p:cNvSpPr/>
              <p:nvPr/>
            </p:nvSpPr>
            <p:spPr>
              <a:xfrm>
                <a:off x="1490116" y="1958427"/>
                <a:ext cx="643913" cy="19331"/>
              </a:xfrm>
              <a:custGeom>
                <a:avLst/>
                <a:gdLst/>
                <a:ahLst/>
                <a:cxnLst/>
                <a:rect l="l" t="t" r="r" b="b"/>
                <a:pathLst>
                  <a:path w="22850" h="686" extrusionOk="0">
                    <a:moveTo>
                      <a:pt x="2512" y="0"/>
                    </a:moveTo>
                    <a:lnTo>
                      <a:pt x="1" y="685"/>
                    </a:lnTo>
                    <a:lnTo>
                      <a:pt x="22849" y="685"/>
                    </a:lnTo>
                    <a:lnTo>
                      <a:pt x="203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89;p16">
                <a:extLst>
                  <a:ext uri="{FF2B5EF4-FFF2-40B4-BE49-F238E27FC236}">
                    <a16:creationId xmlns:a16="http://schemas.microsoft.com/office/drawing/2014/main" id="{D852D69A-7475-4BA9-930F-27EBCB950591}"/>
                  </a:ext>
                </a:extLst>
              </p:cNvPr>
              <p:cNvSpPr/>
              <p:nvPr/>
            </p:nvSpPr>
            <p:spPr>
              <a:xfrm>
                <a:off x="1344764" y="2056831"/>
                <a:ext cx="933970" cy="19331"/>
              </a:xfrm>
              <a:custGeom>
                <a:avLst/>
                <a:gdLst/>
                <a:ahLst/>
                <a:cxnLst/>
                <a:rect l="l" t="t" r="r" b="b"/>
                <a:pathLst>
                  <a:path w="33143" h="686" extrusionOk="0">
                    <a:moveTo>
                      <a:pt x="434" y="1"/>
                    </a:moveTo>
                    <a:cubicBezTo>
                      <a:pt x="274" y="229"/>
                      <a:pt x="137" y="457"/>
                      <a:pt x="0" y="685"/>
                    </a:cubicBezTo>
                    <a:lnTo>
                      <a:pt x="33143" y="685"/>
                    </a:lnTo>
                    <a:cubicBezTo>
                      <a:pt x="33006" y="457"/>
                      <a:pt x="32869" y="229"/>
                      <a:pt x="327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0;p16">
                <a:extLst>
                  <a:ext uri="{FF2B5EF4-FFF2-40B4-BE49-F238E27FC236}">
                    <a16:creationId xmlns:a16="http://schemas.microsoft.com/office/drawing/2014/main" id="{1C184BA5-CA93-4A47-9F5B-6F38E8716403}"/>
                  </a:ext>
                </a:extLst>
              </p:cNvPr>
              <p:cNvSpPr/>
              <p:nvPr/>
            </p:nvSpPr>
            <p:spPr>
              <a:xfrm>
                <a:off x="1320952" y="2155884"/>
                <a:ext cx="981594" cy="18683"/>
              </a:xfrm>
              <a:custGeom>
                <a:avLst/>
                <a:gdLst/>
                <a:ahLst/>
                <a:cxnLst/>
                <a:rect l="l" t="t" r="r" b="b"/>
                <a:pathLst>
                  <a:path w="34833" h="663" extrusionOk="0">
                    <a:moveTo>
                      <a:pt x="92" y="1"/>
                    </a:moveTo>
                    <a:cubicBezTo>
                      <a:pt x="69" y="206"/>
                      <a:pt x="46" y="434"/>
                      <a:pt x="1" y="663"/>
                    </a:cubicBezTo>
                    <a:lnTo>
                      <a:pt x="34832" y="663"/>
                    </a:lnTo>
                    <a:cubicBezTo>
                      <a:pt x="34809" y="434"/>
                      <a:pt x="34787" y="206"/>
                      <a:pt x="347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1;p16">
                <a:extLst>
                  <a:ext uri="{FF2B5EF4-FFF2-40B4-BE49-F238E27FC236}">
                    <a16:creationId xmlns:a16="http://schemas.microsoft.com/office/drawing/2014/main" id="{E95B98E5-E187-4502-A438-47C62641CD80}"/>
                  </a:ext>
                </a:extLst>
              </p:cNvPr>
              <p:cNvSpPr/>
              <p:nvPr/>
            </p:nvSpPr>
            <p:spPr>
              <a:xfrm>
                <a:off x="1311962" y="2254288"/>
                <a:ext cx="999573" cy="19331"/>
              </a:xfrm>
              <a:custGeom>
                <a:avLst/>
                <a:gdLst/>
                <a:ahLst/>
                <a:cxnLst/>
                <a:rect l="l" t="t" r="r" b="b"/>
                <a:pathLst>
                  <a:path w="35471" h="686" extrusionOk="0">
                    <a:moveTo>
                      <a:pt x="69" y="1"/>
                    </a:moveTo>
                    <a:cubicBezTo>
                      <a:pt x="46" y="206"/>
                      <a:pt x="23" y="435"/>
                      <a:pt x="0" y="686"/>
                    </a:cubicBezTo>
                    <a:lnTo>
                      <a:pt x="35471" y="686"/>
                    </a:lnTo>
                    <a:cubicBezTo>
                      <a:pt x="35448" y="435"/>
                      <a:pt x="35448" y="206"/>
                      <a:pt x="354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2;p16">
                <a:extLst>
                  <a:ext uri="{FF2B5EF4-FFF2-40B4-BE49-F238E27FC236}">
                    <a16:creationId xmlns:a16="http://schemas.microsoft.com/office/drawing/2014/main" id="{E00EC21D-6C43-4A0B-8ED1-7A70D962FF52}"/>
                  </a:ext>
                </a:extLst>
              </p:cNvPr>
              <p:cNvSpPr/>
              <p:nvPr/>
            </p:nvSpPr>
            <p:spPr>
              <a:xfrm>
                <a:off x="1306157" y="2352721"/>
                <a:ext cx="1011831" cy="19303"/>
              </a:xfrm>
              <a:custGeom>
                <a:avLst/>
                <a:gdLst/>
                <a:ahLst/>
                <a:cxnLst/>
                <a:rect l="l" t="t" r="r" b="b"/>
                <a:pathLst>
                  <a:path w="35906" h="685" extrusionOk="0">
                    <a:moveTo>
                      <a:pt x="24" y="0"/>
                    </a:moveTo>
                    <a:cubicBezTo>
                      <a:pt x="24" y="228"/>
                      <a:pt x="1" y="457"/>
                      <a:pt x="1" y="685"/>
                    </a:cubicBezTo>
                    <a:lnTo>
                      <a:pt x="35905" y="685"/>
                    </a:lnTo>
                    <a:cubicBezTo>
                      <a:pt x="35882" y="457"/>
                      <a:pt x="35882" y="228"/>
                      <a:pt x="358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3;p16">
                <a:extLst>
                  <a:ext uri="{FF2B5EF4-FFF2-40B4-BE49-F238E27FC236}">
                    <a16:creationId xmlns:a16="http://schemas.microsoft.com/office/drawing/2014/main" id="{FDBCC3C8-8296-4DAE-890D-C48F1EE63F9C}"/>
                  </a:ext>
                </a:extLst>
              </p:cNvPr>
              <p:cNvSpPr/>
              <p:nvPr/>
            </p:nvSpPr>
            <p:spPr>
              <a:xfrm>
                <a:off x="1513280" y="2451126"/>
                <a:ext cx="596937" cy="19331"/>
              </a:xfrm>
              <a:custGeom>
                <a:avLst/>
                <a:gdLst/>
                <a:ahLst/>
                <a:cxnLst/>
                <a:rect l="l" t="t" r="r" b="b"/>
                <a:pathLst>
                  <a:path w="21183" h="686" extrusionOk="0">
                    <a:moveTo>
                      <a:pt x="69" y="1"/>
                    </a:moveTo>
                    <a:lnTo>
                      <a:pt x="1" y="685"/>
                    </a:lnTo>
                    <a:lnTo>
                      <a:pt x="21182" y="685"/>
                    </a:lnTo>
                    <a:lnTo>
                      <a:pt x="211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4;p16">
                <a:extLst>
                  <a:ext uri="{FF2B5EF4-FFF2-40B4-BE49-F238E27FC236}">
                    <a16:creationId xmlns:a16="http://schemas.microsoft.com/office/drawing/2014/main" id="{E036A2E9-A65A-4393-A129-CDD5DCFAF4AC}"/>
                  </a:ext>
                </a:extLst>
              </p:cNvPr>
              <p:cNvSpPr/>
              <p:nvPr/>
            </p:nvSpPr>
            <p:spPr>
              <a:xfrm>
                <a:off x="2112753" y="2451126"/>
                <a:ext cx="210364" cy="19331"/>
              </a:xfrm>
              <a:custGeom>
                <a:avLst/>
                <a:gdLst/>
                <a:ahLst/>
                <a:cxnLst/>
                <a:rect l="l" t="t" r="r" b="b"/>
                <a:pathLst>
                  <a:path w="7465" h="686" extrusionOk="0">
                    <a:moveTo>
                      <a:pt x="1" y="1"/>
                    </a:moveTo>
                    <a:lnTo>
                      <a:pt x="115" y="685"/>
                    </a:lnTo>
                    <a:lnTo>
                      <a:pt x="7465" y="685"/>
                    </a:lnTo>
                    <a:cubicBezTo>
                      <a:pt x="7442" y="457"/>
                      <a:pt x="7442" y="229"/>
                      <a:pt x="74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5;p16">
                <a:extLst>
                  <a:ext uri="{FF2B5EF4-FFF2-40B4-BE49-F238E27FC236}">
                    <a16:creationId xmlns:a16="http://schemas.microsoft.com/office/drawing/2014/main" id="{9AD5A26F-6ED6-4EA7-A042-5CC03E36D806}"/>
                  </a:ext>
                </a:extLst>
              </p:cNvPr>
              <p:cNvSpPr/>
              <p:nvPr/>
            </p:nvSpPr>
            <p:spPr>
              <a:xfrm>
                <a:off x="1301029" y="2451126"/>
                <a:ext cx="210364" cy="19331"/>
              </a:xfrm>
              <a:custGeom>
                <a:avLst/>
                <a:gdLst/>
                <a:ahLst/>
                <a:cxnLst/>
                <a:rect l="l" t="t" r="r" b="b"/>
                <a:pathLst>
                  <a:path w="7465" h="686" extrusionOk="0">
                    <a:moveTo>
                      <a:pt x="23" y="1"/>
                    </a:moveTo>
                    <a:cubicBezTo>
                      <a:pt x="23" y="229"/>
                      <a:pt x="0" y="457"/>
                      <a:pt x="0" y="685"/>
                    </a:cubicBezTo>
                    <a:lnTo>
                      <a:pt x="7350" y="685"/>
                    </a:lnTo>
                    <a:lnTo>
                      <a:pt x="74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6;p16">
                <a:extLst>
                  <a:ext uri="{FF2B5EF4-FFF2-40B4-BE49-F238E27FC236}">
                    <a16:creationId xmlns:a16="http://schemas.microsoft.com/office/drawing/2014/main" id="{CDAC750B-028A-4728-BD04-AFEEC122F45F}"/>
                  </a:ext>
                </a:extLst>
              </p:cNvPr>
              <p:cNvSpPr/>
              <p:nvPr/>
            </p:nvSpPr>
            <p:spPr>
              <a:xfrm>
                <a:off x="1296520" y="2549530"/>
                <a:ext cx="198134" cy="19331"/>
              </a:xfrm>
              <a:custGeom>
                <a:avLst/>
                <a:gdLst/>
                <a:ahLst/>
                <a:cxnLst/>
                <a:rect l="l" t="t" r="r" b="b"/>
                <a:pathLst>
                  <a:path w="7031" h="686" extrusionOk="0">
                    <a:moveTo>
                      <a:pt x="46" y="1"/>
                    </a:moveTo>
                    <a:cubicBezTo>
                      <a:pt x="23" y="229"/>
                      <a:pt x="23" y="457"/>
                      <a:pt x="0" y="686"/>
                    </a:cubicBezTo>
                    <a:lnTo>
                      <a:pt x="6917" y="686"/>
                    </a:lnTo>
                    <a:lnTo>
                      <a:pt x="70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7;p16">
                <a:extLst>
                  <a:ext uri="{FF2B5EF4-FFF2-40B4-BE49-F238E27FC236}">
                    <a16:creationId xmlns:a16="http://schemas.microsoft.com/office/drawing/2014/main" id="{BDA9FCA5-CA58-44F3-B6E6-51EF8B08548A}"/>
                  </a:ext>
                </a:extLst>
              </p:cNvPr>
              <p:cNvSpPr/>
              <p:nvPr/>
            </p:nvSpPr>
            <p:spPr>
              <a:xfrm>
                <a:off x="2129492" y="2549530"/>
                <a:ext cx="197485" cy="19331"/>
              </a:xfrm>
              <a:custGeom>
                <a:avLst/>
                <a:gdLst/>
                <a:ahLst/>
                <a:cxnLst/>
                <a:rect l="l" t="t" r="r" b="b"/>
                <a:pathLst>
                  <a:path w="7008" h="686" extrusionOk="0">
                    <a:moveTo>
                      <a:pt x="0" y="1"/>
                    </a:moveTo>
                    <a:lnTo>
                      <a:pt x="114" y="686"/>
                    </a:lnTo>
                    <a:lnTo>
                      <a:pt x="7008" y="686"/>
                    </a:lnTo>
                    <a:cubicBezTo>
                      <a:pt x="7008" y="457"/>
                      <a:pt x="6985" y="229"/>
                      <a:pt x="69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98;p16">
                <a:extLst>
                  <a:ext uri="{FF2B5EF4-FFF2-40B4-BE49-F238E27FC236}">
                    <a16:creationId xmlns:a16="http://schemas.microsoft.com/office/drawing/2014/main" id="{D81D38A6-A235-4962-9AFF-850FEA0202A6}"/>
                  </a:ext>
                </a:extLst>
              </p:cNvPr>
              <p:cNvSpPr/>
              <p:nvPr/>
            </p:nvSpPr>
            <p:spPr>
              <a:xfrm>
                <a:off x="1506207" y="2549530"/>
                <a:ext cx="611731" cy="19331"/>
              </a:xfrm>
              <a:custGeom>
                <a:avLst/>
                <a:gdLst/>
                <a:ahLst/>
                <a:cxnLst/>
                <a:rect l="l" t="t" r="r" b="b"/>
                <a:pathLst>
                  <a:path w="21708" h="686" extrusionOk="0">
                    <a:moveTo>
                      <a:pt x="46" y="1"/>
                    </a:moveTo>
                    <a:lnTo>
                      <a:pt x="1" y="686"/>
                    </a:lnTo>
                    <a:lnTo>
                      <a:pt x="21707" y="686"/>
                    </a:lnTo>
                    <a:lnTo>
                      <a:pt x="216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9;p16">
                <a:extLst>
                  <a:ext uri="{FF2B5EF4-FFF2-40B4-BE49-F238E27FC236}">
                    <a16:creationId xmlns:a16="http://schemas.microsoft.com/office/drawing/2014/main" id="{73EB5754-1467-417F-BB7A-A7CCCA07A79A}"/>
                  </a:ext>
                </a:extLst>
              </p:cNvPr>
              <p:cNvSpPr/>
              <p:nvPr/>
            </p:nvSpPr>
            <p:spPr>
              <a:xfrm>
                <a:off x="2145555" y="2647963"/>
                <a:ext cx="185283" cy="19303"/>
              </a:xfrm>
              <a:custGeom>
                <a:avLst/>
                <a:gdLst/>
                <a:ahLst/>
                <a:cxnLst/>
                <a:rect l="l" t="t" r="r" b="b"/>
                <a:pathLst>
                  <a:path w="6575" h="685" extrusionOk="0">
                    <a:moveTo>
                      <a:pt x="1" y="0"/>
                    </a:moveTo>
                    <a:lnTo>
                      <a:pt x="115" y="685"/>
                    </a:lnTo>
                    <a:lnTo>
                      <a:pt x="6575" y="685"/>
                    </a:lnTo>
                    <a:cubicBezTo>
                      <a:pt x="6552" y="457"/>
                      <a:pt x="6552" y="228"/>
                      <a:pt x="65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0;p16">
                <a:extLst>
                  <a:ext uri="{FF2B5EF4-FFF2-40B4-BE49-F238E27FC236}">
                    <a16:creationId xmlns:a16="http://schemas.microsoft.com/office/drawing/2014/main" id="{37634E56-2AEF-4E56-B1F5-987B90C2C22E}"/>
                  </a:ext>
                </a:extLst>
              </p:cNvPr>
              <p:cNvSpPr/>
              <p:nvPr/>
            </p:nvSpPr>
            <p:spPr>
              <a:xfrm>
                <a:off x="1293307" y="2647963"/>
                <a:ext cx="184635" cy="19303"/>
              </a:xfrm>
              <a:custGeom>
                <a:avLst/>
                <a:gdLst/>
                <a:ahLst/>
                <a:cxnLst/>
                <a:rect l="l" t="t" r="r" b="b"/>
                <a:pathLst>
                  <a:path w="6552" h="685" extrusionOk="0">
                    <a:moveTo>
                      <a:pt x="23" y="0"/>
                    </a:moveTo>
                    <a:cubicBezTo>
                      <a:pt x="23" y="228"/>
                      <a:pt x="0" y="457"/>
                      <a:pt x="0" y="685"/>
                    </a:cubicBezTo>
                    <a:lnTo>
                      <a:pt x="6437" y="685"/>
                    </a:lnTo>
                    <a:lnTo>
                      <a:pt x="65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1;p16">
                <a:extLst>
                  <a:ext uri="{FF2B5EF4-FFF2-40B4-BE49-F238E27FC236}">
                    <a16:creationId xmlns:a16="http://schemas.microsoft.com/office/drawing/2014/main" id="{370497AC-037A-4264-8499-06B231B143C1}"/>
                  </a:ext>
                </a:extLst>
              </p:cNvPr>
              <p:cNvSpPr/>
              <p:nvPr/>
            </p:nvSpPr>
            <p:spPr>
              <a:xfrm>
                <a:off x="1498486" y="2647963"/>
                <a:ext cx="626526" cy="19303"/>
              </a:xfrm>
              <a:custGeom>
                <a:avLst/>
                <a:gdLst/>
                <a:ahLst/>
                <a:cxnLst/>
                <a:rect l="l" t="t" r="r" b="b"/>
                <a:pathLst>
                  <a:path w="22233" h="685" extrusionOk="0">
                    <a:moveTo>
                      <a:pt x="46" y="0"/>
                    </a:moveTo>
                    <a:lnTo>
                      <a:pt x="1" y="685"/>
                    </a:lnTo>
                    <a:lnTo>
                      <a:pt x="22232" y="685"/>
                    </a:lnTo>
                    <a:lnTo>
                      <a:pt x="221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02;p16">
                <a:extLst>
                  <a:ext uri="{FF2B5EF4-FFF2-40B4-BE49-F238E27FC236}">
                    <a16:creationId xmlns:a16="http://schemas.microsoft.com/office/drawing/2014/main" id="{84867121-21FD-4A9F-9922-95AD8F887D1B}"/>
                  </a:ext>
                </a:extLst>
              </p:cNvPr>
              <p:cNvSpPr/>
              <p:nvPr/>
            </p:nvSpPr>
            <p:spPr>
              <a:xfrm>
                <a:off x="1290095" y="2746368"/>
                <a:ext cx="171109" cy="19331"/>
              </a:xfrm>
              <a:custGeom>
                <a:avLst/>
                <a:gdLst/>
                <a:ahLst/>
                <a:cxnLst/>
                <a:rect l="l" t="t" r="r" b="b"/>
                <a:pathLst>
                  <a:path w="6072" h="686" extrusionOk="0">
                    <a:moveTo>
                      <a:pt x="23" y="0"/>
                    </a:moveTo>
                    <a:cubicBezTo>
                      <a:pt x="0" y="229"/>
                      <a:pt x="0" y="457"/>
                      <a:pt x="0" y="685"/>
                    </a:cubicBezTo>
                    <a:lnTo>
                      <a:pt x="5958" y="685"/>
                    </a:lnTo>
                    <a:lnTo>
                      <a:pt x="60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03;p16">
                <a:extLst>
                  <a:ext uri="{FF2B5EF4-FFF2-40B4-BE49-F238E27FC236}">
                    <a16:creationId xmlns:a16="http://schemas.microsoft.com/office/drawing/2014/main" id="{0DC4478A-FD5F-4AD8-9AB2-C864C0E6A66A}"/>
                  </a:ext>
                </a:extLst>
              </p:cNvPr>
              <p:cNvSpPr/>
              <p:nvPr/>
            </p:nvSpPr>
            <p:spPr>
              <a:xfrm>
                <a:off x="1490765" y="2746368"/>
                <a:ext cx="641969" cy="19331"/>
              </a:xfrm>
              <a:custGeom>
                <a:avLst/>
                <a:gdLst/>
                <a:ahLst/>
                <a:cxnLst/>
                <a:rect l="l" t="t" r="r" b="b"/>
                <a:pathLst>
                  <a:path w="22781" h="686" extrusionOk="0">
                    <a:moveTo>
                      <a:pt x="69" y="0"/>
                    </a:moveTo>
                    <a:lnTo>
                      <a:pt x="1" y="685"/>
                    </a:lnTo>
                    <a:lnTo>
                      <a:pt x="22780" y="685"/>
                    </a:lnTo>
                    <a:lnTo>
                      <a:pt x="227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04;p16">
                <a:extLst>
                  <a:ext uri="{FF2B5EF4-FFF2-40B4-BE49-F238E27FC236}">
                    <a16:creationId xmlns:a16="http://schemas.microsoft.com/office/drawing/2014/main" id="{4C775589-9BA8-4602-BDBD-BE71EB2B0590}"/>
                  </a:ext>
                </a:extLst>
              </p:cNvPr>
              <p:cNvSpPr/>
              <p:nvPr/>
            </p:nvSpPr>
            <p:spPr>
              <a:xfrm>
                <a:off x="2162294" y="2746368"/>
                <a:ext cx="171757" cy="19331"/>
              </a:xfrm>
              <a:custGeom>
                <a:avLst/>
                <a:gdLst/>
                <a:ahLst/>
                <a:cxnLst/>
                <a:rect l="l" t="t" r="r" b="b"/>
                <a:pathLst>
                  <a:path w="6095" h="686" extrusionOk="0">
                    <a:moveTo>
                      <a:pt x="0" y="0"/>
                    </a:moveTo>
                    <a:lnTo>
                      <a:pt x="114" y="685"/>
                    </a:lnTo>
                    <a:lnTo>
                      <a:pt x="6095" y="685"/>
                    </a:lnTo>
                    <a:cubicBezTo>
                      <a:pt x="6072" y="457"/>
                      <a:pt x="6072" y="229"/>
                      <a:pt x="60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05;p16">
                <a:extLst>
                  <a:ext uri="{FF2B5EF4-FFF2-40B4-BE49-F238E27FC236}">
                    <a16:creationId xmlns:a16="http://schemas.microsoft.com/office/drawing/2014/main" id="{0A03F69D-813B-42A8-B724-06D1A237A1B8}"/>
                  </a:ext>
                </a:extLst>
              </p:cNvPr>
              <p:cNvSpPr/>
              <p:nvPr/>
            </p:nvSpPr>
            <p:spPr>
              <a:xfrm>
                <a:off x="1286882" y="2845420"/>
                <a:ext cx="158259" cy="18683"/>
              </a:xfrm>
              <a:custGeom>
                <a:avLst/>
                <a:gdLst/>
                <a:ahLst/>
                <a:cxnLst/>
                <a:rect l="l" t="t" r="r" b="b"/>
                <a:pathLst>
                  <a:path w="5616" h="663" extrusionOk="0">
                    <a:moveTo>
                      <a:pt x="23" y="0"/>
                    </a:moveTo>
                    <a:cubicBezTo>
                      <a:pt x="23" y="229"/>
                      <a:pt x="0" y="457"/>
                      <a:pt x="0" y="662"/>
                    </a:cubicBezTo>
                    <a:lnTo>
                      <a:pt x="5501" y="662"/>
                    </a:lnTo>
                    <a:lnTo>
                      <a:pt x="56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06;p16">
                <a:extLst>
                  <a:ext uri="{FF2B5EF4-FFF2-40B4-BE49-F238E27FC236}">
                    <a16:creationId xmlns:a16="http://schemas.microsoft.com/office/drawing/2014/main" id="{2BAA4A73-7000-491D-A448-4B40DD9B09FD}"/>
                  </a:ext>
                </a:extLst>
              </p:cNvPr>
              <p:cNvSpPr/>
              <p:nvPr/>
            </p:nvSpPr>
            <p:spPr>
              <a:xfrm>
                <a:off x="1483691" y="2845420"/>
                <a:ext cx="656763" cy="18683"/>
              </a:xfrm>
              <a:custGeom>
                <a:avLst/>
                <a:gdLst/>
                <a:ahLst/>
                <a:cxnLst/>
                <a:rect l="l" t="t" r="r" b="b"/>
                <a:pathLst>
                  <a:path w="23306" h="663" extrusionOk="0">
                    <a:moveTo>
                      <a:pt x="46" y="0"/>
                    </a:moveTo>
                    <a:lnTo>
                      <a:pt x="1" y="662"/>
                    </a:lnTo>
                    <a:lnTo>
                      <a:pt x="23305" y="662"/>
                    </a:lnTo>
                    <a:lnTo>
                      <a:pt x="23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07;p16">
                <a:extLst>
                  <a:ext uri="{FF2B5EF4-FFF2-40B4-BE49-F238E27FC236}">
                    <a16:creationId xmlns:a16="http://schemas.microsoft.com/office/drawing/2014/main" id="{76685D84-9EAC-4F06-BCBF-2F20CE52460D}"/>
                  </a:ext>
                </a:extLst>
              </p:cNvPr>
              <p:cNvSpPr/>
              <p:nvPr/>
            </p:nvSpPr>
            <p:spPr>
              <a:xfrm>
                <a:off x="2179005" y="2845420"/>
                <a:ext cx="157611" cy="18683"/>
              </a:xfrm>
              <a:custGeom>
                <a:avLst/>
                <a:gdLst/>
                <a:ahLst/>
                <a:cxnLst/>
                <a:rect l="l" t="t" r="r" b="b"/>
                <a:pathLst>
                  <a:path w="5593" h="663" extrusionOk="0">
                    <a:moveTo>
                      <a:pt x="1" y="0"/>
                    </a:moveTo>
                    <a:lnTo>
                      <a:pt x="115" y="662"/>
                    </a:lnTo>
                    <a:lnTo>
                      <a:pt x="5593" y="662"/>
                    </a:lnTo>
                    <a:cubicBezTo>
                      <a:pt x="5593" y="457"/>
                      <a:pt x="5593" y="229"/>
                      <a:pt x="55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08;p16">
                <a:extLst>
                  <a:ext uri="{FF2B5EF4-FFF2-40B4-BE49-F238E27FC236}">
                    <a16:creationId xmlns:a16="http://schemas.microsoft.com/office/drawing/2014/main" id="{18ED7607-4722-493E-B15C-031DB939288D}"/>
                  </a:ext>
                </a:extLst>
              </p:cNvPr>
              <p:cNvSpPr/>
              <p:nvPr/>
            </p:nvSpPr>
            <p:spPr>
              <a:xfrm>
                <a:off x="2195095" y="2943825"/>
                <a:ext cx="144761" cy="19331"/>
              </a:xfrm>
              <a:custGeom>
                <a:avLst/>
                <a:gdLst/>
                <a:ahLst/>
                <a:cxnLst/>
                <a:rect l="l" t="t" r="r" b="b"/>
                <a:pathLst>
                  <a:path w="5137" h="686" extrusionOk="0">
                    <a:moveTo>
                      <a:pt x="0" y="1"/>
                    </a:moveTo>
                    <a:lnTo>
                      <a:pt x="115" y="685"/>
                    </a:lnTo>
                    <a:lnTo>
                      <a:pt x="5136" y="685"/>
                    </a:lnTo>
                    <a:cubicBezTo>
                      <a:pt x="5136" y="457"/>
                      <a:pt x="5113" y="229"/>
                      <a:pt x="51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09;p16">
                <a:extLst>
                  <a:ext uri="{FF2B5EF4-FFF2-40B4-BE49-F238E27FC236}">
                    <a16:creationId xmlns:a16="http://schemas.microsoft.com/office/drawing/2014/main" id="{182CBB6A-045C-486A-96AA-D255974F1981}"/>
                  </a:ext>
                </a:extLst>
              </p:cNvPr>
              <p:cNvSpPr/>
              <p:nvPr/>
            </p:nvSpPr>
            <p:spPr>
              <a:xfrm>
                <a:off x="1475970" y="2943825"/>
                <a:ext cx="672206" cy="19331"/>
              </a:xfrm>
              <a:custGeom>
                <a:avLst/>
                <a:gdLst/>
                <a:ahLst/>
                <a:cxnLst/>
                <a:rect l="l" t="t" r="r" b="b"/>
                <a:pathLst>
                  <a:path w="23854" h="686" extrusionOk="0">
                    <a:moveTo>
                      <a:pt x="46" y="1"/>
                    </a:moveTo>
                    <a:lnTo>
                      <a:pt x="1" y="685"/>
                    </a:lnTo>
                    <a:lnTo>
                      <a:pt x="23853" y="685"/>
                    </a:lnTo>
                    <a:lnTo>
                      <a:pt x="237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0;p16">
                <a:extLst>
                  <a:ext uri="{FF2B5EF4-FFF2-40B4-BE49-F238E27FC236}">
                    <a16:creationId xmlns:a16="http://schemas.microsoft.com/office/drawing/2014/main" id="{E35826C8-1ECA-4CA6-B9CC-7414F7C19DD2}"/>
                  </a:ext>
                </a:extLst>
              </p:cNvPr>
              <p:cNvSpPr/>
              <p:nvPr/>
            </p:nvSpPr>
            <p:spPr>
              <a:xfrm>
                <a:off x="1284290" y="2943825"/>
                <a:ext cx="144113" cy="19331"/>
              </a:xfrm>
              <a:custGeom>
                <a:avLst/>
                <a:gdLst/>
                <a:ahLst/>
                <a:cxnLst/>
                <a:rect l="l" t="t" r="r" b="b"/>
                <a:pathLst>
                  <a:path w="5114" h="686" extrusionOk="0">
                    <a:moveTo>
                      <a:pt x="1" y="1"/>
                    </a:moveTo>
                    <a:cubicBezTo>
                      <a:pt x="1" y="229"/>
                      <a:pt x="1" y="457"/>
                      <a:pt x="1" y="685"/>
                    </a:cubicBezTo>
                    <a:lnTo>
                      <a:pt x="5000" y="685"/>
                    </a:lnTo>
                    <a:lnTo>
                      <a:pt x="51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1;p16">
                <a:extLst>
                  <a:ext uri="{FF2B5EF4-FFF2-40B4-BE49-F238E27FC236}">
                    <a16:creationId xmlns:a16="http://schemas.microsoft.com/office/drawing/2014/main" id="{E8B5B721-5830-4A48-8623-C1BB51659BE4}"/>
                  </a:ext>
                </a:extLst>
              </p:cNvPr>
              <p:cNvSpPr/>
              <p:nvPr/>
            </p:nvSpPr>
            <p:spPr>
              <a:xfrm>
                <a:off x="1690166" y="1911479"/>
                <a:ext cx="243813" cy="138307"/>
              </a:xfrm>
              <a:custGeom>
                <a:avLst/>
                <a:gdLst/>
                <a:ahLst/>
                <a:cxnLst/>
                <a:rect l="l" t="t" r="r" b="b"/>
                <a:pathLst>
                  <a:path w="8652" h="4908" extrusionOk="0">
                    <a:moveTo>
                      <a:pt x="8651" y="434"/>
                    </a:moveTo>
                    <a:lnTo>
                      <a:pt x="7031" y="0"/>
                    </a:lnTo>
                    <a:lnTo>
                      <a:pt x="4315" y="0"/>
                    </a:lnTo>
                    <a:lnTo>
                      <a:pt x="4315" y="0"/>
                    </a:lnTo>
                    <a:lnTo>
                      <a:pt x="1598" y="0"/>
                    </a:lnTo>
                    <a:lnTo>
                      <a:pt x="1" y="434"/>
                    </a:lnTo>
                    <a:cubicBezTo>
                      <a:pt x="526" y="2625"/>
                      <a:pt x="2260" y="4839"/>
                      <a:pt x="4315" y="4908"/>
                    </a:cubicBezTo>
                    <a:lnTo>
                      <a:pt x="4315" y="4908"/>
                    </a:lnTo>
                    <a:cubicBezTo>
                      <a:pt x="6369" y="4839"/>
                      <a:pt x="8104" y="2625"/>
                      <a:pt x="8651" y="43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2;p16">
                <a:extLst>
                  <a:ext uri="{FF2B5EF4-FFF2-40B4-BE49-F238E27FC236}">
                    <a16:creationId xmlns:a16="http://schemas.microsoft.com/office/drawing/2014/main" id="{B291BAEE-0E01-48FF-971F-A9525BFF7A8F}"/>
                  </a:ext>
                </a:extLst>
              </p:cNvPr>
              <p:cNvSpPr/>
              <p:nvPr/>
            </p:nvSpPr>
            <p:spPr>
              <a:xfrm>
                <a:off x="1617490" y="1444452"/>
                <a:ext cx="393026" cy="245786"/>
              </a:xfrm>
              <a:custGeom>
                <a:avLst/>
                <a:gdLst/>
                <a:ahLst/>
                <a:cxnLst/>
                <a:rect l="l" t="t" r="r" b="b"/>
                <a:pathLst>
                  <a:path w="13947" h="8722" extrusionOk="0">
                    <a:moveTo>
                      <a:pt x="6739" y="0"/>
                    </a:moveTo>
                    <a:cubicBezTo>
                      <a:pt x="3411" y="0"/>
                      <a:pt x="2237" y="2170"/>
                      <a:pt x="2237" y="2170"/>
                    </a:cubicBezTo>
                    <a:cubicBezTo>
                      <a:pt x="0" y="3129"/>
                      <a:pt x="571" y="7397"/>
                      <a:pt x="754" y="8516"/>
                    </a:cubicBezTo>
                    <a:cubicBezTo>
                      <a:pt x="1005" y="8151"/>
                      <a:pt x="1438" y="7900"/>
                      <a:pt x="1895" y="7877"/>
                    </a:cubicBezTo>
                    <a:lnTo>
                      <a:pt x="1918" y="6781"/>
                    </a:lnTo>
                    <a:cubicBezTo>
                      <a:pt x="1986" y="6735"/>
                      <a:pt x="2602" y="6279"/>
                      <a:pt x="2831" y="4704"/>
                    </a:cubicBezTo>
                    <a:lnTo>
                      <a:pt x="2853" y="4727"/>
                    </a:lnTo>
                    <a:cubicBezTo>
                      <a:pt x="4094" y="5223"/>
                      <a:pt x="5400" y="5434"/>
                      <a:pt x="6730" y="5434"/>
                    </a:cubicBezTo>
                    <a:cubicBezTo>
                      <a:pt x="8214" y="5434"/>
                      <a:pt x="9727" y="5171"/>
                      <a:pt x="11208" y="4750"/>
                    </a:cubicBezTo>
                    <a:cubicBezTo>
                      <a:pt x="11459" y="6416"/>
                      <a:pt x="11938" y="6781"/>
                      <a:pt x="11938" y="6781"/>
                    </a:cubicBezTo>
                    <a:lnTo>
                      <a:pt x="11938" y="6804"/>
                    </a:lnTo>
                    <a:lnTo>
                      <a:pt x="11938" y="7900"/>
                    </a:lnTo>
                    <a:cubicBezTo>
                      <a:pt x="12417" y="7991"/>
                      <a:pt x="12805" y="8288"/>
                      <a:pt x="13011" y="8721"/>
                    </a:cubicBezTo>
                    <a:cubicBezTo>
                      <a:pt x="13125" y="8036"/>
                      <a:pt x="13947" y="3198"/>
                      <a:pt x="11573" y="2170"/>
                    </a:cubicBezTo>
                    <a:cubicBezTo>
                      <a:pt x="11573" y="2170"/>
                      <a:pt x="10377" y="0"/>
                      <a:pt x="7048" y="0"/>
                    </a:cubicBezTo>
                    <a:cubicBezTo>
                      <a:pt x="6997" y="0"/>
                      <a:pt x="6945" y="1"/>
                      <a:pt x="6894" y="2"/>
                    </a:cubicBezTo>
                    <a:cubicBezTo>
                      <a:pt x="6842" y="1"/>
                      <a:pt x="6790" y="0"/>
                      <a:pt x="67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3;p16">
                <a:extLst>
                  <a:ext uri="{FF2B5EF4-FFF2-40B4-BE49-F238E27FC236}">
                    <a16:creationId xmlns:a16="http://schemas.microsoft.com/office/drawing/2014/main" id="{D3EC1B14-D377-4B43-92AB-F48BE4709A1D}"/>
                  </a:ext>
                </a:extLst>
              </p:cNvPr>
              <p:cNvSpPr/>
              <p:nvPr/>
            </p:nvSpPr>
            <p:spPr>
              <a:xfrm>
                <a:off x="1733902" y="1804705"/>
                <a:ext cx="156343" cy="197514"/>
              </a:xfrm>
              <a:custGeom>
                <a:avLst/>
                <a:gdLst/>
                <a:ahLst/>
                <a:cxnLst/>
                <a:rect l="l" t="t" r="r" b="b"/>
                <a:pathLst>
                  <a:path w="5548" h="7009" extrusionOk="0">
                    <a:moveTo>
                      <a:pt x="1" y="0"/>
                    </a:moveTo>
                    <a:lnTo>
                      <a:pt x="1" y="3835"/>
                    </a:lnTo>
                    <a:cubicBezTo>
                      <a:pt x="1" y="3835"/>
                      <a:pt x="23" y="3858"/>
                      <a:pt x="23" y="3903"/>
                    </a:cubicBezTo>
                    <a:cubicBezTo>
                      <a:pt x="316" y="5411"/>
                      <a:pt x="1563" y="7008"/>
                      <a:pt x="2802" y="7008"/>
                    </a:cubicBezTo>
                    <a:cubicBezTo>
                      <a:pt x="2819" y="7008"/>
                      <a:pt x="2837" y="7008"/>
                      <a:pt x="2854" y="7007"/>
                    </a:cubicBezTo>
                    <a:cubicBezTo>
                      <a:pt x="4018" y="6985"/>
                      <a:pt x="5136" y="5410"/>
                      <a:pt x="5502" y="4017"/>
                    </a:cubicBezTo>
                    <a:cubicBezTo>
                      <a:pt x="5524" y="3903"/>
                      <a:pt x="5547" y="3835"/>
                      <a:pt x="5547" y="3835"/>
                    </a:cubicBezTo>
                    <a:lnTo>
                      <a:pt x="554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4;p16">
                <a:extLst>
                  <a:ext uri="{FF2B5EF4-FFF2-40B4-BE49-F238E27FC236}">
                    <a16:creationId xmlns:a16="http://schemas.microsoft.com/office/drawing/2014/main" id="{B73F8A36-22A5-4665-BA8F-B8AAB6AE5BAE}"/>
                  </a:ext>
                </a:extLst>
              </p:cNvPr>
              <p:cNvSpPr/>
              <p:nvPr/>
            </p:nvSpPr>
            <p:spPr>
              <a:xfrm>
                <a:off x="1630988" y="1665749"/>
                <a:ext cx="86879" cy="86879"/>
              </a:xfrm>
              <a:custGeom>
                <a:avLst/>
                <a:gdLst/>
                <a:ahLst/>
                <a:cxnLst/>
                <a:rect l="l" t="t" r="r" b="b"/>
                <a:pathLst>
                  <a:path w="3083" h="3083" extrusionOk="0">
                    <a:moveTo>
                      <a:pt x="1553" y="1"/>
                    </a:moveTo>
                    <a:cubicBezTo>
                      <a:pt x="685" y="1"/>
                      <a:pt x="1" y="686"/>
                      <a:pt x="1" y="1530"/>
                    </a:cubicBezTo>
                    <a:cubicBezTo>
                      <a:pt x="1" y="2375"/>
                      <a:pt x="685" y="3082"/>
                      <a:pt x="1553" y="3082"/>
                    </a:cubicBezTo>
                    <a:cubicBezTo>
                      <a:pt x="2397" y="3082"/>
                      <a:pt x="3082" y="2375"/>
                      <a:pt x="3082" y="1530"/>
                    </a:cubicBezTo>
                    <a:cubicBezTo>
                      <a:pt x="3082" y="686"/>
                      <a:pt x="2397" y="1"/>
                      <a:pt x="15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5;p16">
                <a:extLst>
                  <a:ext uri="{FF2B5EF4-FFF2-40B4-BE49-F238E27FC236}">
                    <a16:creationId xmlns:a16="http://schemas.microsoft.com/office/drawing/2014/main" id="{730F81D1-6DA5-40D9-871C-812FECB227DA}"/>
                  </a:ext>
                </a:extLst>
              </p:cNvPr>
              <p:cNvSpPr/>
              <p:nvPr/>
            </p:nvSpPr>
            <p:spPr>
              <a:xfrm>
                <a:off x="1902418" y="1665749"/>
                <a:ext cx="86231" cy="86879"/>
              </a:xfrm>
              <a:custGeom>
                <a:avLst/>
                <a:gdLst/>
                <a:ahLst/>
                <a:cxnLst/>
                <a:rect l="l" t="t" r="r" b="b"/>
                <a:pathLst>
                  <a:path w="3060" h="3083" extrusionOk="0">
                    <a:moveTo>
                      <a:pt x="1530" y="1"/>
                    </a:moveTo>
                    <a:cubicBezTo>
                      <a:pt x="686" y="1"/>
                      <a:pt x="1" y="686"/>
                      <a:pt x="1" y="1530"/>
                    </a:cubicBezTo>
                    <a:cubicBezTo>
                      <a:pt x="1" y="2375"/>
                      <a:pt x="686" y="3082"/>
                      <a:pt x="1530" y="3082"/>
                    </a:cubicBezTo>
                    <a:cubicBezTo>
                      <a:pt x="2375" y="3082"/>
                      <a:pt x="3059" y="2375"/>
                      <a:pt x="3059" y="1530"/>
                    </a:cubicBezTo>
                    <a:cubicBezTo>
                      <a:pt x="3059" y="686"/>
                      <a:pt x="2375" y="1"/>
                      <a:pt x="15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6;p16">
                <a:extLst>
                  <a:ext uri="{FF2B5EF4-FFF2-40B4-BE49-F238E27FC236}">
                    <a16:creationId xmlns:a16="http://schemas.microsoft.com/office/drawing/2014/main" id="{316A580A-9D23-4602-A30D-34DE77DBD9B0}"/>
                  </a:ext>
                </a:extLst>
              </p:cNvPr>
              <p:cNvSpPr/>
              <p:nvPr/>
            </p:nvSpPr>
            <p:spPr>
              <a:xfrm>
                <a:off x="1660577" y="1665749"/>
                <a:ext cx="57290" cy="86879"/>
              </a:xfrm>
              <a:custGeom>
                <a:avLst/>
                <a:gdLst/>
                <a:ahLst/>
                <a:cxnLst/>
                <a:rect l="l" t="t" r="r" b="b"/>
                <a:pathLst>
                  <a:path w="2033" h="3083" extrusionOk="0">
                    <a:moveTo>
                      <a:pt x="503" y="1"/>
                    </a:moveTo>
                    <a:cubicBezTo>
                      <a:pt x="320" y="1"/>
                      <a:pt x="160" y="24"/>
                      <a:pt x="1" y="92"/>
                    </a:cubicBezTo>
                    <a:lnTo>
                      <a:pt x="1" y="1370"/>
                    </a:lnTo>
                    <a:cubicBezTo>
                      <a:pt x="1" y="1895"/>
                      <a:pt x="69" y="2466"/>
                      <a:pt x="229" y="3059"/>
                    </a:cubicBezTo>
                    <a:cubicBezTo>
                      <a:pt x="297" y="3059"/>
                      <a:pt x="389" y="3082"/>
                      <a:pt x="503" y="3082"/>
                    </a:cubicBezTo>
                    <a:cubicBezTo>
                      <a:pt x="1347" y="3082"/>
                      <a:pt x="2032" y="2375"/>
                      <a:pt x="2032" y="1530"/>
                    </a:cubicBezTo>
                    <a:cubicBezTo>
                      <a:pt x="2032" y="686"/>
                      <a:pt x="1347" y="1"/>
                      <a:pt x="503" y="1"/>
                    </a:cubicBezTo>
                    <a:close/>
                  </a:path>
                </a:pathLst>
              </a:custGeom>
              <a:solidFill>
                <a:srgbClr val="FF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7;p16">
                <a:extLst>
                  <a:ext uri="{FF2B5EF4-FFF2-40B4-BE49-F238E27FC236}">
                    <a16:creationId xmlns:a16="http://schemas.microsoft.com/office/drawing/2014/main" id="{DD12C865-9579-42C8-9FE0-B1F95A29F3D4}"/>
                  </a:ext>
                </a:extLst>
              </p:cNvPr>
              <p:cNvSpPr/>
              <p:nvPr/>
            </p:nvSpPr>
            <p:spPr>
              <a:xfrm>
                <a:off x="1902418" y="1665749"/>
                <a:ext cx="61799" cy="86879"/>
              </a:xfrm>
              <a:custGeom>
                <a:avLst/>
                <a:gdLst/>
                <a:ahLst/>
                <a:cxnLst/>
                <a:rect l="l" t="t" r="r" b="b"/>
                <a:pathLst>
                  <a:path w="2193" h="3083" extrusionOk="0">
                    <a:moveTo>
                      <a:pt x="1530" y="1"/>
                    </a:moveTo>
                    <a:cubicBezTo>
                      <a:pt x="686" y="1"/>
                      <a:pt x="1" y="686"/>
                      <a:pt x="1" y="1530"/>
                    </a:cubicBezTo>
                    <a:cubicBezTo>
                      <a:pt x="1" y="2375"/>
                      <a:pt x="686" y="3082"/>
                      <a:pt x="1530" y="3082"/>
                    </a:cubicBezTo>
                    <a:cubicBezTo>
                      <a:pt x="1690" y="3082"/>
                      <a:pt x="1827" y="3059"/>
                      <a:pt x="1964" y="3014"/>
                    </a:cubicBezTo>
                    <a:cubicBezTo>
                      <a:pt x="2101" y="2443"/>
                      <a:pt x="2192" y="1873"/>
                      <a:pt x="2192" y="1370"/>
                    </a:cubicBezTo>
                    <a:lnTo>
                      <a:pt x="2192" y="161"/>
                    </a:lnTo>
                    <a:cubicBezTo>
                      <a:pt x="1987" y="47"/>
                      <a:pt x="1758" y="1"/>
                      <a:pt x="1530" y="1"/>
                    </a:cubicBezTo>
                    <a:close/>
                  </a:path>
                </a:pathLst>
              </a:custGeom>
              <a:solidFill>
                <a:srgbClr val="FF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8;p16">
                <a:extLst>
                  <a:ext uri="{FF2B5EF4-FFF2-40B4-BE49-F238E27FC236}">
                    <a16:creationId xmlns:a16="http://schemas.microsoft.com/office/drawing/2014/main" id="{57C7770D-3777-499D-8DDE-38DCA855B982}"/>
                  </a:ext>
                </a:extLst>
              </p:cNvPr>
              <p:cNvSpPr/>
              <p:nvPr/>
            </p:nvSpPr>
            <p:spPr>
              <a:xfrm>
                <a:off x="1670215" y="1576982"/>
                <a:ext cx="283688" cy="306204"/>
              </a:xfrm>
              <a:custGeom>
                <a:avLst/>
                <a:gdLst/>
                <a:ahLst/>
                <a:cxnLst/>
                <a:rect l="l" t="t" r="r" b="b"/>
                <a:pathLst>
                  <a:path w="10067" h="10866" extrusionOk="0">
                    <a:moveTo>
                      <a:pt x="960" y="1"/>
                    </a:moveTo>
                    <a:cubicBezTo>
                      <a:pt x="731" y="1576"/>
                      <a:pt x="115" y="2032"/>
                      <a:pt x="47" y="2078"/>
                    </a:cubicBezTo>
                    <a:lnTo>
                      <a:pt x="1" y="4566"/>
                    </a:lnTo>
                    <a:cubicBezTo>
                      <a:pt x="1" y="6027"/>
                      <a:pt x="617" y="7784"/>
                      <a:pt x="1599" y="9131"/>
                    </a:cubicBezTo>
                    <a:cubicBezTo>
                      <a:pt x="2398" y="10227"/>
                      <a:pt x="3676" y="10866"/>
                      <a:pt x="5045" y="10866"/>
                    </a:cubicBezTo>
                    <a:cubicBezTo>
                      <a:pt x="6392" y="10866"/>
                      <a:pt x="7693" y="10227"/>
                      <a:pt x="8469" y="9131"/>
                    </a:cubicBezTo>
                    <a:cubicBezTo>
                      <a:pt x="9451" y="7784"/>
                      <a:pt x="10067" y="6027"/>
                      <a:pt x="10067" y="4566"/>
                    </a:cubicBezTo>
                    <a:lnTo>
                      <a:pt x="10067" y="2101"/>
                    </a:lnTo>
                    <a:lnTo>
                      <a:pt x="10067" y="2078"/>
                    </a:lnTo>
                    <a:cubicBezTo>
                      <a:pt x="10067" y="2078"/>
                      <a:pt x="9588" y="1713"/>
                      <a:pt x="9337" y="47"/>
                    </a:cubicBezTo>
                    <a:cubicBezTo>
                      <a:pt x="7856" y="468"/>
                      <a:pt x="6343" y="731"/>
                      <a:pt x="4859" y="731"/>
                    </a:cubicBezTo>
                    <a:cubicBezTo>
                      <a:pt x="3529" y="731"/>
                      <a:pt x="2223" y="520"/>
                      <a:pt x="982" y="24"/>
                    </a:cubicBezTo>
                    <a:lnTo>
                      <a:pt x="96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9;p16">
                <a:extLst>
                  <a:ext uri="{FF2B5EF4-FFF2-40B4-BE49-F238E27FC236}">
                    <a16:creationId xmlns:a16="http://schemas.microsoft.com/office/drawing/2014/main" id="{08B3D8EE-F457-4ACF-A577-D35C2C57218B}"/>
                  </a:ext>
                </a:extLst>
              </p:cNvPr>
              <p:cNvSpPr/>
              <p:nvPr/>
            </p:nvSpPr>
            <p:spPr>
              <a:xfrm>
                <a:off x="1660577" y="1666397"/>
                <a:ext cx="16119" cy="86231"/>
              </a:xfrm>
              <a:custGeom>
                <a:avLst/>
                <a:gdLst/>
                <a:ahLst/>
                <a:cxnLst/>
                <a:rect l="l" t="t" r="r" b="b"/>
                <a:pathLst>
                  <a:path w="572" h="3060" extrusionOk="0">
                    <a:moveTo>
                      <a:pt x="366" y="1"/>
                    </a:moveTo>
                    <a:cubicBezTo>
                      <a:pt x="252" y="1"/>
                      <a:pt x="115" y="24"/>
                      <a:pt x="1" y="69"/>
                    </a:cubicBezTo>
                    <a:lnTo>
                      <a:pt x="1" y="1347"/>
                    </a:lnTo>
                    <a:cubicBezTo>
                      <a:pt x="1" y="1872"/>
                      <a:pt x="69" y="2443"/>
                      <a:pt x="229" y="3036"/>
                    </a:cubicBezTo>
                    <a:cubicBezTo>
                      <a:pt x="297" y="3036"/>
                      <a:pt x="389" y="3059"/>
                      <a:pt x="503" y="3059"/>
                    </a:cubicBezTo>
                    <a:cubicBezTo>
                      <a:pt x="526" y="3059"/>
                      <a:pt x="548" y="3059"/>
                      <a:pt x="571" y="3036"/>
                    </a:cubicBezTo>
                    <a:cubicBezTo>
                      <a:pt x="434" y="2489"/>
                      <a:pt x="343" y="1918"/>
                      <a:pt x="343" y="1393"/>
                    </a:cubicBezTo>
                    <a:lnTo>
                      <a:pt x="366" y="1"/>
                    </a:lnTo>
                    <a:close/>
                  </a:path>
                </a:pathLst>
              </a:custGeom>
              <a:solidFill>
                <a:srgbClr val="DC9E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20;p16">
                <a:extLst>
                  <a:ext uri="{FF2B5EF4-FFF2-40B4-BE49-F238E27FC236}">
                    <a16:creationId xmlns:a16="http://schemas.microsoft.com/office/drawing/2014/main" id="{932F8CE6-32F4-404C-97A2-A61A46DAB017}"/>
                  </a:ext>
                </a:extLst>
              </p:cNvPr>
              <p:cNvSpPr/>
              <p:nvPr/>
            </p:nvSpPr>
            <p:spPr>
              <a:xfrm>
                <a:off x="1947450" y="1667045"/>
                <a:ext cx="16767" cy="84935"/>
              </a:xfrm>
              <a:custGeom>
                <a:avLst/>
                <a:gdLst/>
                <a:ahLst/>
                <a:cxnLst/>
                <a:rect l="l" t="t" r="r" b="b"/>
                <a:pathLst>
                  <a:path w="595" h="3014" extrusionOk="0">
                    <a:moveTo>
                      <a:pt x="229" y="1"/>
                    </a:moveTo>
                    <a:lnTo>
                      <a:pt x="229" y="1370"/>
                    </a:lnTo>
                    <a:cubicBezTo>
                      <a:pt x="229" y="1895"/>
                      <a:pt x="138" y="2466"/>
                      <a:pt x="1" y="3013"/>
                    </a:cubicBezTo>
                    <a:cubicBezTo>
                      <a:pt x="138" y="3013"/>
                      <a:pt x="252" y="3013"/>
                      <a:pt x="366" y="2968"/>
                    </a:cubicBezTo>
                    <a:cubicBezTo>
                      <a:pt x="503" y="2397"/>
                      <a:pt x="594" y="1827"/>
                      <a:pt x="594" y="1324"/>
                    </a:cubicBezTo>
                    <a:lnTo>
                      <a:pt x="594" y="115"/>
                    </a:lnTo>
                    <a:cubicBezTo>
                      <a:pt x="480" y="46"/>
                      <a:pt x="366" y="1"/>
                      <a:pt x="229" y="1"/>
                    </a:cubicBezTo>
                    <a:close/>
                  </a:path>
                </a:pathLst>
              </a:custGeom>
              <a:solidFill>
                <a:srgbClr val="DC9E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21;p16">
                <a:extLst>
                  <a:ext uri="{FF2B5EF4-FFF2-40B4-BE49-F238E27FC236}">
                    <a16:creationId xmlns:a16="http://schemas.microsoft.com/office/drawing/2014/main" id="{A80F1FAC-9E8E-4894-AB74-2B3F13776A12}"/>
                  </a:ext>
                </a:extLst>
              </p:cNvPr>
              <p:cNvSpPr/>
              <p:nvPr/>
            </p:nvSpPr>
            <p:spPr>
              <a:xfrm>
                <a:off x="1733902" y="1854865"/>
                <a:ext cx="156343" cy="54049"/>
              </a:xfrm>
              <a:custGeom>
                <a:avLst/>
                <a:gdLst/>
                <a:ahLst/>
                <a:cxnLst/>
                <a:rect l="l" t="t" r="r" b="b"/>
                <a:pathLst>
                  <a:path w="5548" h="1918" extrusionOk="0">
                    <a:moveTo>
                      <a:pt x="1" y="0"/>
                    </a:moveTo>
                    <a:lnTo>
                      <a:pt x="1" y="1096"/>
                    </a:lnTo>
                    <a:cubicBezTo>
                      <a:pt x="822" y="1644"/>
                      <a:pt x="1781" y="1918"/>
                      <a:pt x="2785" y="1918"/>
                    </a:cubicBezTo>
                    <a:cubicBezTo>
                      <a:pt x="3767" y="1918"/>
                      <a:pt x="4726" y="1644"/>
                      <a:pt x="5547" y="1096"/>
                    </a:cubicBezTo>
                    <a:lnTo>
                      <a:pt x="5547" y="0"/>
                    </a:lnTo>
                    <a:cubicBezTo>
                      <a:pt x="4771" y="640"/>
                      <a:pt x="3790" y="1005"/>
                      <a:pt x="2785" y="1005"/>
                    </a:cubicBezTo>
                    <a:cubicBezTo>
                      <a:pt x="1758" y="1005"/>
                      <a:pt x="777" y="640"/>
                      <a:pt x="1" y="0"/>
                    </a:cubicBezTo>
                    <a:close/>
                  </a:path>
                </a:pathLst>
              </a:custGeom>
              <a:solidFill>
                <a:srgbClr val="DC9E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22;p16">
                <a:extLst>
                  <a:ext uri="{FF2B5EF4-FFF2-40B4-BE49-F238E27FC236}">
                    <a16:creationId xmlns:a16="http://schemas.microsoft.com/office/drawing/2014/main" id="{ABE7F6E8-CE27-41A3-BFBA-BDE2217A8C01}"/>
                  </a:ext>
                </a:extLst>
              </p:cNvPr>
              <p:cNvSpPr/>
              <p:nvPr/>
            </p:nvSpPr>
            <p:spPr>
              <a:xfrm>
                <a:off x="1715895" y="1635850"/>
                <a:ext cx="66279" cy="14005"/>
              </a:xfrm>
              <a:custGeom>
                <a:avLst/>
                <a:gdLst/>
                <a:ahLst/>
                <a:cxnLst/>
                <a:rect l="l" t="t" r="r" b="b"/>
                <a:pathLst>
                  <a:path w="2352" h="497" extrusionOk="0">
                    <a:moveTo>
                      <a:pt x="1176" y="0"/>
                    </a:moveTo>
                    <a:cubicBezTo>
                      <a:pt x="845" y="0"/>
                      <a:pt x="514" y="35"/>
                      <a:pt x="183" y="103"/>
                    </a:cubicBezTo>
                    <a:cubicBezTo>
                      <a:pt x="69" y="126"/>
                      <a:pt x="1" y="240"/>
                      <a:pt x="23" y="354"/>
                    </a:cubicBezTo>
                    <a:cubicBezTo>
                      <a:pt x="42" y="449"/>
                      <a:pt x="125" y="497"/>
                      <a:pt x="218" y="497"/>
                    </a:cubicBezTo>
                    <a:cubicBezTo>
                      <a:pt x="236" y="497"/>
                      <a:pt x="255" y="495"/>
                      <a:pt x="274" y="491"/>
                    </a:cubicBezTo>
                    <a:cubicBezTo>
                      <a:pt x="571" y="434"/>
                      <a:pt x="874" y="406"/>
                      <a:pt x="1176" y="406"/>
                    </a:cubicBezTo>
                    <a:cubicBezTo>
                      <a:pt x="1479" y="406"/>
                      <a:pt x="1781" y="434"/>
                      <a:pt x="2078" y="491"/>
                    </a:cubicBezTo>
                    <a:cubicBezTo>
                      <a:pt x="2097" y="495"/>
                      <a:pt x="2116" y="497"/>
                      <a:pt x="2134" y="497"/>
                    </a:cubicBezTo>
                    <a:cubicBezTo>
                      <a:pt x="2227" y="497"/>
                      <a:pt x="2310" y="449"/>
                      <a:pt x="2329" y="354"/>
                    </a:cubicBezTo>
                    <a:cubicBezTo>
                      <a:pt x="2352" y="240"/>
                      <a:pt x="2283" y="126"/>
                      <a:pt x="2169" y="103"/>
                    </a:cubicBezTo>
                    <a:cubicBezTo>
                      <a:pt x="1838" y="35"/>
                      <a:pt x="1507" y="0"/>
                      <a:pt x="11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23;p16">
                <a:extLst>
                  <a:ext uri="{FF2B5EF4-FFF2-40B4-BE49-F238E27FC236}">
                    <a16:creationId xmlns:a16="http://schemas.microsoft.com/office/drawing/2014/main" id="{7EE1E603-60CD-4885-B48D-401332F1D6F5}"/>
                  </a:ext>
                </a:extLst>
              </p:cNvPr>
              <p:cNvSpPr/>
              <p:nvPr/>
            </p:nvSpPr>
            <p:spPr>
              <a:xfrm>
                <a:off x="1751260" y="1661268"/>
                <a:ext cx="20628" cy="24460"/>
              </a:xfrm>
              <a:custGeom>
                <a:avLst/>
                <a:gdLst/>
                <a:ahLst/>
                <a:cxnLst/>
                <a:rect l="l" t="t" r="r" b="b"/>
                <a:pathLst>
                  <a:path w="732" h="868" extrusionOk="0">
                    <a:moveTo>
                      <a:pt x="366" y="0"/>
                    </a:moveTo>
                    <a:cubicBezTo>
                      <a:pt x="184" y="0"/>
                      <a:pt x="1" y="183"/>
                      <a:pt x="1" y="434"/>
                    </a:cubicBezTo>
                    <a:cubicBezTo>
                      <a:pt x="1" y="662"/>
                      <a:pt x="184" y="867"/>
                      <a:pt x="366" y="867"/>
                    </a:cubicBezTo>
                    <a:cubicBezTo>
                      <a:pt x="572" y="867"/>
                      <a:pt x="731" y="662"/>
                      <a:pt x="731" y="434"/>
                    </a:cubicBezTo>
                    <a:cubicBezTo>
                      <a:pt x="731" y="183"/>
                      <a:pt x="572" y="0"/>
                      <a:pt x="3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24;p16">
                <a:extLst>
                  <a:ext uri="{FF2B5EF4-FFF2-40B4-BE49-F238E27FC236}">
                    <a16:creationId xmlns:a16="http://schemas.microsoft.com/office/drawing/2014/main" id="{BC91C2FE-6B32-417D-B705-719D3FA906CC}"/>
                  </a:ext>
                </a:extLst>
              </p:cNvPr>
              <p:cNvSpPr/>
              <p:nvPr/>
            </p:nvSpPr>
            <p:spPr>
              <a:xfrm>
                <a:off x="1838759" y="1635850"/>
                <a:ext cx="66928" cy="14005"/>
              </a:xfrm>
              <a:custGeom>
                <a:avLst/>
                <a:gdLst/>
                <a:ahLst/>
                <a:cxnLst/>
                <a:rect l="l" t="t" r="r" b="b"/>
                <a:pathLst>
                  <a:path w="2375" h="497" extrusionOk="0">
                    <a:moveTo>
                      <a:pt x="1187" y="0"/>
                    </a:moveTo>
                    <a:cubicBezTo>
                      <a:pt x="856" y="0"/>
                      <a:pt x="525" y="35"/>
                      <a:pt x="206" y="103"/>
                    </a:cubicBezTo>
                    <a:cubicBezTo>
                      <a:pt x="69" y="126"/>
                      <a:pt x="0" y="240"/>
                      <a:pt x="23" y="354"/>
                    </a:cubicBezTo>
                    <a:cubicBezTo>
                      <a:pt x="42" y="449"/>
                      <a:pt x="124" y="497"/>
                      <a:pt x="217" y="497"/>
                    </a:cubicBezTo>
                    <a:cubicBezTo>
                      <a:pt x="236" y="497"/>
                      <a:pt x="255" y="495"/>
                      <a:pt x="274" y="491"/>
                    </a:cubicBezTo>
                    <a:cubicBezTo>
                      <a:pt x="571" y="434"/>
                      <a:pt x="873" y="406"/>
                      <a:pt x="1179" y="406"/>
                    </a:cubicBezTo>
                    <a:cubicBezTo>
                      <a:pt x="1484" y="406"/>
                      <a:pt x="1792" y="434"/>
                      <a:pt x="2100" y="491"/>
                    </a:cubicBezTo>
                    <a:cubicBezTo>
                      <a:pt x="2115" y="495"/>
                      <a:pt x="2131" y="497"/>
                      <a:pt x="2147" y="497"/>
                    </a:cubicBezTo>
                    <a:cubicBezTo>
                      <a:pt x="2228" y="497"/>
                      <a:pt x="2313" y="449"/>
                      <a:pt x="2351" y="354"/>
                    </a:cubicBezTo>
                    <a:cubicBezTo>
                      <a:pt x="2374" y="240"/>
                      <a:pt x="2306" y="126"/>
                      <a:pt x="2169" y="103"/>
                    </a:cubicBezTo>
                    <a:cubicBezTo>
                      <a:pt x="1849" y="35"/>
                      <a:pt x="1518" y="0"/>
                      <a:pt x="11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25;p16">
                <a:extLst>
                  <a:ext uri="{FF2B5EF4-FFF2-40B4-BE49-F238E27FC236}">
                    <a16:creationId xmlns:a16="http://schemas.microsoft.com/office/drawing/2014/main" id="{169E0DD1-9DDD-4C4D-A4CC-526DA8F8B09D}"/>
                  </a:ext>
                </a:extLst>
              </p:cNvPr>
              <p:cNvSpPr/>
              <p:nvPr/>
            </p:nvSpPr>
            <p:spPr>
              <a:xfrm>
                <a:off x="1849045" y="1661268"/>
                <a:ext cx="20600" cy="24460"/>
              </a:xfrm>
              <a:custGeom>
                <a:avLst/>
                <a:gdLst/>
                <a:ahLst/>
                <a:cxnLst/>
                <a:rect l="l" t="t" r="r" b="b"/>
                <a:pathLst>
                  <a:path w="731" h="868" extrusionOk="0">
                    <a:moveTo>
                      <a:pt x="366" y="0"/>
                    </a:moveTo>
                    <a:cubicBezTo>
                      <a:pt x="160" y="0"/>
                      <a:pt x="0" y="183"/>
                      <a:pt x="0" y="434"/>
                    </a:cubicBezTo>
                    <a:cubicBezTo>
                      <a:pt x="0" y="662"/>
                      <a:pt x="160" y="867"/>
                      <a:pt x="366" y="867"/>
                    </a:cubicBezTo>
                    <a:cubicBezTo>
                      <a:pt x="571" y="867"/>
                      <a:pt x="731" y="662"/>
                      <a:pt x="731" y="434"/>
                    </a:cubicBezTo>
                    <a:cubicBezTo>
                      <a:pt x="731" y="183"/>
                      <a:pt x="571" y="0"/>
                      <a:pt x="3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26;p16">
                <a:extLst>
                  <a:ext uri="{FF2B5EF4-FFF2-40B4-BE49-F238E27FC236}">
                    <a16:creationId xmlns:a16="http://schemas.microsoft.com/office/drawing/2014/main" id="{5F4D13D5-3761-4773-8DFB-1554A73C4145}"/>
                  </a:ext>
                </a:extLst>
              </p:cNvPr>
              <p:cNvSpPr/>
              <p:nvPr/>
            </p:nvSpPr>
            <p:spPr>
              <a:xfrm>
                <a:off x="1686306" y="1703848"/>
                <a:ext cx="252183" cy="174857"/>
              </a:xfrm>
              <a:custGeom>
                <a:avLst/>
                <a:gdLst/>
                <a:ahLst/>
                <a:cxnLst/>
                <a:rect l="l" t="t" r="r" b="b"/>
                <a:pathLst>
                  <a:path w="8949" h="6205" extrusionOk="0">
                    <a:moveTo>
                      <a:pt x="4042" y="1"/>
                    </a:moveTo>
                    <a:cubicBezTo>
                      <a:pt x="1390" y="1"/>
                      <a:pt x="1" y="863"/>
                      <a:pt x="1" y="863"/>
                    </a:cubicBezTo>
                    <a:lnTo>
                      <a:pt x="1" y="2917"/>
                    </a:lnTo>
                    <a:cubicBezTo>
                      <a:pt x="1" y="3374"/>
                      <a:pt x="138" y="3807"/>
                      <a:pt x="389" y="4127"/>
                    </a:cubicBezTo>
                    <a:cubicBezTo>
                      <a:pt x="1028" y="4903"/>
                      <a:pt x="2397" y="6204"/>
                      <a:pt x="4474" y="6204"/>
                    </a:cubicBezTo>
                    <a:lnTo>
                      <a:pt x="4497" y="6204"/>
                    </a:lnTo>
                    <a:cubicBezTo>
                      <a:pt x="6574" y="6204"/>
                      <a:pt x="7944" y="4903"/>
                      <a:pt x="8560" y="4127"/>
                    </a:cubicBezTo>
                    <a:cubicBezTo>
                      <a:pt x="8811" y="3807"/>
                      <a:pt x="8948" y="3374"/>
                      <a:pt x="8948" y="2917"/>
                    </a:cubicBezTo>
                    <a:lnTo>
                      <a:pt x="8948" y="863"/>
                    </a:lnTo>
                    <a:cubicBezTo>
                      <a:pt x="7008" y="216"/>
                      <a:pt x="5367" y="1"/>
                      <a:pt x="40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27;p16">
                <a:extLst>
                  <a:ext uri="{FF2B5EF4-FFF2-40B4-BE49-F238E27FC236}">
                    <a16:creationId xmlns:a16="http://schemas.microsoft.com/office/drawing/2014/main" id="{B75AE2B7-A72D-4465-9308-CD053D873797}"/>
                  </a:ext>
                </a:extLst>
              </p:cNvPr>
              <p:cNvSpPr/>
              <p:nvPr/>
            </p:nvSpPr>
            <p:spPr>
              <a:xfrm>
                <a:off x="1686306" y="1784105"/>
                <a:ext cx="252183" cy="94600"/>
              </a:xfrm>
              <a:custGeom>
                <a:avLst/>
                <a:gdLst/>
                <a:ahLst/>
                <a:cxnLst/>
                <a:rect l="l" t="t" r="r" b="b"/>
                <a:pathLst>
                  <a:path w="8949" h="3357" extrusionOk="0">
                    <a:moveTo>
                      <a:pt x="8948" y="1"/>
                    </a:moveTo>
                    <a:cubicBezTo>
                      <a:pt x="7784" y="959"/>
                      <a:pt x="6186" y="1576"/>
                      <a:pt x="4452" y="1576"/>
                    </a:cubicBezTo>
                    <a:cubicBezTo>
                      <a:pt x="2740" y="1576"/>
                      <a:pt x="1165" y="982"/>
                      <a:pt x="1" y="24"/>
                    </a:cubicBezTo>
                    <a:lnTo>
                      <a:pt x="1" y="69"/>
                    </a:lnTo>
                    <a:cubicBezTo>
                      <a:pt x="1" y="526"/>
                      <a:pt x="138" y="959"/>
                      <a:pt x="389" y="1279"/>
                    </a:cubicBezTo>
                    <a:cubicBezTo>
                      <a:pt x="1028" y="2055"/>
                      <a:pt x="2397" y="3356"/>
                      <a:pt x="4474" y="3356"/>
                    </a:cubicBezTo>
                    <a:lnTo>
                      <a:pt x="4497" y="3356"/>
                    </a:lnTo>
                    <a:cubicBezTo>
                      <a:pt x="6574" y="3356"/>
                      <a:pt x="7944" y="2055"/>
                      <a:pt x="8560" y="1279"/>
                    </a:cubicBezTo>
                    <a:cubicBezTo>
                      <a:pt x="8811" y="959"/>
                      <a:pt x="8948" y="526"/>
                      <a:pt x="8948" y="69"/>
                    </a:cubicBezTo>
                    <a:lnTo>
                      <a:pt x="894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28;p16">
                <a:extLst>
                  <a:ext uri="{FF2B5EF4-FFF2-40B4-BE49-F238E27FC236}">
                    <a16:creationId xmlns:a16="http://schemas.microsoft.com/office/drawing/2014/main" id="{D86F5476-AEC2-4AA8-BCA6-AA1E616F5CFB}"/>
                  </a:ext>
                </a:extLst>
              </p:cNvPr>
              <p:cNvSpPr/>
              <p:nvPr/>
            </p:nvSpPr>
            <p:spPr>
              <a:xfrm>
                <a:off x="1670863" y="1647742"/>
                <a:ext cx="22544" cy="93304"/>
              </a:xfrm>
              <a:custGeom>
                <a:avLst/>
                <a:gdLst/>
                <a:ahLst/>
                <a:cxnLst/>
                <a:rect l="l" t="t" r="r" b="b"/>
                <a:pathLst>
                  <a:path w="800" h="3311" extrusionOk="0">
                    <a:moveTo>
                      <a:pt x="24" y="1"/>
                    </a:moveTo>
                    <a:lnTo>
                      <a:pt x="1" y="663"/>
                    </a:lnTo>
                    <a:lnTo>
                      <a:pt x="457" y="2512"/>
                    </a:lnTo>
                    <a:lnTo>
                      <a:pt x="640" y="3310"/>
                    </a:lnTo>
                    <a:lnTo>
                      <a:pt x="800" y="3288"/>
                    </a:lnTo>
                    <a:lnTo>
                      <a:pt x="594" y="2420"/>
                    </a:lnTo>
                    <a:lnTo>
                      <a:pt x="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29;p16">
                <a:extLst>
                  <a:ext uri="{FF2B5EF4-FFF2-40B4-BE49-F238E27FC236}">
                    <a16:creationId xmlns:a16="http://schemas.microsoft.com/office/drawing/2014/main" id="{436AEAC5-A9C8-41CC-8792-87D45EF0338F}"/>
                  </a:ext>
                </a:extLst>
              </p:cNvPr>
              <p:cNvSpPr/>
              <p:nvPr/>
            </p:nvSpPr>
            <p:spPr>
              <a:xfrm>
                <a:off x="1931387" y="1640669"/>
                <a:ext cx="22516" cy="98433"/>
              </a:xfrm>
              <a:custGeom>
                <a:avLst/>
                <a:gdLst/>
                <a:ahLst/>
                <a:cxnLst/>
                <a:rect l="l" t="t" r="r" b="b"/>
                <a:pathLst>
                  <a:path w="799" h="3493" extrusionOk="0">
                    <a:moveTo>
                      <a:pt x="799" y="1"/>
                    </a:moveTo>
                    <a:lnTo>
                      <a:pt x="160" y="2717"/>
                    </a:lnTo>
                    <a:lnTo>
                      <a:pt x="0" y="3470"/>
                    </a:lnTo>
                    <a:lnTo>
                      <a:pt x="160" y="3493"/>
                    </a:lnTo>
                    <a:lnTo>
                      <a:pt x="320" y="2785"/>
                    </a:lnTo>
                    <a:lnTo>
                      <a:pt x="799" y="685"/>
                    </a:lnTo>
                    <a:lnTo>
                      <a:pt x="7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230;p16">
              <a:extLst>
                <a:ext uri="{FF2B5EF4-FFF2-40B4-BE49-F238E27FC236}">
                  <a16:creationId xmlns:a16="http://schemas.microsoft.com/office/drawing/2014/main" id="{FCE10149-1B68-4A09-A3F7-752C45CA8A45}"/>
                </a:ext>
              </a:extLst>
            </p:cNvPr>
            <p:cNvSpPr txBox="1"/>
            <p:nvPr/>
          </p:nvSpPr>
          <p:spPr>
            <a:xfrm>
              <a:off x="1940421" y="3336685"/>
              <a:ext cx="624300" cy="73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solidFill>
                    <a:schemeClr val="lt1"/>
                  </a:solidFill>
                  <a:latin typeface="Fira Sans Extra Condensed Medium"/>
                  <a:ea typeface="Fira Sans Extra Condensed Medium"/>
                  <a:cs typeface="Fira Sans Extra Condensed Medium"/>
                  <a:sym typeface="Fira Sans Extra Condensed Medium"/>
                </a:rPr>
                <a:t>1</a:t>
              </a:r>
              <a:endParaRPr sz="30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9" name="Google Shape;231;p16">
              <a:extLst>
                <a:ext uri="{FF2B5EF4-FFF2-40B4-BE49-F238E27FC236}">
                  <a16:creationId xmlns:a16="http://schemas.microsoft.com/office/drawing/2014/main" id="{4A32D782-019A-47FD-866E-757A9106F5FD}"/>
                </a:ext>
              </a:extLst>
            </p:cNvPr>
            <p:cNvSpPr txBox="1"/>
            <p:nvPr/>
          </p:nvSpPr>
          <p:spPr>
            <a:xfrm>
              <a:off x="3343796" y="3336685"/>
              <a:ext cx="624300" cy="73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Fira Sans Extra Condensed Medium"/>
                  <a:ea typeface="Fira Sans Extra Condensed Medium"/>
                  <a:cs typeface="Fira Sans Extra Condensed Medium"/>
                  <a:sym typeface="Fira Sans Extra Condensed Medium"/>
                </a:rPr>
                <a:t>2</a:t>
              </a:r>
              <a:endParaRPr sz="3000">
                <a:solidFill>
                  <a:schemeClr val="lt1"/>
                </a:solidFill>
                <a:latin typeface="Fira Sans Extra Condensed Medium"/>
                <a:ea typeface="Fira Sans Extra Condensed Medium"/>
                <a:cs typeface="Fira Sans Extra Condensed Medium"/>
                <a:sym typeface="Fira Sans Extra Condensed Medium"/>
              </a:endParaRPr>
            </a:p>
          </p:txBody>
        </p:sp>
        <p:sp>
          <p:nvSpPr>
            <p:cNvPr id="10" name="Google Shape;232;p16">
              <a:extLst>
                <a:ext uri="{FF2B5EF4-FFF2-40B4-BE49-F238E27FC236}">
                  <a16:creationId xmlns:a16="http://schemas.microsoft.com/office/drawing/2014/main" id="{5782298C-EE75-4EC1-A8D5-6D673AB02A12}"/>
                </a:ext>
              </a:extLst>
            </p:cNvPr>
            <p:cNvSpPr txBox="1"/>
            <p:nvPr/>
          </p:nvSpPr>
          <p:spPr>
            <a:xfrm>
              <a:off x="4731429" y="3336685"/>
              <a:ext cx="624300" cy="73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Fira Sans Extra Condensed Medium"/>
                  <a:ea typeface="Fira Sans Extra Condensed Medium"/>
                  <a:cs typeface="Fira Sans Extra Condensed Medium"/>
                  <a:sym typeface="Fira Sans Extra Condensed Medium"/>
                </a:rPr>
                <a:t>3</a:t>
              </a:r>
              <a:endParaRPr sz="3000">
                <a:solidFill>
                  <a:schemeClr val="lt1"/>
                </a:solidFill>
                <a:latin typeface="Fira Sans Extra Condensed Medium"/>
                <a:ea typeface="Fira Sans Extra Condensed Medium"/>
                <a:cs typeface="Fira Sans Extra Condensed Medium"/>
                <a:sym typeface="Fira Sans Extra Condensed Medium"/>
              </a:endParaRPr>
            </a:p>
          </p:txBody>
        </p:sp>
        <p:sp>
          <p:nvSpPr>
            <p:cNvPr id="11" name="Google Shape;233;p16">
              <a:extLst>
                <a:ext uri="{FF2B5EF4-FFF2-40B4-BE49-F238E27FC236}">
                  <a16:creationId xmlns:a16="http://schemas.microsoft.com/office/drawing/2014/main" id="{43A17DC6-7526-42D1-B266-32B1B8F3F311}"/>
                </a:ext>
              </a:extLst>
            </p:cNvPr>
            <p:cNvSpPr txBox="1"/>
            <p:nvPr/>
          </p:nvSpPr>
          <p:spPr>
            <a:xfrm>
              <a:off x="6107319" y="3336685"/>
              <a:ext cx="624300" cy="73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Fira Sans Extra Condensed Medium"/>
                  <a:ea typeface="Fira Sans Extra Condensed Medium"/>
                  <a:cs typeface="Fira Sans Extra Condensed Medium"/>
                  <a:sym typeface="Fira Sans Extra Condensed Medium"/>
                </a:rPr>
                <a:t>4</a:t>
              </a:r>
              <a:endParaRPr sz="3000">
                <a:solidFill>
                  <a:schemeClr val="lt1"/>
                </a:solidFill>
                <a:latin typeface="Fira Sans Extra Condensed Medium"/>
                <a:ea typeface="Fira Sans Extra Condensed Medium"/>
                <a:cs typeface="Fira Sans Extra Condensed Medium"/>
                <a:sym typeface="Fira Sans Extra Condensed Medium"/>
              </a:endParaRPr>
            </a:p>
          </p:txBody>
        </p:sp>
        <p:sp>
          <p:nvSpPr>
            <p:cNvPr id="12" name="Google Shape;234;p16">
              <a:extLst>
                <a:ext uri="{FF2B5EF4-FFF2-40B4-BE49-F238E27FC236}">
                  <a16:creationId xmlns:a16="http://schemas.microsoft.com/office/drawing/2014/main" id="{1C2F67B6-591B-4CF2-83BC-1183E650C68C}"/>
                </a:ext>
              </a:extLst>
            </p:cNvPr>
            <p:cNvSpPr txBox="1"/>
            <p:nvPr/>
          </p:nvSpPr>
          <p:spPr>
            <a:xfrm>
              <a:off x="1669625" y="871844"/>
              <a:ext cx="1200914" cy="2088713"/>
            </a:xfrm>
            <a:prstGeom prst="rect">
              <a:avLst/>
            </a:prstGeom>
            <a:noFill/>
            <a:ln>
              <a:noFill/>
            </a:ln>
          </p:spPr>
          <p:txBody>
            <a:bodyPr spcFirstLastPara="1" wrap="square" lIns="91425" tIns="91425" rIns="91425" bIns="91425" anchor="ctr" anchorCtr="0">
              <a:noAutofit/>
            </a:bodyPr>
            <a:lstStyle/>
            <a:p>
              <a:pPr lvl="0"/>
              <a:r>
                <a:rPr lang="en-US" sz="1200" dirty="0">
                  <a:solidFill>
                    <a:schemeClr val="accent6"/>
                  </a:solidFill>
                  <a:latin typeface="Fira Sans"/>
                  <a:ea typeface="Fira Sans"/>
                  <a:cs typeface="Fira Sans"/>
                  <a:sym typeface="Fira Sans"/>
                </a:rPr>
                <a:t>Providing an automated health system capable of diagnosing infection with  high accuracy </a:t>
              </a:r>
              <a:endParaRPr sz="1200" dirty="0">
                <a:solidFill>
                  <a:schemeClr val="accent6"/>
                </a:solidFill>
                <a:latin typeface="Fira Sans"/>
                <a:ea typeface="Fira Sans"/>
                <a:cs typeface="Fira Sans"/>
                <a:sym typeface="Fira Sans"/>
              </a:endParaRPr>
            </a:p>
          </p:txBody>
        </p:sp>
        <p:sp>
          <p:nvSpPr>
            <p:cNvPr id="13" name="Google Shape;235;p16">
              <a:extLst>
                <a:ext uri="{FF2B5EF4-FFF2-40B4-BE49-F238E27FC236}">
                  <a16:creationId xmlns:a16="http://schemas.microsoft.com/office/drawing/2014/main" id="{22C40066-AFCF-456F-B7E8-1FA3E185502E}"/>
                </a:ext>
              </a:extLst>
            </p:cNvPr>
            <p:cNvSpPr txBox="1"/>
            <p:nvPr/>
          </p:nvSpPr>
          <p:spPr>
            <a:xfrm>
              <a:off x="3085653" y="803651"/>
              <a:ext cx="1186500" cy="2077214"/>
            </a:xfrm>
            <a:prstGeom prst="rect">
              <a:avLst/>
            </a:prstGeom>
            <a:noFill/>
            <a:ln>
              <a:noFill/>
            </a:ln>
          </p:spPr>
          <p:txBody>
            <a:bodyPr spcFirstLastPara="1" wrap="square" lIns="91425" tIns="91425" rIns="91425" bIns="91425" anchor="ctr" anchorCtr="0">
              <a:noAutofit/>
            </a:bodyPr>
            <a:lstStyle/>
            <a:p>
              <a:pPr lvl="0">
                <a:buClr>
                  <a:schemeClr val="dk1"/>
                </a:buClr>
                <a:buSzPts val="1100"/>
              </a:pPr>
              <a:r>
                <a:rPr lang="en-US" sz="1200" dirty="0">
                  <a:solidFill>
                    <a:schemeClr val="dk1"/>
                  </a:solidFill>
                  <a:latin typeface="Fira Sans"/>
                  <a:ea typeface="Fira Sans"/>
                  <a:cs typeface="Fira Sans"/>
                  <a:sym typeface="Fira Sans"/>
                </a:rPr>
                <a:t>Work to reduce the effort exerted to obtain a medical diagnosis</a:t>
              </a:r>
              <a:endParaRPr sz="1200" dirty="0">
                <a:latin typeface="Fira Sans"/>
                <a:ea typeface="Fira Sans"/>
                <a:cs typeface="Fira Sans"/>
                <a:sym typeface="Fira Sans"/>
              </a:endParaRPr>
            </a:p>
          </p:txBody>
        </p:sp>
        <p:sp>
          <p:nvSpPr>
            <p:cNvPr id="14" name="Google Shape;236;p16">
              <a:extLst>
                <a:ext uri="{FF2B5EF4-FFF2-40B4-BE49-F238E27FC236}">
                  <a16:creationId xmlns:a16="http://schemas.microsoft.com/office/drawing/2014/main" id="{34FFF816-D862-4695-A092-02788F9537CC}"/>
                </a:ext>
              </a:extLst>
            </p:cNvPr>
            <p:cNvSpPr txBox="1"/>
            <p:nvPr/>
          </p:nvSpPr>
          <p:spPr>
            <a:xfrm>
              <a:off x="4451573" y="871844"/>
              <a:ext cx="1186500" cy="2088713"/>
            </a:xfrm>
            <a:prstGeom prst="rect">
              <a:avLst/>
            </a:prstGeom>
            <a:noFill/>
            <a:ln>
              <a:noFill/>
            </a:ln>
          </p:spPr>
          <p:txBody>
            <a:bodyPr spcFirstLastPara="1" wrap="square" lIns="91425" tIns="91425" rIns="91425" bIns="91425" anchor="ctr" anchorCtr="0">
              <a:noAutofit/>
            </a:bodyPr>
            <a:lstStyle/>
            <a:p>
              <a:pPr lvl="0"/>
              <a:r>
                <a:rPr lang="en-US" sz="1200" dirty="0">
                  <a:solidFill>
                    <a:schemeClr val="dk1"/>
                  </a:solidFill>
                  <a:latin typeface="Fira Sans"/>
                  <a:ea typeface="Fira Sans"/>
                  <a:cs typeface="Fira Sans"/>
                  <a:sym typeface="Fira Sans"/>
                </a:rPr>
                <a:t>Saving the material cost of making the same diagnosis in the health center </a:t>
              </a:r>
              <a:endParaRPr sz="1200" dirty="0">
                <a:latin typeface="Fira Sans"/>
                <a:ea typeface="Fira Sans"/>
                <a:cs typeface="Fira Sans"/>
                <a:sym typeface="Fira Sans"/>
              </a:endParaRPr>
            </a:p>
          </p:txBody>
        </p:sp>
        <p:sp>
          <p:nvSpPr>
            <p:cNvPr id="15" name="Google Shape;237;p16">
              <a:extLst>
                <a:ext uri="{FF2B5EF4-FFF2-40B4-BE49-F238E27FC236}">
                  <a16:creationId xmlns:a16="http://schemas.microsoft.com/office/drawing/2014/main" id="{0AEE4CF3-44EF-450F-90D2-AEEB179D09F1}"/>
                </a:ext>
              </a:extLst>
            </p:cNvPr>
            <p:cNvSpPr txBox="1"/>
            <p:nvPr/>
          </p:nvSpPr>
          <p:spPr>
            <a:xfrm>
              <a:off x="5841868" y="925288"/>
              <a:ext cx="1186500" cy="2035270"/>
            </a:xfrm>
            <a:prstGeom prst="rect">
              <a:avLst/>
            </a:prstGeom>
            <a:noFill/>
            <a:ln>
              <a:noFill/>
            </a:ln>
          </p:spPr>
          <p:txBody>
            <a:bodyPr spcFirstLastPara="1" wrap="square" lIns="91425" tIns="91425" rIns="91425" bIns="91425" anchor="ctr" anchorCtr="0">
              <a:noAutofit/>
            </a:bodyPr>
            <a:lstStyle/>
            <a:p>
              <a:pPr lvl="0"/>
              <a:r>
                <a:rPr lang="en-US" sz="1200" dirty="0">
                  <a:solidFill>
                    <a:schemeClr val="dk1"/>
                  </a:solidFill>
                  <a:latin typeface="Fira Sans"/>
                  <a:ea typeface="Fira Sans"/>
                  <a:cs typeface="Fira Sans"/>
                  <a:sym typeface="Fira Sans"/>
                </a:rPr>
                <a:t>Benefit from cognitive concepts and turn them into a useful service to society</a:t>
              </a:r>
              <a:endParaRPr sz="1200" dirty="0">
                <a:latin typeface="Fira Sans"/>
                <a:ea typeface="Fira Sans"/>
                <a:cs typeface="Fira Sans"/>
                <a:sym typeface="Fira Sans"/>
              </a:endParaRPr>
            </a:p>
          </p:txBody>
        </p:sp>
      </p:grpSp>
      <p:cxnSp>
        <p:nvCxnSpPr>
          <p:cNvPr id="117" name="Google Shape;1079;p51">
            <a:extLst>
              <a:ext uri="{FF2B5EF4-FFF2-40B4-BE49-F238E27FC236}">
                <a16:creationId xmlns:a16="http://schemas.microsoft.com/office/drawing/2014/main" id="{51DC8751-2AED-433E-9B46-BB65F9FD2D8B}"/>
              </a:ext>
            </a:extLst>
          </p:cNvPr>
          <p:cNvCxnSpPr/>
          <p:nvPr/>
        </p:nvCxnSpPr>
        <p:spPr>
          <a:xfrm>
            <a:off x="1924050" y="622292"/>
            <a:ext cx="5295900" cy="0"/>
          </a:xfrm>
          <a:prstGeom prst="straightConnector1">
            <a:avLst/>
          </a:prstGeom>
          <a:noFill/>
          <a:ln w="19050" cap="flat" cmpd="sng">
            <a:solidFill>
              <a:schemeClr val="accent3"/>
            </a:solidFill>
            <a:prstDash val="solid"/>
            <a:round/>
            <a:headEnd type="none" w="med" len="med"/>
            <a:tailEnd type="none" w="med" len="med"/>
          </a:ln>
        </p:spPr>
      </p:cxnSp>
      <p:sp>
        <p:nvSpPr>
          <p:cNvPr id="118" name="Google Shape;1049;p51">
            <a:extLst>
              <a:ext uri="{FF2B5EF4-FFF2-40B4-BE49-F238E27FC236}">
                <a16:creationId xmlns:a16="http://schemas.microsoft.com/office/drawing/2014/main" id="{88417A2C-6DB7-49F1-86B2-54260483B1FA}"/>
              </a:ext>
            </a:extLst>
          </p:cNvPr>
          <p:cNvSpPr txBox="1">
            <a:spLocks noGrp="1"/>
          </p:cNvSpPr>
          <p:nvPr>
            <p:ph type="title"/>
          </p:nvPr>
        </p:nvSpPr>
        <p:spPr>
          <a:xfrm>
            <a:off x="720725" y="89426"/>
            <a:ext cx="7702550" cy="4794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GOAL</a:t>
            </a:r>
            <a:endParaRPr dirty="0"/>
          </a:p>
        </p:txBody>
      </p:sp>
    </p:spTree>
    <p:extLst>
      <p:ext uri="{BB962C8B-B14F-4D97-AF65-F5344CB8AC3E}">
        <p14:creationId xmlns:p14="http://schemas.microsoft.com/office/powerpoint/2010/main" val="277997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49;p51">
            <a:extLst>
              <a:ext uri="{FF2B5EF4-FFF2-40B4-BE49-F238E27FC236}">
                <a16:creationId xmlns:a16="http://schemas.microsoft.com/office/drawing/2014/main" id="{B14C45B1-5251-4AE2-8E0E-E7FCF4E51A98}"/>
              </a:ext>
            </a:extLst>
          </p:cNvPr>
          <p:cNvSpPr txBox="1">
            <a:spLocks/>
          </p:cNvSpPr>
          <p:nvPr/>
        </p:nvSpPr>
        <p:spPr>
          <a:xfrm>
            <a:off x="1974568" y="202902"/>
            <a:ext cx="7702550" cy="4794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latin typeface="Montserrat ExtraBold"/>
              </a:rPr>
              <a:t>Project importance </a:t>
            </a:r>
            <a:r>
              <a:rPr lang="ar-SA" sz="2000" b="1" dirty="0">
                <a:latin typeface="Montserrat ExtraBold"/>
              </a:rPr>
              <a:t> </a:t>
            </a:r>
            <a:endParaRPr lang="en-US" b="1" dirty="0">
              <a:latin typeface="Montserrat ExtraBold"/>
            </a:endParaRPr>
          </a:p>
        </p:txBody>
      </p:sp>
      <p:cxnSp>
        <p:nvCxnSpPr>
          <p:cNvPr id="3" name="Google Shape;1079;p51">
            <a:extLst>
              <a:ext uri="{FF2B5EF4-FFF2-40B4-BE49-F238E27FC236}">
                <a16:creationId xmlns:a16="http://schemas.microsoft.com/office/drawing/2014/main" id="{B1851714-A4C3-4ABB-AF8F-3181C1FC4B72}"/>
              </a:ext>
            </a:extLst>
          </p:cNvPr>
          <p:cNvCxnSpPr>
            <a:cxnSpLocks/>
          </p:cNvCxnSpPr>
          <p:nvPr/>
        </p:nvCxnSpPr>
        <p:spPr>
          <a:xfrm>
            <a:off x="4513762" y="708468"/>
            <a:ext cx="2523772" cy="0"/>
          </a:xfrm>
          <a:prstGeom prst="straightConnector1">
            <a:avLst/>
          </a:prstGeom>
          <a:noFill/>
          <a:ln w="19050" cap="flat" cmpd="sng">
            <a:solidFill>
              <a:schemeClr val="accent3"/>
            </a:solidFill>
            <a:prstDash val="solid"/>
            <a:round/>
            <a:headEnd type="none" w="med" len="med"/>
            <a:tailEnd type="none" w="med" len="med"/>
          </a:ln>
        </p:spPr>
      </p:cxnSp>
      <p:sp>
        <p:nvSpPr>
          <p:cNvPr id="5" name="Google Shape;58;p15">
            <a:extLst>
              <a:ext uri="{FF2B5EF4-FFF2-40B4-BE49-F238E27FC236}">
                <a16:creationId xmlns:a16="http://schemas.microsoft.com/office/drawing/2014/main" id="{FD8935FF-C0A0-441F-9425-C73C629E96B1}"/>
              </a:ext>
            </a:extLst>
          </p:cNvPr>
          <p:cNvSpPr txBox="1">
            <a:spLocks/>
          </p:cNvSpPr>
          <p:nvPr/>
        </p:nvSpPr>
        <p:spPr>
          <a:xfrm>
            <a:off x="3637818" y="543478"/>
            <a:ext cx="3802200" cy="379357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200000"/>
              </a:lnSpc>
            </a:pPr>
            <a:r>
              <a:rPr lang="en-US" dirty="0"/>
              <a:t>the importance of the project lies in the extent to which people need alternative solutions to the traditional diagnostic process in addition to the speed in completing the process as the result of the diagnosis may appear within a few minutes compared to the normal diagnostic process</a:t>
            </a:r>
          </a:p>
        </p:txBody>
      </p:sp>
      <p:grpSp>
        <p:nvGrpSpPr>
          <p:cNvPr id="7" name="Google Shape;60;p15">
            <a:extLst>
              <a:ext uri="{FF2B5EF4-FFF2-40B4-BE49-F238E27FC236}">
                <a16:creationId xmlns:a16="http://schemas.microsoft.com/office/drawing/2014/main" id="{DC7BF9D8-60A9-4D83-8C59-A1E1DF07CC0B}"/>
              </a:ext>
            </a:extLst>
          </p:cNvPr>
          <p:cNvGrpSpPr/>
          <p:nvPr/>
        </p:nvGrpSpPr>
        <p:grpSpPr>
          <a:xfrm>
            <a:off x="-324668" y="32505"/>
            <a:ext cx="3890391" cy="5078494"/>
            <a:chOff x="-663518" y="32505"/>
            <a:chExt cx="3890391" cy="5078494"/>
          </a:xfrm>
        </p:grpSpPr>
        <p:grpSp>
          <p:nvGrpSpPr>
            <p:cNvPr id="8" name="Google Shape;61;p15">
              <a:extLst>
                <a:ext uri="{FF2B5EF4-FFF2-40B4-BE49-F238E27FC236}">
                  <a16:creationId xmlns:a16="http://schemas.microsoft.com/office/drawing/2014/main" id="{E04397D2-1F79-4344-AF50-74572BAD306C}"/>
                </a:ext>
              </a:extLst>
            </p:cNvPr>
            <p:cNvGrpSpPr/>
            <p:nvPr/>
          </p:nvGrpSpPr>
          <p:grpSpPr>
            <a:xfrm>
              <a:off x="-663518" y="1203236"/>
              <a:ext cx="3890391" cy="3907763"/>
              <a:chOff x="704888" y="3066300"/>
              <a:chExt cx="1214950" cy="1220375"/>
            </a:xfrm>
          </p:grpSpPr>
          <p:sp>
            <p:nvSpPr>
              <p:cNvPr id="39" name="Google Shape;62;p15">
                <a:extLst>
                  <a:ext uri="{FF2B5EF4-FFF2-40B4-BE49-F238E27FC236}">
                    <a16:creationId xmlns:a16="http://schemas.microsoft.com/office/drawing/2014/main" id="{C1DDDA71-DCF0-47E4-83D5-FD022FCA0B5B}"/>
                  </a:ext>
                </a:extLst>
              </p:cNvPr>
              <p:cNvSpPr/>
              <p:nvPr/>
            </p:nvSpPr>
            <p:spPr>
              <a:xfrm>
                <a:off x="1229963" y="3066300"/>
                <a:ext cx="196125" cy="255025"/>
              </a:xfrm>
              <a:custGeom>
                <a:avLst/>
                <a:gdLst/>
                <a:ahLst/>
                <a:cxnLst/>
                <a:rect l="l" t="t" r="r" b="b"/>
                <a:pathLst>
                  <a:path w="7845" h="10201" extrusionOk="0">
                    <a:moveTo>
                      <a:pt x="3910" y="0"/>
                    </a:moveTo>
                    <a:cubicBezTo>
                      <a:pt x="2130" y="0"/>
                      <a:pt x="702" y="652"/>
                      <a:pt x="702" y="1454"/>
                    </a:cubicBezTo>
                    <a:cubicBezTo>
                      <a:pt x="702" y="1905"/>
                      <a:pt x="1203" y="2331"/>
                      <a:pt x="1980" y="2582"/>
                    </a:cubicBezTo>
                    <a:cubicBezTo>
                      <a:pt x="3083" y="6692"/>
                      <a:pt x="0" y="10201"/>
                      <a:pt x="0" y="10201"/>
                    </a:cubicBezTo>
                    <a:lnTo>
                      <a:pt x="7845" y="10201"/>
                    </a:lnTo>
                    <a:cubicBezTo>
                      <a:pt x="7845" y="10201"/>
                      <a:pt x="4737" y="6692"/>
                      <a:pt x="5840" y="2582"/>
                    </a:cubicBezTo>
                    <a:cubicBezTo>
                      <a:pt x="6617" y="2331"/>
                      <a:pt x="7118" y="1905"/>
                      <a:pt x="7118" y="1454"/>
                    </a:cubicBezTo>
                    <a:cubicBezTo>
                      <a:pt x="7118" y="652"/>
                      <a:pt x="5689" y="0"/>
                      <a:pt x="39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3;p15">
                <a:extLst>
                  <a:ext uri="{FF2B5EF4-FFF2-40B4-BE49-F238E27FC236}">
                    <a16:creationId xmlns:a16="http://schemas.microsoft.com/office/drawing/2014/main" id="{B7EC51FC-932A-43E3-9A92-C24E3A26A7F0}"/>
                  </a:ext>
                </a:extLst>
              </p:cNvPr>
              <p:cNvSpPr/>
              <p:nvPr/>
            </p:nvSpPr>
            <p:spPr>
              <a:xfrm>
                <a:off x="1394738" y="3168850"/>
                <a:ext cx="231225" cy="238325"/>
              </a:xfrm>
              <a:custGeom>
                <a:avLst/>
                <a:gdLst/>
                <a:ahLst/>
                <a:cxnLst/>
                <a:rect l="l" t="t" r="r" b="b"/>
                <a:pathLst>
                  <a:path w="9249" h="9533" extrusionOk="0">
                    <a:moveTo>
                      <a:pt x="5220" y="0"/>
                    </a:moveTo>
                    <a:cubicBezTo>
                      <a:pt x="4892" y="0"/>
                      <a:pt x="4640" y="92"/>
                      <a:pt x="4512" y="284"/>
                    </a:cubicBezTo>
                    <a:cubicBezTo>
                      <a:pt x="4286" y="610"/>
                      <a:pt x="4437" y="1137"/>
                      <a:pt x="4863" y="1663"/>
                    </a:cubicBezTo>
                    <a:cubicBezTo>
                      <a:pt x="3710" y="4971"/>
                      <a:pt x="1" y="5924"/>
                      <a:pt x="1" y="5924"/>
                    </a:cubicBezTo>
                    <a:lnTo>
                      <a:pt x="2682" y="7728"/>
                    </a:lnTo>
                    <a:lnTo>
                      <a:pt x="5364" y="9533"/>
                    </a:lnTo>
                    <a:cubicBezTo>
                      <a:pt x="5364" y="9533"/>
                      <a:pt x="4863" y="5723"/>
                      <a:pt x="7469" y="3442"/>
                    </a:cubicBezTo>
                    <a:cubicBezTo>
                      <a:pt x="7722" y="3508"/>
                      <a:pt x="7954" y="3542"/>
                      <a:pt x="8157" y="3542"/>
                    </a:cubicBezTo>
                    <a:cubicBezTo>
                      <a:pt x="8497" y="3542"/>
                      <a:pt x="8757" y="3446"/>
                      <a:pt x="8898" y="3242"/>
                    </a:cubicBezTo>
                    <a:cubicBezTo>
                      <a:pt x="9249" y="2690"/>
                      <a:pt x="8572" y="1613"/>
                      <a:pt x="7344" y="786"/>
                    </a:cubicBezTo>
                    <a:cubicBezTo>
                      <a:pt x="6581" y="277"/>
                      <a:pt x="5787" y="0"/>
                      <a:pt x="52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4;p15">
                <a:extLst>
                  <a:ext uri="{FF2B5EF4-FFF2-40B4-BE49-F238E27FC236}">
                    <a16:creationId xmlns:a16="http://schemas.microsoft.com/office/drawing/2014/main" id="{B45AA682-4BC8-42DC-BBCE-3F6B26685BF7}"/>
                  </a:ext>
                </a:extLst>
              </p:cNvPr>
              <p:cNvSpPr/>
              <p:nvPr/>
            </p:nvSpPr>
            <p:spPr>
              <a:xfrm>
                <a:off x="1508788" y="3272125"/>
                <a:ext cx="298250" cy="275400"/>
              </a:xfrm>
              <a:custGeom>
                <a:avLst/>
                <a:gdLst/>
                <a:ahLst/>
                <a:cxnLst/>
                <a:rect l="l" t="t" r="r" b="b"/>
                <a:pathLst>
                  <a:path w="11930" h="11016" extrusionOk="0">
                    <a:moveTo>
                      <a:pt x="7999" y="1"/>
                    </a:moveTo>
                    <a:cubicBezTo>
                      <a:pt x="7826" y="1"/>
                      <a:pt x="7671" y="45"/>
                      <a:pt x="7544" y="138"/>
                    </a:cubicBezTo>
                    <a:cubicBezTo>
                      <a:pt x="7168" y="414"/>
                      <a:pt x="7118" y="1066"/>
                      <a:pt x="7368" y="1843"/>
                    </a:cubicBezTo>
                    <a:cubicBezTo>
                      <a:pt x="5295" y="4358"/>
                      <a:pt x="2074" y="4652"/>
                      <a:pt x="681" y="4652"/>
                    </a:cubicBezTo>
                    <a:cubicBezTo>
                      <a:pt x="255" y="4652"/>
                      <a:pt x="0" y="4625"/>
                      <a:pt x="0" y="4625"/>
                    </a:cubicBezTo>
                    <a:lnTo>
                      <a:pt x="0" y="4625"/>
                    </a:lnTo>
                    <a:lnTo>
                      <a:pt x="2281" y="7833"/>
                    </a:lnTo>
                    <a:lnTo>
                      <a:pt x="4561" y="11016"/>
                    </a:lnTo>
                    <a:cubicBezTo>
                      <a:pt x="4561" y="11016"/>
                      <a:pt x="5614" y="6479"/>
                      <a:pt x="9599" y="4976"/>
                    </a:cubicBezTo>
                    <a:cubicBezTo>
                      <a:pt x="10042" y="5316"/>
                      <a:pt x="10486" y="5507"/>
                      <a:pt x="10842" y="5507"/>
                    </a:cubicBezTo>
                    <a:cubicBezTo>
                      <a:pt x="11010" y="5507"/>
                      <a:pt x="11158" y="5465"/>
                      <a:pt x="11278" y="5377"/>
                    </a:cubicBezTo>
                    <a:cubicBezTo>
                      <a:pt x="11930" y="4900"/>
                      <a:pt x="11604" y="3371"/>
                      <a:pt x="10577" y="1918"/>
                    </a:cubicBezTo>
                    <a:cubicBezTo>
                      <a:pt x="9750" y="749"/>
                      <a:pt x="8713" y="1"/>
                      <a:pt x="79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5;p15">
                <a:extLst>
                  <a:ext uri="{FF2B5EF4-FFF2-40B4-BE49-F238E27FC236}">
                    <a16:creationId xmlns:a16="http://schemas.microsoft.com/office/drawing/2014/main" id="{F7BB14FC-4297-45D0-9141-DC804CF40FD4}"/>
                  </a:ext>
                </a:extLst>
              </p:cNvPr>
              <p:cNvSpPr/>
              <p:nvPr/>
            </p:nvSpPr>
            <p:spPr>
              <a:xfrm>
                <a:off x="1605263" y="3444075"/>
                <a:ext cx="239375" cy="209350"/>
              </a:xfrm>
              <a:custGeom>
                <a:avLst/>
                <a:gdLst/>
                <a:ahLst/>
                <a:cxnLst/>
                <a:rect l="l" t="t" r="r" b="b"/>
                <a:pathLst>
                  <a:path w="9575" h="8374" extrusionOk="0">
                    <a:moveTo>
                      <a:pt x="7013" y="1"/>
                    </a:moveTo>
                    <a:cubicBezTo>
                      <a:pt x="6926" y="1"/>
                      <a:pt x="6844" y="17"/>
                      <a:pt x="6768" y="52"/>
                    </a:cubicBezTo>
                    <a:cubicBezTo>
                      <a:pt x="6417" y="203"/>
                      <a:pt x="6291" y="729"/>
                      <a:pt x="6367" y="1406"/>
                    </a:cubicBezTo>
                    <a:cubicBezTo>
                      <a:pt x="5013" y="2509"/>
                      <a:pt x="3422" y="2784"/>
                      <a:pt x="2169" y="2784"/>
                    </a:cubicBezTo>
                    <a:cubicBezTo>
                      <a:pt x="916" y="2784"/>
                      <a:pt x="1" y="2509"/>
                      <a:pt x="1" y="2509"/>
                    </a:cubicBezTo>
                    <a:lnTo>
                      <a:pt x="1" y="2509"/>
                    </a:lnTo>
                    <a:lnTo>
                      <a:pt x="1354" y="5441"/>
                    </a:lnTo>
                    <a:lnTo>
                      <a:pt x="2682" y="8373"/>
                    </a:lnTo>
                    <a:cubicBezTo>
                      <a:pt x="2682" y="8373"/>
                      <a:pt x="4236" y="4864"/>
                      <a:pt x="7670" y="4263"/>
                    </a:cubicBezTo>
                    <a:cubicBezTo>
                      <a:pt x="8048" y="4661"/>
                      <a:pt x="8426" y="4885"/>
                      <a:pt x="8742" y="4885"/>
                    </a:cubicBezTo>
                    <a:cubicBezTo>
                      <a:pt x="8824" y="4885"/>
                      <a:pt x="8901" y="4870"/>
                      <a:pt x="8973" y="4839"/>
                    </a:cubicBezTo>
                    <a:cubicBezTo>
                      <a:pt x="9575" y="4564"/>
                      <a:pt x="9550" y="3286"/>
                      <a:pt x="8948" y="1957"/>
                    </a:cubicBezTo>
                    <a:cubicBezTo>
                      <a:pt x="8423" y="797"/>
                      <a:pt x="7611" y="1"/>
                      <a:pt x="7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6;p15">
                <a:extLst>
                  <a:ext uri="{FF2B5EF4-FFF2-40B4-BE49-F238E27FC236}">
                    <a16:creationId xmlns:a16="http://schemas.microsoft.com/office/drawing/2014/main" id="{7523FDE3-AA98-4F56-B35A-A2A710E04590}"/>
                  </a:ext>
                </a:extLst>
              </p:cNvPr>
              <p:cNvSpPr/>
              <p:nvPr/>
            </p:nvSpPr>
            <p:spPr>
              <a:xfrm>
                <a:off x="1653513" y="3638975"/>
                <a:ext cx="266325" cy="197475"/>
              </a:xfrm>
              <a:custGeom>
                <a:avLst/>
                <a:gdLst/>
                <a:ahLst/>
                <a:cxnLst/>
                <a:rect l="l" t="t" r="r" b="b"/>
                <a:pathLst>
                  <a:path w="10653" h="7899" extrusionOk="0">
                    <a:moveTo>
                      <a:pt x="702" y="1"/>
                    </a:moveTo>
                    <a:lnTo>
                      <a:pt x="351" y="3911"/>
                    </a:lnTo>
                    <a:lnTo>
                      <a:pt x="1" y="7820"/>
                    </a:lnTo>
                    <a:cubicBezTo>
                      <a:pt x="1" y="7820"/>
                      <a:pt x="2372" y="6081"/>
                      <a:pt x="5344" y="6081"/>
                    </a:cubicBezTo>
                    <a:cubicBezTo>
                      <a:pt x="6114" y="6081"/>
                      <a:pt x="6925" y="6198"/>
                      <a:pt x="7745" y="6492"/>
                    </a:cubicBezTo>
                    <a:cubicBezTo>
                      <a:pt x="7945" y="7294"/>
                      <a:pt x="8321" y="7845"/>
                      <a:pt x="8773" y="7896"/>
                    </a:cubicBezTo>
                    <a:cubicBezTo>
                      <a:pt x="8793" y="7898"/>
                      <a:pt x="8814" y="7899"/>
                      <a:pt x="8835" y="7899"/>
                    </a:cubicBezTo>
                    <a:cubicBezTo>
                      <a:pt x="9613" y="7899"/>
                      <a:pt x="10331" y="6546"/>
                      <a:pt x="10502" y="4813"/>
                    </a:cubicBezTo>
                    <a:cubicBezTo>
                      <a:pt x="10652" y="3058"/>
                      <a:pt x="10126" y="1555"/>
                      <a:pt x="9349" y="1480"/>
                    </a:cubicBezTo>
                    <a:cubicBezTo>
                      <a:pt x="9336" y="1479"/>
                      <a:pt x="9324" y="1479"/>
                      <a:pt x="9311" y="1479"/>
                    </a:cubicBezTo>
                    <a:cubicBezTo>
                      <a:pt x="8849" y="1479"/>
                      <a:pt x="8413" y="1926"/>
                      <a:pt x="8096" y="2683"/>
                    </a:cubicBezTo>
                    <a:cubicBezTo>
                      <a:pt x="7703" y="2748"/>
                      <a:pt x="7318" y="2778"/>
                      <a:pt x="6944" y="2778"/>
                    </a:cubicBezTo>
                    <a:cubicBezTo>
                      <a:pt x="3336" y="2778"/>
                      <a:pt x="702" y="1"/>
                      <a:pt x="7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7;p15">
                <a:extLst>
                  <a:ext uri="{FF2B5EF4-FFF2-40B4-BE49-F238E27FC236}">
                    <a16:creationId xmlns:a16="http://schemas.microsoft.com/office/drawing/2014/main" id="{D5824DE8-AE4A-48E1-82CD-A56561A00D43}"/>
                  </a:ext>
                </a:extLst>
              </p:cNvPr>
              <p:cNvSpPr/>
              <p:nvPr/>
            </p:nvSpPr>
            <p:spPr>
              <a:xfrm>
                <a:off x="1573938" y="3802525"/>
                <a:ext cx="238750" cy="205975"/>
              </a:xfrm>
              <a:custGeom>
                <a:avLst/>
                <a:gdLst/>
                <a:ahLst/>
                <a:cxnLst/>
                <a:rect l="l" t="t" r="r" b="b"/>
                <a:pathLst>
                  <a:path w="9550" h="8239" extrusionOk="0">
                    <a:moveTo>
                      <a:pt x="2507" y="0"/>
                    </a:moveTo>
                    <a:lnTo>
                      <a:pt x="1254" y="2983"/>
                    </a:lnTo>
                    <a:lnTo>
                      <a:pt x="1" y="5965"/>
                    </a:lnTo>
                    <a:cubicBezTo>
                      <a:pt x="1" y="5965"/>
                      <a:pt x="1043" y="5613"/>
                      <a:pt x="2434" y="5613"/>
                    </a:cubicBezTo>
                    <a:cubicBezTo>
                      <a:pt x="3641" y="5613"/>
                      <a:pt x="5111" y="5878"/>
                      <a:pt x="6392" y="6867"/>
                    </a:cubicBezTo>
                    <a:cubicBezTo>
                      <a:pt x="6341" y="7544"/>
                      <a:pt x="6492" y="8045"/>
                      <a:pt x="6868" y="8196"/>
                    </a:cubicBezTo>
                    <a:cubicBezTo>
                      <a:pt x="6937" y="8225"/>
                      <a:pt x="7010" y="8238"/>
                      <a:pt x="7087" y="8238"/>
                    </a:cubicBezTo>
                    <a:cubicBezTo>
                      <a:pt x="7678" y="8238"/>
                      <a:pt x="8463" y="7414"/>
                      <a:pt x="8973" y="6216"/>
                    </a:cubicBezTo>
                    <a:cubicBezTo>
                      <a:pt x="9549" y="4887"/>
                      <a:pt x="9499" y="3584"/>
                      <a:pt x="8898" y="3334"/>
                    </a:cubicBezTo>
                    <a:cubicBezTo>
                      <a:pt x="8830" y="3304"/>
                      <a:pt x="8757" y="3290"/>
                      <a:pt x="8680" y="3290"/>
                    </a:cubicBezTo>
                    <a:cubicBezTo>
                      <a:pt x="8363" y="3290"/>
                      <a:pt x="7983" y="3531"/>
                      <a:pt x="7620" y="3935"/>
                    </a:cubicBezTo>
                    <a:cubicBezTo>
                      <a:pt x="4186" y="3459"/>
                      <a:pt x="2507" y="0"/>
                      <a:pt x="2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8;p15">
                <a:extLst>
                  <a:ext uri="{FF2B5EF4-FFF2-40B4-BE49-F238E27FC236}">
                    <a16:creationId xmlns:a16="http://schemas.microsoft.com/office/drawing/2014/main" id="{B8B9C59A-FC8B-47F6-9603-FFD87A076A88}"/>
                  </a:ext>
                </a:extLst>
              </p:cNvPr>
              <p:cNvSpPr/>
              <p:nvPr/>
            </p:nvSpPr>
            <p:spPr>
              <a:xfrm>
                <a:off x="1434838" y="3905900"/>
                <a:ext cx="287000" cy="289725"/>
              </a:xfrm>
              <a:custGeom>
                <a:avLst/>
                <a:gdLst/>
                <a:ahLst/>
                <a:cxnLst/>
                <a:rect l="l" t="t" r="r" b="b"/>
                <a:pathLst>
                  <a:path w="11480" h="11589" extrusionOk="0">
                    <a:moveTo>
                      <a:pt x="6241" y="1"/>
                    </a:moveTo>
                    <a:lnTo>
                      <a:pt x="3133" y="2382"/>
                    </a:lnTo>
                    <a:lnTo>
                      <a:pt x="1" y="4762"/>
                    </a:lnTo>
                    <a:cubicBezTo>
                      <a:pt x="1" y="4762"/>
                      <a:pt x="4587" y="5665"/>
                      <a:pt x="6216" y="9575"/>
                    </a:cubicBezTo>
                    <a:cubicBezTo>
                      <a:pt x="5740" y="10276"/>
                      <a:pt x="5590" y="10903"/>
                      <a:pt x="5890" y="11279"/>
                    </a:cubicBezTo>
                    <a:cubicBezTo>
                      <a:pt x="6050" y="11489"/>
                      <a:pt x="6327" y="11589"/>
                      <a:pt x="6680" y="11589"/>
                    </a:cubicBezTo>
                    <a:cubicBezTo>
                      <a:pt x="7379" y="11589"/>
                      <a:pt x="8374" y="11194"/>
                      <a:pt x="9324" y="10477"/>
                    </a:cubicBezTo>
                    <a:cubicBezTo>
                      <a:pt x="10727" y="9399"/>
                      <a:pt x="11479" y="7996"/>
                      <a:pt x="11003" y="7369"/>
                    </a:cubicBezTo>
                    <a:cubicBezTo>
                      <a:pt x="10835" y="7159"/>
                      <a:pt x="10558" y="7059"/>
                      <a:pt x="10211" y="7059"/>
                    </a:cubicBezTo>
                    <a:cubicBezTo>
                      <a:pt x="9936" y="7059"/>
                      <a:pt x="9617" y="7122"/>
                      <a:pt x="9274" y="7244"/>
                    </a:cubicBezTo>
                    <a:cubicBezTo>
                      <a:pt x="5916" y="4662"/>
                      <a:pt x="6241" y="1"/>
                      <a:pt x="6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9;p15">
                <a:extLst>
                  <a:ext uri="{FF2B5EF4-FFF2-40B4-BE49-F238E27FC236}">
                    <a16:creationId xmlns:a16="http://schemas.microsoft.com/office/drawing/2014/main" id="{82452180-B0C5-40E6-A6F4-27C4C4B09EAF}"/>
                  </a:ext>
                </a:extLst>
              </p:cNvPr>
              <p:cNvSpPr/>
              <p:nvPr/>
            </p:nvSpPr>
            <p:spPr>
              <a:xfrm>
                <a:off x="1300763" y="3996750"/>
                <a:ext cx="203650" cy="231850"/>
              </a:xfrm>
              <a:custGeom>
                <a:avLst/>
                <a:gdLst/>
                <a:ahLst/>
                <a:cxnLst/>
                <a:rect l="l" t="t" r="r" b="b"/>
                <a:pathLst>
                  <a:path w="8146" h="9274" extrusionOk="0">
                    <a:moveTo>
                      <a:pt x="6065" y="1"/>
                    </a:moveTo>
                    <a:lnTo>
                      <a:pt x="3033" y="1078"/>
                    </a:lnTo>
                    <a:lnTo>
                      <a:pt x="0" y="2181"/>
                    </a:lnTo>
                    <a:cubicBezTo>
                      <a:pt x="0" y="2181"/>
                      <a:pt x="3359" y="4036"/>
                      <a:pt x="3634" y="7494"/>
                    </a:cubicBezTo>
                    <a:cubicBezTo>
                      <a:pt x="3108" y="7921"/>
                      <a:pt x="2832" y="8372"/>
                      <a:pt x="2958" y="8748"/>
                    </a:cubicBezTo>
                    <a:cubicBezTo>
                      <a:pt x="3087" y="9094"/>
                      <a:pt x="3574" y="9274"/>
                      <a:pt x="4221" y="9274"/>
                    </a:cubicBezTo>
                    <a:cubicBezTo>
                      <a:pt x="4699" y="9274"/>
                      <a:pt x="5265" y="9175"/>
                      <a:pt x="5840" y="8973"/>
                    </a:cubicBezTo>
                    <a:cubicBezTo>
                      <a:pt x="7218" y="8472"/>
                      <a:pt x="8146" y="7570"/>
                      <a:pt x="7945" y="6968"/>
                    </a:cubicBezTo>
                    <a:cubicBezTo>
                      <a:pt x="7828" y="6616"/>
                      <a:pt x="7358" y="6439"/>
                      <a:pt x="6742" y="6439"/>
                    </a:cubicBezTo>
                    <a:cubicBezTo>
                      <a:pt x="6701" y="6439"/>
                      <a:pt x="6659" y="6440"/>
                      <a:pt x="6617" y="6442"/>
                    </a:cubicBezTo>
                    <a:cubicBezTo>
                      <a:pt x="4637" y="3560"/>
                      <a:pt x="6065" y="1"/>
                      <a:pt x="60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0;p15">
                <a:extLst>
                  <a:ext uri="{FF2B5EF4-FFF2-40B4-BE49-F238E27FC236}">
                    <a16:creationId xmlns:a16="http://schemas.microsoft.com/office/drawing/2014/main" id="{C9B70589-7527-4BC3-AF65-C57D4E4F9202}"/>
                  </a:ext>
                </a:extLst>
              </p:cNvPr>
              <p:cNvSpPr/>
              <p:nvPr/>
            </p:nvSpPr>
            <p:spPr>
              <a:xfrm>
                <a:off x="1097738" y="4016175"/>
                <a:ext cx="217450" cy="270500"/>
              </a:xfrm>
              <a:custGeom>
                <a:avLst/>
                <a:gdLst/>
                <a:ahLst/>
                <a:cxnLst/>
                <a:rect l="l" t="t" r="r" b="b"/>
                <a:pathLst>
                  <a:path w="8698" h="10820" extrusionOk="0">
                    <a:moveTo>
                      <a:pt x="978" y="1"/>
                    </a:moveTo>
                    <a:cubicBezTo>
                      <a:pt x="978" y="1"/>
                      <a:pt x="3384" y="3986"/>
                      <a:pt x="1605" y="7820"/>
                    </a:cubicBezTo>
                    <a:cubicBezTo>
                      <a:pt x="778" y="7946"/>
                      <a:pt x="201" y="8271"/>
                      <a:pt x="126" y="8748"/>
                    </a:cubicBezTo>
                    <a:cubicBezTo>
                      <a:pt x="1" y="9524"/>
                      <a:pt x="1304" y="10402"/>
                      <a:pt x="3033" y="10702"/>
                    </a:cubicBezTo>
                    <a:cubicBezTo>
                      <a:pt x="3463" y="10782"/>
                      <a:pt x="3880" y="10820"/>
                      <a:pt x="4265" y="10820"/>
                    </a:cubicBezTo>
                    <a:cubicBezTo>
                      <a:pt x="5454" y="10820"/>
                      <a:pt x="6354" y="10462"/>
                      <a:pt x="6467" y="9875"/>
                    </a:cubicBezTo>
                    <a:cubicBezTo>
                      <a:pt x="6542" y="9399"/>
                      <a:pt x="6116" y="8898"/>
                      <a:pt x="5389" y="8497"/>
                    </a:cubicBezTo>
                    <a:cubicBezTo>
                      <a:pt x="5038" y="4286"/>
                      <a:pt x="8698" y="1379"/>
                      <a:pt x="8698" y="1379"/>
                    </a:cubicBezTo>
                    <a:lnTo>
                      <a:pt x="4838" y="677"/>
                    </a:lnTo>
                    <a:lnTo>
                      <a:pt x="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1;p15">
                <a:extLst>
                  <a:ext uri="{FF2B5EF4-FFF2-40B4-BE49-F238E27FC236}">
                    <a16:creationId xmlns:a16="http://schemas.microsoft.com/office/drawing/2014/main" id="{2E8966CA-9D32-4094-BD31-0B6E033F172B}"/>
                  </a:ext>
                </a:extLst>
              </p:cNvPr>
              <p:cNvSpPr/>
              <p:nvPr/>
            </p:nvSpPr>
            <p:spPr>
              <a:xfrm>
                <a:off x="951138" y="3928450"/>
                <a:ext cx="221200" cy="236900"/>
              </a:xfrm>
              <a:custGeom>
                <a:avLst/>
                <a:gdLst/>
                <a:ahLst/>
                <a:cxnLst/>
                <a:rect l="l" t="t" r="r" b="b"/>
                <a:pathLst>
                  <a:path w="8848" h="9476" extrusionOk="0">
                    <a:moveTo>
                      <a:pt x="3158" y="1"/>
                    </a:moveTo>
                    <a:lnTo>
                      <a:pt x="3158" y="1"/>
                    </a:lnTo>
                    <a:cubicBezTo>
                      <a:pt x="3158" y="1"/>
                      <a:pt x="4060" y="3710"/>
                      <a:pt x="1679" y="6292"/>
                    </a:cubicBezTo>
                    <a:cubicBezTo>
                      <a:pt x="1494" y="6257"/>
                      <a:pt x="1320" y="6240"/>
                      <a:pt x="1162" y="6240"/>
                    </a:cubicBezTo>
                    <a:cubicBezTo>
                      <a:pt x="741" y="6240"/>
                      <a:pt x="428" y="6363"/>
                      <a:pt x="301" y="6617"/>
                    </a:cubicBezTo>
                    <a:cubicBezTo>
                      <a:pt x="0" y="7194"/>
                      <a:pt x="802" y="8221"/>
                      <a:pt x="2080" y="8898"/>
                    </a:cubicBezTo>
                    <a:cubicBezTo>
                      <a:pt x="2810" y="9277"/>
                      <a:pt x="3531" y="9475"/>
                      <a:pt x="4078" y="9475"/>
                    </a:cubicBezTo>
                    <a:cubicBezTo>
                      <a:pt x="4508" y="9475"/>
                      <a:pt x="4830" y="9352"/>
                      <a:pt x="4963" y="9099"/>
                    </a:cubicBezTo>
                    <a:cubicBezTo>
                      <a:pt x="5163" y="8748"/>
                      <a:pt x="4938" y="8246"/>
                      <a:pt x="4486" y="7770"/>
                    </a:cubicBezTo>
                    <a:cubicBezTo>
                      <a:pt x="5263" y="4362"/>
                      <a:pt x="8847" y="3008"/>
                      <a:pt x="8847" y="3008"/>
                    </a:cubicBezTo>
                    <a:lnTo>
                      <a:pt x="5990" y="1505"/>
                    </a:lnTo>
                    <a:lnTo>
                      <a:pt x="31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2;p15">
                <a:extLst>
                  <a:ext uri="{FF2B5EF4-FFF2-40B4-BE49-F238E27FC236}">
                    <a16:creationId xmlns:a16="http://schemas.microsoft.com/office/drawing/2014/main" id="{B3AF2326-F25B-4D9E-B910-72E1160724B6}"/>
                  </a:ext>
                </a:extLst>
              </p:cNvPr>
              <p:cNvSpPr/>
              <p:nvPr/>
            </p:nvSpPr>
            <p:spPr>
              <a:xfrm>
                <a:off x="761288" y="3779950"/>
                <a:ext cx="297000" cy="270900"/>
              </a:xfrm>
              <a:custGeom>
                <a:avLst/>
                <a:gdLst/>
                <a:ahLst/>
                <a:cxnLst/>
                <a:rect l="l" t="t" r="r" b="b"/>
                <a:pathLst>
                  <a:path w="11880" h="10836" extrusionOk="0">
                    <a:moveTo>
                      <a:pt x="7694" y="1"/>
                    </a:moveTo>
                    <a:cubicBezTo>
                      <a:pt x="7694" y="1"/>
                      <a:pt x="6391" y="4487"/>
                      <a:pt x="2331" y="5765"/>
                    </a:cubicBezTo>
                    <a:cubicBezTo>
                      <a:pt x="1886" y="5391"/>
                      <a:pt x="1440" y="5182"/>
                      <a:pt x="1076" y="5182"/>
                    </a:cubicBezTo>
                    <a:cubicBezTo>
                      <a:pt x="928" y="5182"/>
                      <a:pt x="793" y="5217"/>
                      <a:pt x="677" y="5289"/>
                    </a:cubicBezTo>
                    <a:cubicBezTo>
                      <a:pt x="0" y="5715"/>
                      <a:pt x="226" y="7269"/>
                      <a:pt x="1178" y="8773"/>
                    </a:cubicBezTo>
                    <a:cubicBezTo>
                      <a:pt x="1968" y="10019"/>
                      <a:pt x="2998" y="10835"/>
                      <a:pt x="3713" y="10835"/>
                    </a:cubicBezTo>
                    <a:cubicBezTo>
                      <a:pt x="3861" y="10835"/>
                      <a:pt x="3995" y="10801"/>
                      <a:pt x="4110" y="10728"/>
                    </a:cubicBezTo>
                    <a:cubicBezTo>
                      <a:pt x="4511" y="10477"/>
                      <a:pt x="4587" y="9826"/>
                      <a:pt x="4386" y="9024"/>
                    </a:cubicBezTo>
                    <a:cubicBezTo>
                      <a:pt x="6334" y="6907"/>
                      <a:pt x="9071" y="6563"/>
                      <a:pt x="10641" y="6563"/>
                    </a:cubicBezTo>
                    <a:cubicBezTo>
                      <a:pt x="11395" y="6563"/>
                      <a:pt x="11880" y="6643"/>
                      <a:pt x="11880" y="6643"/>
                    </a:cubicBezTo>
                    <a:lnTo>
                      <a:pt x="9775" y="3334"/>
                    </a:lnTo>
                    <a:lnTo>
                      <a:pt x="76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3;p15">
                <a:extLst>
                  <a:ext uri="{FF2B5EF4-FFF2-40B4-BE49-F238E27FC236}">
                    <a16:creationId xmlns:a16="http://schemas.microsoft.com/office/drawing/2014/main" id="{2D8B608A-A542-4E7A-A1FE-C5C70F10B99E}"/>
                  </a:ext>
                </a:extLst>
              </p:cNvPr>
              <p:cNvSpPr/>
              <p:nvPr/>
            </p:nvSpPr>
            <p:spPr>
              <a:xfrm>
                <a:off x="743738" y="3613925"/>
                <a:ext cx="210550" cy="161050"/>
              </a:xfrm>
              <a:custGeom>
                <a:avLst/>
                <a:gdLst/>
                <a:ahLst/>
                <a:cxnLst/>
                <a:rect l="l" t="t" r="r" b="b"/>
                <a:pathLst>
                  <a:path w="8422" h="6442" extrusionOk="0">
                    <a:moveTo>
                      <a:pt x="8346" y="0"/>
                    </a:moveTo>
                    <a:cubicBezTo>
                      <a:pt x="8346" y="0"/>
                      <a:pt x="6266" y="1878"/>
                      <a:pt x="3540" y="1878"/>
                    </a:cubicBezTo>
                    <a:cubicBezTo>
                      <a:pt x="3086" y="1878"/>
                      <a:pt x="2614" y="1826"/>
                      <a:pt x="2131" y="1705"/>
                    </a:cubicBezTo>
                    <a:cubicBezTo>
                      <a:pt x="1905" y="1053"/>
                      <a:pt x="1554" y="652"/>
                      <a:pt x="1178" y="652"/>
                    </a:cubicBezTo>
                    <a:cubicBezTo>
                      <a:pt x="527" y="652"/>
                      <a:pt x="0" y="1855"/>
                      <a:pt x="25" y="3309"/>
                    </a:cubicBezTo>
                    <a:cubicBezTo>
                      <a:pt x="50" y="4762"/>
                      <a:pt x="577" y="5940"/>
                      <a:pt x="1228" y="5940"/>
                    </a:cubicBezTo>
                    <a:cubicBezTo>
                      <a:pt x="1629" y="5940"/>
                      <a:pt x="1955" y="5514"/>
                      <a:pt x="2156" y="4862"/>
                    </a:cubicBezTo>
                    <a:cubicBezTo>
                      <a:pt x="2680" y="4718"/>
                      <a:pt x="3193" y="4657"/>
                      <a:pt x="3686" y="4657"/>
                    </a:cubicBezTo>
                    <a:cubicBezTo>
                      <a:pt x="6351" y="4657"/>
                      <a:pt x="8421" y="6441"/>
                      <a:pt x="8421" y="6441"/>
                    </a:cubicBezTo>
                    <a:lnTo>
                      <a:pt x="8396" y="3208"/>
                    </a:lnTo>
                    <a:lnTo>
                      <a:pt x="83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4;p15">
                <a:extLst>
                  <a:ext uri="{FF2B5EF4-FFF2-40B4-BE49-F238E27FC236}">
                    <a16:creationId xmlns:a16="http://schemas.microsoft.com/office/drawing/2014/main" id="{0FD3AF56-47B7-4DAE-BC9C-684DC36D93C0}"/>
                  </a:ext>
                </a:extLst>
              </p:cNvPr>
              <p:cNvSpPr/>
              <p:nvPr/>
            </p:nvSpPr>
            <p:spPr>
              <a:xfrm>
                <a:off x="704888" y="3429800"/>
                <a:ext cx="283225" cy="229875"/>
              </a:xfrm>
              <a:custGeom>
                <a:avLst/>
                <a:gdLst/>
                <a:ahLst/>
                <a:cxnLst/>
                <a:rect l="l" t="t" r="r" b="b"/>
                <a:pathLst>
                  <a:path w="11329" h="9195" extrusionOk="0">
                    <a:moveTo>
                      <a:pt x="2536" y="0"/>
                    </a:moveTo>
                    <a:cubicBezTo>
                      <a:pt x="1789" y="0"/>
                      <a:pt x="895" y="1172"/>
                      <a:pt x="477" y="2754"/>
                    </a:cubicBezTo>
                    <a:cubicBezTo>
                      <a:pt x="0" y="4458"/>
                      <a:pt x="251" y="6012"/>
                      <a:pt x="1003" y="6237"/>
                    </a:cubicBezTo>
                    <a:cubicBezTo>
                      <a:pt x="1061" y="6253"/>
                      <a:pt x="1121" y="6260"/>
                      <a:pt x="1180" y="6260"/>
                    </a:cubicBezTo>
                    <a:cubicBezTo>
                      <a:pt x="1607" y="6260"/>
                      <a:pt x="2061" y="5879"/>
                      <a:pt x="2457" y="5285"/>
                    </a:cubicBezTo>
                    <a:cubicBezTo>
                      <a:pt x="6692" y="5310"/>
                      <a:pt x="9274" y="9195"/>
                      <a:pt x="9274" y="9195"/>
                    </a:cubicBezTo>
                    <a:lnTo>
                      <a:pt x="10301" y="5410"/>
                    </a:lnTo>
                    <a:lnTo>
                      <a:pt x="11329" y="1626"/>
                    </a:lnTo>
                    <a:lnTo>
                      <a:pt x="11329" y="1626"/>
                    </a:lnTo>
                    <a:cubicBezTo>
                      <a:pt x="11329" y="1626"/>
                      <a:pt x="9498" y="2536"/>
                      <a:pt x="7193" y="2536"/>
                    </a:cubicBezTo>
                    <a:cubicBezTo>
                      <a:pt x="6012" y="2536"/>
                      <a:pt x="4707" y="2297"/>
                      <a:pt x="3459" y="1576"/>
                    </a:cubicBezTo>
                    <a:cubicBezTo>
                      <a:pt x="3409" y="749"/>
                      <a:pt x="3158" y="147"/>
                      <a:pt x="2707" y="22"/>
                    </a:cubicBezTo>
                    <a:cubicBezTo>
                      <a:pt x="2651" y="7"/>
                      <a:pt x="2594" y="0"/>
                      <a:pt x="25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5;p15">
                <a:extLst>
                  <a:ext uri="{FF2B5EF4-FFF2-40B4-BE49-F238E27FC236}">
                    <a16:creationId xmlns:a16="http://schemas.microsoft.com/office/drawing/2014/main" id="{E26175A5-DF77-408E-862C-B1E2123C6714}"/>
                  </a:ext>
                </a:extLst>
              </p:cNvPr>
              <p:cNvSpPr/>
              <p:nvPr/>
            </p:nvSpPr>
            <p:spPr>
              <a:xfrm>
                <a:off x="847113" y="3298375"/>
                <a:ext cx="243775" cy="222825"/>
              </a:xfrm>
              <a:custGeom>
                <a:avLst/>
                <a:gdLst/>
                <a:ahLst/>
                <a:cxnLst/>
                <a:rect l="l" t="t" r="r" b="b"/>
                <a:pathLst>
                  <a:path w="9751" h="8913" extrusionOk="0">
                    <a:moveTo>
                      <a:pt x="3077" y="1"/>
                    </a:moveTo>
                    <a:cubicBezTo>
                      <a:pt x="2491" y="1"/>
                      <a:pt x="1640" y="656"/>
                      <a:pt x="978" y="1670"/>
                    </a:cubicBezTo>
                    <a:cubicBezTo>
                      <a:pt x="201" y="2898"/>
                      <a:pt x="1" y="4176"/>
                      <a:pt x="552" y="4527"/>
                    </a:cubicBezTo>
                    <a:cubicBezTo>
                      <a:pt x="641" y="4586"/>
                      <a:pt x="749" y="4615"/>
                      <a:pt x="871" y="4615"/>
                    </a:cubicBezTo>
                    <a:cubicBezTo>
                      <a:pt x="1163" y="4615"/>
                      <a:pt x="1534" y="4451"/>
                      <a:pt x="1905" y="4151"/>
                    </a:cubicBezTo>
                    <a:cubicBezTo>
                      <a:pt x="5214" y="5229"/>
                      <a:pt x="6266" y="8913"/>
                      <a:pt x="6266" y="8913"/>
                    </a:cubicBezTo>
                    <a:lnTo>
                      <a:pt x="8021" y="6231"/>
                    </a:lnTo>
                    <a:lnTo>
                      <a:pt x="9750" y="3525"/>
                    </a:lnTo>
                    <a:lnTo>
                      <a:pt x="9750" y="3525"/>
                    </a:lnTo>
                    <a:cubicBezTo>
                      <a:pt x="9750" y="3525"/>
                      <a:pt x="9411" y="3574"/>
                      <a:pt x="8873" y="3574"/>
                    </a:cubicBezTo>
                    <a:cubicBezTo>
                      <a:pt x="7615" y="3574"/>
                      <a:pt x="5268" y="3303"/>
                      <a:pt x="3635" y="1494"/>
                    </a:cubicBezTo>
                    <a:cubicBezTo>
                      <a:pt x="3785" y="843"/>
                      <a:pt x="3735" y="316"/>
                      <a:pt x="3409" y="91"/>
                    </a:cubicBezTo>
                    <a:cubicBezTo>
                      <a:pt x="3313" y="30"/>
                      <a:pt x="3201" y="1"/>
                      <a:pt x="30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6;p15">
                <a:extLst>
                  <a:ext uri="{FF2B5EF4-FFF2-40B4-BE49-F238E27FC236}">
                    <a16:creationId xmlns:a16="http://schemas.microsoft.com/office/drawing/2014/main" id="{79F12451-3F0E-4B18-8482-7AE25D584732}"/>
                  </a:ext>
                </a:extLst>
              </p:cNvPr>
              <p:cNvSpPr/>
              <p:nvPr/>
            </p:nvSpPr>
            <p:spPr>
              <a:xfrm>
                <a:off x="964913" y="3128300"/>
                <a:ext cx="268200" cy="288275"/>
              </a:xfrm>
              <a:custGeom>
                <a:avLst/>
                <a:gdLst/>
                <a:ahLst/>
                <a:cxnLst/>
                <a:rect l="l" t="t" r="r" b="b"/>
                <a:pathLst>
                  <a:path w="10728" h="11531" extrusionOk="0">
                    <a:moveTo>
                      <a:pt x="4940" y="0"/>
                    </a:moveTo>
                    <a:cubicBezTo>
                      <a:pt x="4278" y="0"/>
                      <a:pt x="3418" y="228"/>
                      <a:pt x="2557" y="678"/>
                    </a:cubicBezTo>
                    <a:cubicBezTo>
                      <a:pt x="978" y="1480"/>
                      <a:pt x="1" y="2708"/>
                      <a:pt x="351" y="3410"/>
                    </a:cubicBezTo>
                    <a:cubicBezTo>
                      <a:pt x="522" y="3732"/>
                      <a:pt x="936" y="3882"/>
                      <a:pt x="1474" y="3882"/>
                    </a:cubicBezTo>
                    <a:cubicBezTo>
                      <a:pt x="1648" y="3882"/>
                      <a:pt x="1835" y="3867"/>
                      <a:pt x="2031" y="3836"/>
                    </a:cubicBezTo>
                    <a:cubicBezTo>
                      <a:pt x="4888" y="6994"/>
                      <a:pt x="3735" y="11531"/>
                      <a:pt x="3735" y="11531"/>
                    </a:cubicBezTo>
                    <a:lnTo>
                      <a:pt x="7219" y="9726"/>
                    </a:lnTo>
                    <a:lnTo>
                      <a:pt x="10727" y="7921"/>
                    </a:lnTo>
                    <a:cubicBezTo>
                      <a:pt x="10727" y="7921"/>
                      <a:pt x="6366" y="6217"/>
                      <a:pt x="5464" y="2082"/>
                    </a:cubicBezTo>
                    <a:cubicBezTo>
                      <a:pt x="6016" y="1480"/>
                      <a:pt x="6291" y="879"/>
                      <a:pt x="6066" y="478"/>
                    </a:cubicBezTo>
                    <a:cubicBezTo>
                      <a:pt x="5906" y="159"/>
                      <a:pt x="5492" y="0"/>
                      <a:pt x="4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7;p15">
                <a:extLst>
                  <a:ext uri="{FF2B5EF4-FFF2-40B4-BE49-F238E27FC236}">
                    <a16:creationId xmlns:a16="http://schemas.microsoft.com/office/drawing/2014/main" id="{A29C3151-B65E-4481-959E-BFAE23477DE1}"/>
                  </a:ext>
                </a:extLst>
              </p:cNvPr>
              <p:cNvSpPr/>
              <p:nvPr/>
            </p:nvSpPr>
            <p:spPr>
              <a:xfrm>
                <a:off x="1156013" y="3180725"/>
                <a:ext cx="119075" cy="148750"/>
              </a:xfrm>
              <a:custGeom>
                <a:avLst/>
                <a:gdLst/>
                <a:ahLst/>
                <a:cxnLst/>
                <a:rect l="l" t="t" r="r" b="b"/>
                <a:pathLst>
                  <a:path w="4763" h="5950" extrusionOk="0">
                    <a:moveTo>
                      <a:pt x="2344" y="0"/>
                    </a:moveTo>
                    <a:cubicBezTo>
                      <a:pt x="2142" y="0"/>
                      <a:pt x="1926" y="19"/>
                      <a:pt x="1705" y="60"/>
                    </a:cubicBezTo>
                    <a:cubicBezTo>
                      <a:pt x="728" y="210"/>
                      <a:pt x="1" y="687"/>
                      <a:pt x="76" y="1138"/>
                    </a:cubicBezTo>
                    <a:cubicBezTo>
                      <a:pt x="126" y="1388"/>
                      <a:pt x="427" y="1564"/>
                      <a:pt x="878" y="1639"/>
                    </a:cubicBezTo>
                    <a:cubicBezTo>
                      <a:pt x="1855" y="3769"/>
                      <a:pt x="477" y="5950"/>
                      <a:pt x="477" y="5950"/>
                    </a:cubicBezTo>
                    <a:lnTo>
                      <a:pt x="2632" y="5599"/>
                    </a:lnTo>
                    <a:lnTo>
                      <a:pt x="4763" y="5248"/>
                    </a:lnTo>
                    <a:cubicBezTo>
                      <a:pt x="4763" y="5248"/>
                      <a:pt x="2758" y="3619"/>
                      <a:pt x="2983" y="1288"/>
                    </a:cubicBezTo>
                    <a:cubicBezTo>
                      <a:pt x="3384" y="1063"/>
                      <a:pt x="3610" y="787"/>
                      <a:pt x="3585" y="536"/>
                    </a:cubicBezTo>
                    <a:cubicBezTo>
                      <a:pt x="3527" y="209"/>
                      <a:pt x="3011" y="0"/>
                      <a:pt x="23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8;p15">
                <a:extLst>
                  <a:ext uri="{FF2B5EF4-FFF2-40B4-BE49-F238E27FC236}">
                    <a16:creationId xmlns:a16="http://schemas.microsoft.com/office/drawing/2014/main" id="{F06D10C0-C398-46F8-BD09-ED6C9D8ECAA3}"/>
                  </a:ext>
                </a:extLst>
              </p:cNvPr>
              <p:cNvSpPr/>
              <p:nvPr/>
            </p:nvSpPr>
            <p:spPr>
              <a:xfrm>
                <a:off x="914788" y="3293450"/>
                <a:ext cx="785750" cy="776975"/>
              </a:xfrm>
              <a:custGeom>
                <a:avLst/>
                <a:gdLst/>
                <a:ahLst/>
                <a:cxnLst/>
                <a:rect l="l" t="t" r="r" b="b"/>
                <a:pathLst>
                  <a:path w="31430" h="31079" extrusionOk="0">
                    <a:moveTo>
                      <a:pt x="15689" y="1"/>
                    </a:moveTo>
                    <a:cubicBezTo>
                      <a:pt x="7384" y="1"/>
                      <a:pt x="494" y="6555"/>
                      <a:pt x="151" y="14925"/>
                    </a:cubicBezTo>
                    <a:cubicBezTo>
                      <a:pt x="1" y="19085"/>
                      <a:pt x="1454" y="22895"/>
                      <a:pt x="3985" y="25777"/>
                    </a:cubicBezTo>
                    <a:cubicBezTo>
                      <a:pt x="6692" y="28885"/>
                      <a:pt x="10627" y="30890"/>
                      <a:pt x="15063" y="31065"/>
                    </a:cubicBezTo>
                    <a:cubicBezTo>
                      <a:pt x="15280" y="31074"/>
                      <a:pt x="15495" y="31078"/>
                      <a:pt x="15709" y="31078"/>
                    </a:cubicBezTo>
                    <a:cubicBezTo>
                      <a:pt x="23996" y="31078"/>
                      <a:pt x="30886" y="24532"/>
                      <a:pt x="31204" y="16153"/>
                    </a:cubicBezTo>
                    <a:cubicBezTo>
                      <a:pt x="31429" y="10739"/>
                      <a:pt x="28823" y="5852"/>
                      <a:pt x="24737" y="2919"/>
                    </a:cubicBezTo>
                    <a:cubicBezTo>
                      <a:pt x="22357" y="1215"/>
                      <a:pt x="19449" y="138"/>
                      <a:pt x="16291" y="12"/>
                    </a:cubicBezTo>
                    <a:cubicBezTo>
                      <a:pt x="16090" y="5"/>
                      <a:pt x="15889" y="1"/>
                      <a:pt x="156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9;p15">
                <a:extLst>
                  <a:ext uri="{FF2B5EF4-FFF2-40B4-BE49-F238E27FC236}">
                    <a16:creationId xmlns:a16="http://schemas.microsoft.com/office/drawing/2014/main" id="{691BDAE7-BCF5-4441-863B-81B29178AA11}"/>
                  </a:ext>
                </a:extLst>
              </p:cNvPr>
              <p:cNvSpPr/>
              <p:nvPr/>
            </p:nvSpPr>
            <p:spPr>
              <a:xfrm>
                <a:off x="973688" y="3759375"/>
                <a:ext cx="195500" cy="161500"/>
              </a:xfrm>
              <a:custGeom>
                <a:avLst/>
                <a:gdLst/>
                <a:ahLst/>
                <a:cxnLst/>
                <a:rect l="l" t="t" r="r" b="b"/>
                <a:pathLst>
                  <a:path w="7820" h="6460" extrusionOk="0">
                    <a:moveTo>
                      <a:pt x="2636" y="1"/>
                    </a:moveTo>
                    <a:cubicBezTo>
                      <a:pt x="1942" y="1"/>
                      <a:pt x="1333" y="230"/>
                      <a:pt x="928" y="699"/>
                    </a:cubicBezTo>
                    <a:cubicBezTo>
                      <a:pt x="0" y="1801"/>
                      <a:pt x="552" y="3831"/>
                      <a:pt x="2206" y="5235"/>
                    </a:cubicBezTo>
                    <a:cubicBezTo>
                      <a:pt x="3157" y="6042"/>
                      <a:pt x="4248" y="6459"/>
                      <a:pt x="5185" y="6459"/>
                    </a:cubicBezTo>
                    <a:cubicBezTo>
                      <a:pt x="5878" y="6459"/>
                      <a:pt x="6488" y="6230"/>
                      <a:pt x="6893" y="5761"/>
                    </a:cubicBezTo>
                    <a:cubicBezTo>
                      <a:pt x="7820" y="4659"/>
                      <a:pt x="7269" y="2628"/>
                      <a:pt x="5614" y="1225"/>
                    </a:cubicBezTo>
                    <a:cubicBezTo>
                      <a:pt x="4664" y="418"/>
                      <a:pt x="3573" y="1"/>
                      <a:pt x="2636" y="1"/>
                    </a:cubicBezTo>
                    <a:close/>
                  </a:path>
                </a:pathLst>
              </a:custGeom>
              <a:solidFill>
                <a:srgbClr val="FE63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0;p15">
                <a:extLst>
                  <a:ext uri="{FF2B5EF4-FFF2-40B4-BE49-F238E27FC236}">
                    <a16:creationId xmlns:a16="http://schemas.microsoft.com/office/drawing/2014/main" id="{3EB88EBE-7912-49D3-80CB-63103BA2D3C0}"/>
                  </a:ext>
                </a:extLst>
              </p:cNvPr>
              <p:cNvSpPr/>
              <p:nvPr/>
            </p:nvSpPr>
            <p:spPr>
              <a:xfrm>
                <a:off x="1345863" y="3363000"/>
                <a:ext cx="195525" cy="161625"/>
              </a:xfrm>
              <a:custGeom>
                <a:avLst/>
                <a:gdLst/>
                <a:ahLst/>
                <a:cxnLst/>
                <a:rect l="l" t="t" r="r" b="b"/>
                <a:pathLst>
                  <a:path w="7821" h="6465" extrusionOk="0">
                    <a:moveTo>
                      <a:pt x="2612" y="1"/>
                    </a:moveTo>
                    <a:cubicBezTo>
                      <a:pt x="1928" y="1"/>
                      <a:pt x="1329" y="225"/>
                      <a:pt x="928" y="689"/>
                    </a:cubicBezTo>
                    <a:cubicBezTo>
                      <a:pt x="1" y="1792"/>
                      <a:pt x="552" y="3822"/>
                      <a:pt x="2206" y="5225"/>
                    </a:cubicBezTo>
                    <a:cubicBezTo>
                      <a:pt x="3165" y="6039"/>
                      <a:pt x="4266" y="6465"/>
                      <a:pt x="5209" y="6465"/>
                    </a:cubicBezTo>
                    <a:cubicBezTo>
                      <a:pt x="5893" y="6465"/>
                      <a:pt x="6492" y="6240"/>
                      <a:pt x="6893" y="5777"/>
                    </a:cubicBezTo>
                    <a:cubicBezTo>
                      <a:pt x="7820" y="4674"/>
                      <a:pt x="7269" y="2644"/>
                      <a:pt x="5615" y="1240"/>
                    </a:cubicBezTo>
                    <a:cubicBezTo>
                      <a:pt x="4656" y="427"/>
                      <a:pt x="3555" y="1"/>
                      <a:pt x="26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1;p15">
                <a:extLst>
                  <a:ext uri="{FF2B5EF4-FFF2-40B4-BE49-F238E27FC236}">
                    <a16:creationId xmlns:a16="http://schemas.microsoft.com/office/drawing/2014/main" id="{4F6570C6-59FF-459A-9860-0ED0FB18A2A3}"/>
                  </a:ext>
                </a:extLst>
              </p:cNvPr>
              <p:cNvSpPr/>
              <p:nvPr/>
            </p:nvSpPr>
            <p:spPr>
              <a:xfrm>
                <a:off x="949888" y="3517050"/>
                <a:ext cx="125950" cy="158675"/>
              </a:xfrm>
              <a:custGeom>
                <a:avLst/>
                <a:gdLst/>
                <a:ahLst/>
                <a:cxnLst/>
                <a:rect l="l" t="t" r="r" b="b"/>
                <a:pathLst>
                  <a:path w="5038" h="6347" extrusionOk="0">
                    <a:moveTo>
                      <a:pt x="2917" y="1"/>
                    </a:moveTo>
                    <a:cubicBezTo>
                      <a:pt x="1864" y="1"/>
                      <a:pt x="788" y="1112"/>
                      <a:pt x="426" y="2672"/>
                    </a:cubicBezTo>
                    <a:cubicBezTo>
                      <a:pt x="0" y="4402"/>
                      <a:pt x="602" y="6031"/>
                      <a:pt x="1779" y="6306"/>
                    </a:cubicBezTo>
                    <a:cubicBezTo>
                      <a:pt x="1892" y="6333"/>
                      <a:pt x="2006" y="6346"/>
                      <a:pt x="2120" y="6346"/>
                    </a:cubicBezTo>
                    <a:cubicBezTo>
                      <a:pt x="3174" y="6346"/>
                      <a:pt x="4250" y="5235"/>
                      <a:pt x="4612" y="3675"/>
                    </a:cubicBezTo>
                    <a:cubicBezTo>
                      <a:pt x="5038" y="1945"/>
                      <a:pt x="4436" y="316"/>
                      <a:pt x="3258" y="41"/>
                    </a:cubicBezTo>
                    <a:cubicBezTo>
                      <a:pt x="3145" y="14"/>
                      <a:pt x="3031" y="1"/>
                      <a:pt x="29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2;p15">
                <a:extLst>
                  <a:ext uri="{FF2B5EF4-FFF2-40B4-BE49-F238E27FC236}">
                    <a16:creationId xmlns:a16="http://schemas.microsoft.com/office/drawing/2014/main" id="{BA19582C-F1EF-47DB-A53D-700EAF463356}"/>
                  </a:ext>
                </a:extLst>
              </p:cNvPr>
              <p:cNvSpPr/>
              <p:nvPr/>
            </p:nvSpPr>
            <p:spPr>
              <a:xfrm>
                <a:off x="1065788" y="3623975"/>
                <a:ext cx="108425" cy="132150"/>
              </a:xfrm>
              <a:custGeom>
                <a:avLst/>
                <a:gdLst/>
                <a:ahLst/>
                <a:cxnLst/>
                <a:rect l="l" t="t" r="r" b="b"/>
                <a:pathLst>
                  <a:path w="4337" h="5286" extrusionOk="0">
                    <a:moveTo>
                      <a:pt x="1749" y="1"/>
                    </a:moveTo>
                    <a:cubicBezTo>
                      <a:pt x="1633" y="1"/>
                      <a:pt x="1517" y="17"/>
                      <a:pt x="1404" y="49"/>
                    </a:cubicBezTo>
                    <a:cubicBezTo>
                      <a:pt x="427" y="325"/>
                      <a:pt x="1" y="1729"/>
                      <a:pt x="427" y="3157"/>
                    </a:cubicBezTo>
                    <a:cubicBezTo>
                      <a:pt x="802" y="4416"/>
                      <a:pt x="1723" y="5286"/>
                      <a:pt x="2588" y="5286"/>
                    </a:cubicBezTo>
                    <a:cubicBezTo>
                      <a:pt x="2704" y="5286"/>
                      <a:pt x="2820" y="5270"/>
                      <a:pt x="2933" y="5237"/>
                    </a:cubicBezTo>
                    <a:cubicBezTo>
                      <a:pt x="3910" y="4937"/>
                      <a:pt x="4337" y="3558"/>
                      <a:pt x="3910" y="2130"/>
                    </a:cubicBezTo>
                    <a:cubicBezTo>
                      <a:pt x="3535" y="871"/>
                      <a:pt x="2614" y="1"/>
                      <a:pt x="17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3;p15">
                <a:extLst>
                  <a:ext uri="{FF2B5EF4-FFF2-40B4-BE49-F238E27FC236}">
                    <a16:creationId xmlns:a16="http://schemas.microsoft.com/office/drawing/2014/main" id="{6C0C2120-0DB0-40F8-99CD-CCC2C8BCD56F}"/>
                  </a:ext>
                </a:extLst>
              </p:cNvPr>
              <p:cNvSpPr/>
              <p:nvPr/>
            </p:nvSpPr>
            <p:spPr>
              <a:xfrm>
                <a:off x="1238713" y="3648425"/>
                <a:ext cx="110325" cy="134200"/>
              </a:xfrm>
              <a:custGeom>
                <a:avLst/>
                <a:gdLst/>
                <a:ahLst/>
                <a:cxnLst/>
                <a:rect l="l" t="t" r="r" b="b"/>
                <a:pathLst>
                  <a:path w="4413" h="5368" extrusionOk="0">
                    <a:moveTo>
                      <a:pt x="1782" y="0"/>
                    </a:moveTo>
                    <a:cubicBezTo>
                      <a:pt x="1663" y="0"/>
                      <a:pt x="1545" y="16"/>
                      <a:pt x="1430" y="49"/>
                    </a:cubicBezTo>
                    <a:cubicBezTo>
                      <a:pt x="452" y="350"/>
                      <a:pt x="1" y="1753"/>
                      <a:pt x="452" y="3207"/>
                    </a:cubicBezTo>
                    <a:cubicBezTo>
                      <a:pt x="825" y="4479"/>
                      <a:pt x="1736" y="5368"/>
                      <a:pt x="2613" y="5368"/>
                    </a:cubicBezTo>
                    <a:cubicBezTo>
                      <a:pt x="2737" y="5368"/>
                      <a:pt x="2862" y="5350"/>
                      <a:pt x="2983" y="5312"/>
                    </a:cubicBezTo>
                    <a:cubicBezTo>
                      <a:pt x="3961" y="5036"/>
                      <a:pt x="4412" y="3608"/>
                      <a:pt x="3961" y="2154"/>
                    </a:cubicBezTo>
                    <a:cubicBezTo>
                      <a:pt x="3585" y="873"/>
                      <a:pt x="2665" y="0"/>
                      <a:pt x="17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4;p15">
                <a:extLst>
                  <a:ext uri="{FF2B5EF4-FFF2-40B4-BE49-F238E27FC236}">
                    <a16:creationId xmlns:a16="http://schemas.microsoft.com/office/drawing/2014/main" id="{0A6D6A45-6139-4663-B093-5AE1A1898135}"/>
                  </a:ext>
                </a:extLst>
              </p:cNvPr>
              <p:cNvSpPr/>
              <p:nvPr/>
            </p:nvSpPr>
            <p:spPr>
              <a:xfrm>
                <a:off x="1552638" y="3488175"/>
                <a:ext cx="79600" cy="97375"/>
              </a:xfrm>
              <a:custGeom>
                <a:avLst/>
                <a:gdLst/>
                <a:ahLst/>
                <a:cxnLst/>
                <a:rect l="l" t="t" r="r" b="b"/>
                <a:pathLst>
                  <a:path w="3184" h="3895" extrusionOk="0">
                    <a:moveTo>
                      <a:pt x="1299" y="1"/>
                    </a:moveTo>
                    <a:cubicBezTo>
                      <a:pt x="1208" y="1"/>
                      <a:pt x="1117" y="14"/>
                      <a:pt x="1028" y="43"/>
                    </a:cubicBezTo>
                    <a:cubicBezTo>
                      <a:pt x="326" y="243"/>
                      <a:pt x="0" y="1271"/>
                      <a:pt x="301" y="2324"/>
                    </a:cubicBezTo>
                    <a:cubicBezTo>
                      <a:pt x="586" y="3243"/>
                      <a:pt x="1253" y="3895"/>
                      <a:pt x="1885" y="3895"/>
                    </a:cubicBezTo>
                    <a:cubicBezTo>
                      <a:pt x="1976" y="3895"/>
                      <a:pt x="2067" y="3881"/>
                      <a:pt x="2156" y="3852"/>
                    </a:cubicBezTo>
                    <a:cubicBezTo>
                      <a:pt x="2858" y="3652"/>
                      <a:pt x="3183" y="2624"/>
                      <a:pt x="2858" y="1572"/>
                    </a:cubicBezTo>
                    <a:cubicBezTo>
                      <a:pt x="2595" y="652"/>
                      <a:pt x="1931" y="1"/>
                      <a:pt x="12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5;p15">
                <a:extLst>
                  <a:ext uri="{FF2B5EF4-FFF2-40B4-BE49-F238E27FC236}">
                    <a16:creationId xmlns:a16="http://schemas.microsoft.com/office/drawing/2014/main" id="{2E71FD40-F9D4-4EA9-8F56-44354B8BBBC0}"/>
                  </a:ext>
                </a:extLst>
              </p:cNvPr>
              <p:cNvSpPr/>
              <p:nvPr/>
            </p:nvSpPr>
            <p:spPr>
              <a:xfrm>
                <a:off x="1151638" y="3488225"/>
                <a:ext cx="83350" cy="97275"/>
              </a:xfrm>
              <a:custGeom>
                <a:avLst/>
                <a:gdLst/>
                <a:ahLst/>
                <a:cxnLst/>
                <a:rect l="l" t="t" r="r" b="b"/>
                <a:pathLst>
                  <a:path w="3334" h="3891" extrusionOk="0">
                    <a:moveTo>
                      <a:pt x="2057" y="1"/>
                    </a:moveTo>
                    <a:cubicBezTo>
                      <a:pt x="1429" y="1"/>
                      <a:pt x="738" y="581"/>
                      <a:pt x="401" y="1444"/>
                    </a:cubicBezTo>
                    <a:cubicBezTo>
                      <a:pt x="0" y="2497"/>
                      <a:pt x="251" y="3550"/>
                      <a:pt x="928" y="3825"/>
                    </a:cubicBezTo>
                    <a:cubicBezTo>
                      <a:pt x="1039" y="3869"/>
                      <a:pt x="1157" y="3890"/>
                      <a:pt x="1276" y="3890"/>
                    </a:cubicBezTo>
                    <a:cubicBezTo>
                      <a:pt x="1904" y="3890"/>
                      <a:pt x="2596" y="3307"/>
                      <a:pt x="2933" y="2422"/>
                    </a:cubicBezTo>
                    <a:cubicBezTo>
                      <a:pt x="3334" y="1394"/>
                      <a:pt x="3083" y="342"/>
                      <a:pt x="2406" y="66"/>
                    </a:cubicBezTo>
                    <a:cubicBezTo>
                      <a:pt x="2294" y="22"/>
                      <a:pt x="2177" y="1"/>
                      <a:pt x="20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86;p15">
                <a:extLst>
                  <a:ext uri="{FF2B5EF4-FFF2-40B4-BE49-F238E27FC236}">
                    <a16:creationId xmlns:a16="http://schemas.microsoft.com/office/drawing/2014/main" id="{73DECF71-9AFE-4819-80BF-836E2DACC85C}"/>
                  </a:ext>
                </a:extLst>
              </p:cNvPr>
              <p:cNvSpPr/>
              <p:nvPr/>
            </p:nvSpPr>
            <p:spPr>
              <a:xfrm>
                <a:off x="1467413" y="3847875"/>
                <a:ext cx="83375" cy="97275"/>
              </a:xfrm>
              <a:custGeom>
                <a:avLst/>
                <a:gdLst/>
                <a:ahLst/>
                <a:cxnLst/>
                <a:rect l="l" t="t" r="r" b="b"/>
                <a:pathLst>
                  <a:path w="3335" h="3891" extrusionOk="0">
                    <a:moveTo>
                      <a:pt x="2058" y="1"/>
                    </a:moveTo>
                    <a:cubicBezTo>
                      <a:pt x="1429" y="1"/>
                      <a:pt x="739" y="581"/>
                      <a:pt x="402" y="1444"/>
                    </a:cubicBezTo>
                    <a:cubicBezTo>
                      <a:pt x="1" y="2497"/>
                      <a:pt x="252" y="3550"/>
                      <a:pt x="928" y="3825"/>
                    </a:cubicBezTo>
                    <a:cubicBezTo>
                      <a:pt x="1040" y="3869"/>
                      <a:pt x="1157" y="3890"/>
                      <a:pt x="1276" y="3890"/>
                    </a:cubicBezTo>
                    <a:cubicBezTo>
                      <a:pt x="1905" y="3890"/>
                      <a:pt x="2596" y="3307"/>
                      <a:pt x="2933" y="2422"/>
                    </a:cubicBezTo>
                    <a:cubicBezTo>
                      <a:pt x="3334" y="1394"/>
                      <a:pt x="3084" y="342"/>
                      <a:pt x="2407" y="66"/>
                    </a:cubicBezTo>
                    <a:cubicBezTo>
                      <a:pt x="2295" y="22"/>
                      <a:pt x="2177" y="1"/>
                      <a:pt x="2058" y="1"/>
                    </a:cubicBezTo>
                    <a:close/>
                  </a:path>
                </a:pathLst>
              </a:custGeom>
              <a:solidFill>
                <a:srgbClr val="FE63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87;p15">
                <a:extLst>
                  <a:ext uri="{FF2B5EF4-FFF2-40B4-BE49-F238E27FC236}">
                    <a16:creationId xmlns:a16="http://schemas.microsoft.com/office/drawing/2014/main" id="{D86EEA33-162C-47F7-83EC-06D0E0ECA455}"/>
                  </a:ext>
                </a:extLst>
              </p:cNvPr>
              <p:cNvSpPr/>
              <p:nvPr/>
            </p:nvSpPr>
            <p:spPr>
              <a:xfrm>
                <a:off x="1194238" y="3873475"/>
                <a:ext cx="137875" cy="109425"/>
              </a:xfrm>
              <a:custGeom>
                <a:avLst/>
                <a:gdLst/>
                <a:ahLst/>
                <a:cxnLst/>
                <a:rect l="l" t="t" r="r" b="b"/>
                <a:pathLst>
                  <a:path w="5515" h="4377" extrusionOk="0">
                    <a:moveTo>
                      <a:pt x="3666" y="0"/>
                    </a:moveTo>
                    <a:cubicBezTo>
                      <a:pt x="3038" y="0"/>
                      <a:pt x="2304" y="260"/>
                      <a:pt x="1655" y="771"/>
                    </a:cubicBezTo>
                    <a:cubicBezTo>
                      <a:pt x="477" y="1674"/>
                      <a:pt x="1" y="3052"/>
                      <a:pt x="627" y="3854"/>
                    </a:cubicBezTo>
                    <a:cubicBezTo>
                      <a:pt x="899" y="4205"/>
                      <a:pt x="1344" y="4377"/>
                      <a:pt x="1859" y="4377"/>
                    </a:cubicBezTo>
                    <a:cubicBezTo>
                      <a:pt x="2485" y="4377"/>
                      <a:pt x="3214" y="4123"/>
                      <a:pt x="3860" y="3628"/>
                    </a:cubicBezTo>
                    <a:cubicBezTo>
                      <a:pt x="5038" y="2701"/>
                      <a:pt x="5514" y="1323"/>
                      <a:pt x="4888" y="521"/>
                    </a:cubicBezTo>
                    <a:cubicBezTo>
                      <a:pt x="4618" y="172"/>
                      <a:pt x="4177" y="0"/>
                      <a:pt x="3666" y="0"/>
                    </a:cubicBezTo>
                    <a:close/>
                  </a:path>
                </a:pathLst>
              </a:custGeom>
              <a:solidFill>
                <a:srgbClr val="FE63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88;p15">
                <a:extLst>
                  <a:ext uri="{FF2B5EF4-FFF2-40B4-BE49-F238E27FC236}">
                    <a16:creationId xmlns:a16="http://schemas.microsoft.com/office/drawing/2014/main" id="{22F407B4-BF0C-40AC-94AF-311E7311CA59}"/>
                  </a:ext>
                </a:extLst>
              </p:cNvPr>
              <p:cNvSpPr/>
              <p:nvPr/>
            </p:nvSpPr>
            <p:spPr>
              <a:xfrm>
                <a:off x="1350888" y="3731400"/>
                <a:ext cx="134725" cy="164825"/>
              </a:xfrm>
              <a:custGeom>
                <a:avLst/>
                <a:gdLst/>
                <a:ahLst/>
                <a:cxnLst/>
                <a:rect l="l" t="t" r="r" b="b"/>
                <a:pathLst>
                  <a:path w="5389" h="6593" extrusionOk="0">
                    <a:moveTo>
                      <a:pt x="3217" y="0"/>
                    </a:moveTo>
                    <a:cubicBezTo>
                      <a:pt x="2130" y="0"/>
                      <a:pt x="989" y="1083"/>
                      <a:pt x="527" y="2670"/>
                    </a:cubicBezTo>
                    <a:cubicBezTo>
                      <a:pt x="0" y="4449"/>
                      <a:pt x="552" y="6179"/>
                      <a:pt x="1730" y="6529"/>
                    </a:cubicBezTo>
                    <a:cubicBezTo>
                      <a:pt x="1875" y="6572"/>
                      <a:pt x="2023" y="6592"/>
                      <a:pt x="2173" y="6592"/>
                    </a:cubicBezTo>
                    <a:cubicBezTo>
                      <a:pt x="3259" y="6592"/>
                      <a:pt x="4400" y="5512"/>
                      <a:pt x="4862" y="3948"/>
                    </a:cubicBezTo>
                    <a:cubicBezTo>
                      <a:pt x="5389" y="2143"/>
                      <a:pt x="4837" y="414"/>
                      <a:pt x="3659" y="63"/>
                    </a:cubicBezTo>
                    <a:cubicBezTo>
                      <a:pt x="3514" y="21"/>
                      <a:pt x="3366" y="0"/>
                      <a:pt x="32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89;p15">
                <a:extLst>
                  <a:ext uri="{FF2B5EF4-FFF2-40B4-BE49-F238E27FC236}">
                    <a16:creationId xmlns:a16="http://schemas.microsoft.com/office/drawing/2014/main" id="{00CA3273-0F6D-4A1D-A764-1CB4E1CE45C5}"/>
                  </a:ext>
                </a:extLst>
              </p:cNvPr>
              <p:cNvSpPr/>
              <p:nvPr/>
            </p:nvSpPr>
            <p:spPr>
              <a:xfrm>
                <a:off x="1394113" y="3547550"/>
                <a:ext cx="107800" cy="132150"/>
              </a:xfrm>
              <a:custGeom>
                <a:avLst/>
                <a:gdLst/>
                <a:ahLst/>
                <a:cxnLst/>
                <a:rect l="l" t="t" r="r" b="b"/>
                <a:pathLst>
                  <a:path w="4312" h="5286" extrusionOk="0">
                    <a:moveTo>
                      <a:pt x="1724" y="0"/>
                    </a:moveTo>
                    <a:cubicBezTo>
                      <a:pt x="1608" y="0"/>
                      <a:pt x="1492" y="16"/>
                      <a:pt x="1379" y="49"/>
                    </a:cubicBezTo>
                    <a:cubicBezTo>
                      <a:pt x="427" y="324"/>
                      <a:pt x="1" y="1728"/>
                      <a:pt x="427" y="3157"/>
                    </a:cubicBezTo>
                    <a:cubicBezTo>
                      <a:pt x="780" y="4416"/>
                      <a:pt x="1698" y="5285"/>
                      <a:pt x="2580" y="5285"/>
                    </a:cubicBezTo>
                    <a:cubicBezTo>
                      <a:pt x="2699" y="5285"/>
                      <a:pt x="2817" y="5269"/>
                      <a:pt x="2933" y="5237"/>
                    </a:cubicBezTo>
                    <a:cubicBezTo>
                      <a:pt x="3885" y="4961"/>
                      <a:pt x="4311" y="3558"/>
                      <a:pt x="3885" y="2129"/>
                    </a:cubicBezTo>
                    <a:cubicBezTo>
                      <a:pt x="3510" y="870"/>
                      <a:pt x="2589" y="0"/>
                      <a:pt x="17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90;p15">
                <a:extLst>
                  <a:ext uri="{FF2B5EF4-FFF2-40B4-BE49-F238E27FC236}">
                    <a16:creationId xmlns:a16="http://schemas.microsoft.com/office/drawing/2014/main" id="{D063D232-5551-4232-A5D9-BE5D591A4904}"/>
                  </a:ext>
                </a:extLst>
              </p:cNvPr>
              <p:cNvSpPr/>
              <p:nvPr/>
            </p:nvSpPr>
            <p:spPr>
              <a:xfrm>
                <a:off x="1493113" y="3630925"/>
                <a:ext cx="151650" cy="191600"/>
              </a:xfrm>
              <a:custGeom>
                <a:avLst/>
                <a:gdLst/>
                <a:ahLst/>
                <a:cxnLst/>
                <a:rect l="l" t="t" r="r" b="b"/>
                <a:pathLst>
                  <a:path w="6066" h="7664" extrusionOk="0">
                    <a:moveTo>
                      <a:pt x="3524" y="0"/>
                    </a:moveTo>
                    <a:cubicBezTo>
                      <a:pt x="2240" y="0"/>
                      <a:pt x="932" y="1329"/>
                      <a:pt x="502" y="3230"/>
                    </a:cubicBezTo>
                    <a:cubicBezTo>
                      <a:pt x="0" y="5310"/>
                      <a:pt x="727" y="7290"/>
                      <a:pt x="2131" y="7616"/>
                    </a:cubicBezTo>
                    <a:cubicBezTo>
                      <a:pt x="2267" y="7648"/>
                      <a:pt x="2404" y="7663"/>
                      <a:pt x="2542" y="7663"/>
                    </a:cubicBezTo>
                    <a:cubicBezTo>
                      <a:pt x="3821" y="7663"/>
                      <a:pt x="5112" y="6334"/>
                      <a:pt x="5564" y="4433"/>
                    </a:cubicBezTo>
                    <a:cubicBezTo>
                      <a:pt x="6066" y="2353"/>
                      <a:pt x="5339" y="373"/>
                      <a:pt x="3935" y="47"/>
                    </a:cubicBezTo>
                    <a:cubicBezTo>
                      <a:pt x="3799" y="16"/>
                      <a:pt x="3662" y="0"/>
                      <a:pt x="35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91;p15">
                <a:extLst>
                  <a:ext uri="{FF2B5EF4-FFF2-40B4-BE49-F238E27FC236}">
                    <a16:creationId xmlns:a16="http://schemas.microsoft.com/office/drawing/2014/main" id="{267853F8-7866-4DDB-A163-805A3EB618A4}"/>
                  </a:ext>
                </a:extLst>
              </p:cNvPr>
              <p:cNvSpPr/>
              <p:nvPr/>
            </p:nvSpPr>
            <p:spPr>
              <a:xfrm>
                <a:off x="968663" y="3330075"/>
                <a:ext cx="731875" cy="740350"/>
              </a:xfrm>
              <a:custGeom>
                <a:avLst/>
                <a:gdLst/>
                <a:ahLst/>
                <a:cxnLst/>
                <a:rect l="l" t="t" r="r" b="b"/>
                <a:pathLst>
                  <a:path w="29275" h="29614" extrusionOk="0">
                    <a:moveTo>
                      <a:pt x="20101" y="1"/>
                    </a:moveTo>
                    <a:cubicBezTo>
                      <a:pt x="21480" y="2432"/>
                      <a:pt x="22207" y="5264"/>
                      <a:pt x="22081" y="8272"/>
                    </a:cubicBezTo>
                    <a:cubicBezTo>
                      <a:pt x="21764" y="16628"/>
                      <a:pt x="14896" y="23197"/>
                      <a:pt x="6587" y="23197"/>
                    </a:cubicBezTo>
                    <a:cubicBezTo>
                      <a:pt x="6372" y="23197"/>
                      <a:pt x="6157" y="23193"/>
                      <a:pt x="5941" y="23184"/>
                    </a:cubicBezTo>
                    <a:cubicBezTo>
                      <a:pt x="3836" y="23109"/>
                      <a:pt x="1830" y="22582"/>
                      <a:pt x="1" y="21730"/>
                    </a:cubicBezTo>
                    <a:lnTo>
                      <a:pt x="1" y="21730"/>
                    </a:lnTo>
                    <a:cubicBezTo>
                      <a:pt x="527" y="22658"/>
                      <a:pt x="1154" y="23535"/>
                      <a:pt x="1830" y="24312"/>
                    </a:cubicBezTo>
                    <a:cubicBezTo>
                      <a:pt x="4537" y="27420"/>
                      <a:pt x="8472" y="29425"/>
                      <a:pt x="12908" y="29600"/>
                    </a:cubicBezTo>
                    <a:cubicBezTo>
                      <a:pt x="13125" y="29609"/>
                      <a:pt x="13340" y="29613"/>
                      <a:pt x="13554" y="29613"/>
                    </a:cubicBezTo>
                    <a:cubicBezTo>
                      <a:pt x="21841" y="29613"/>
                      <a:pt x="28731" y="23067"/>
                      <a:pt x="29049" y="14688"/>
                    </a:cubicBezTo>
                    <a:cubicBezTo>
                      <a:pt x="29274" y="9274"/>
                      <a:pt x="26668" y="4387"/>
                      <a:pt x="22582" y="1454"/>
                    </a:cubicBezTo>
                    <a:cubicBezTo>
                      <a:pt x="21806" y="903"/>
                      <a:pt x="20978" y="427"/>
                      <a:pt x="20101" y="1"/>
                    </a:cubicBezTo>
                    <a:close/>
                  </a:path>
                </a:pathLst>
              </a:custGeom>
              <a:solidFill>
                <a:srgbClr val="F66E43">
                  <a:alpha val="59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92;p15">
                <a:extLst>
                  <a:ext uri="{FF2B5EF4-FFF2-40B4-BE49-F238E27FC236}">
                    <a16:creationId xmlns:a16="http://schemas.microsoft.com/office/drawing/2014/main" id="{47E44E6A-4DBA-4106-9D64-484A9ECCB017}"/>
                  </a:ext>
                </a:extLst>
              </p:cNvPr>
              <p:cNvSpPr/>
              <p:nvPr/>
            </p:nvSpPr>
            <p:spPr>
              <a:xfrm>
                <a:off x="1053263" y="3371725"/>
                <a:ext cx="133475" cy="126000"/>
              </a:xfrm>
              <a:custGeom>
                <a:avLst/>
                <a:gdLst/>
                <a:ahLst/>
                <a:cxnLst/>
                <a:rect l="l" t="t" r="r" b="b"/>
                <a:pathLst>
                  <a:path w="5339" h="5040" extrusionOk="0">
                    <a:moveTo>
                      <a:pt x="3563" y="1"/>
                    </a:moveTo>
                    <a:cubicBezTo>
                      <a:pt x="2800" y="1"/>
                      <a:pt x="1894" y="459"/>
                      <a:pt x="1203" y="1267"/>
                    </a:cubicBezTo>
                    <a:cubicBezTo>
                      <a:pt x="176" y="2470"/>
                      <a:pt x="0" y="4024"/>
                      <a:pt x="802" y="4701"/>
                    </a:cubicBezTo>
                    <a:cubicBezTo>
                      <a:pt x="1065" y="4931"/>
                      <a:pt x="1404" y="5040"/>
                      <a:pt x="1776" y="5040"/>
                    </a:cubicBezTo>
                    <a:cubicBezTo>
                      <a:pt x="2539" y="5040"/>
                      <a:pt x="3445" y="4582"/>
                      <a:pt x="4136" y="3773"/>
                    </a:cubicBezTo>
                    <a:cubicBezTo>
                      <a:pt x="5163" y="2570"/>
                      <a:pt x="5339" y="1042"/>
                      <a:pt x="4537" y="340"/>
                    </a:cubicBezTo>
                    <a:cubicBezTo>
                      <a:pt x="4274" y="110"/>
                      <a:pt x="3935" y="1"/>
                      <a:pt x="3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93;p15">
                <a:extLst>
                  <a:ext uri="{FF2B5EF4-FFF2-40B4-BE49-F238E27FC236}">
                    <a16:creationId xmlns:a16="http://schemas.microsoft.com/office/drawing/2014/main" id="{C2A6A633-DB42-49A8-AB10-834C0A3D2CA2}"/>
                  </a:ext>
                </a:extLst>
              </p:cNvPr>
              <p:cNvSpPr/>
              <p:nvPr/>
            </p:nvSpPr>
            <p:spPr>
              <a:xfrm>
                <a:off x="972438" y="3331300"/>
                <a:ext cx="348400" cy="379900"/>
              </a:xfrm>
              <a:custGeom>
                <a:avLst/>
                <a:gdLst/>
                <a:ahLst/>
                <a:cxnLst/>
                <a:rect l="l" t="t" r="r" b="b"/>
                <a:pathLst>
                  <a:path w="13936" h="15196" extrusionOk="0">
                    <a:moveTo>
                      <a:pt x="10089" y="1"/>
                    </a:moveTo>
                    <a:cubicBezTo>
                      <a:pt x="9486" y="1"/>
                      <a:pt x="8869" y="146"/>
                      <a:pt x="8296" y="428"/>
                    </a:cubicBezTo>
                    <a:cubicBezTo>
                      <a:pt x="4211" y="2408"/>
                      <a:pt x="1178" y="6368"/>
                      <a:pt x="351" y="10804"/>
                    </a:cubicBezTo>
                    <a:cubicBezTo>
                      <a:pt x="0" y="12659"/>
                      <a:pt x="852" y="14563"/>
                      <a:pt x="2782" y="15090"/>
                    </a:cubicBezTo>
                    <a:cubicBezTo>
                      <a:pt x="3048" y="15161"/>
                      <a:pt x="3327" y="15195"/>
                      <a:pt x="3612" y="15195"/>
                    </a:cubicBezTo>
                    <a:cubicBezTo>
                      <a:pt x="5126" y="15195"/>
                      <a:pt x="6769" y="14220"/>
                      <a:pt x="7043" y="12659"/>
                    </a:cubicBezTo>
                    <a:cubicBezTo>
                      <a:pt x="7594" y="9802"/>
                      <a:pt x="9173" y="7696"/>
                      <a:pt x="11780" y="6418"/>
                    </a:cubicBezTo>
                    <a:cubicBezTo>
                      <a:pt x="13484" y="5616"/>
                      <a:pt x="13935" y="3210"/>
                      <a:pt x="13033" y="1681"/>
                    </a:cubicBezTo>
                    <a:cubicBezTo>
                      <a:pt x="12372" y="542"/>
                      <a:pt x="11255" y="1"/>
                      <a:pt x="10089" y="1"/>
                    </a:cubicBez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94;p15">
              <a:extLst>
                <a:ext uri="{FF2B5EF4-FFF2-40B4-BE49-F238E27FC236}">
                  <a16:creationId xmlns:a16="http://schemas.microsoft.com/office/drawing/2014/main" id="{C897BBF5-47B5-4CD8-86B2-FA17DB327428}"/>
                </a:ext>
              </a:extLst>
            </p:cNvPr>
            <p:cNvGrpSpPr/>
            <p:nvPr/>
          </p:nvGrpSpPr>
          <p:grpSpPr>
            <a:xfrm>
              <a:off x="1077912" y="32505"/>
              <a:ext cx="2148929" cy="2163499"/>
              <a:chOff x="530713" y="2074375"/>
              <a:chExt cx="671100" cy="675650"/>
            </a:xfrm>
          </p:grpSpPr>
          <p:sp>
            <p:nvSpPr>
              <p:cNvPr id="10" name="Google Shape;95;p15">
                <a:extLst>
                  <a:ext uri="{FF2B5EF4-FFF2-40B4-BE49-F238E27FC236}">
                    <a16:creationId xmlns:a16="http://schemas.microsoft.com/office/drawing/2014/main" id="{5B881D2A-46E0-46EC-BD44-A0F812B9A63D}"/>
                  </a:ext>
                </a:extLst>
              </p:cNvPr>
              <p:cNvSpPr/>
              <p:nvPr/>
            </p:nvSpPr>
            <p:spPr>
              <a:xfrm>
                <a:off x="650388" y="2206225"/>
                <a:ext cx="427350" cy="422700"/>
              </a:xfrm>
              <a:custGeom>
                <a:avLst/>
                <a:gdLst/>
                <a:ahLst/>
                <a:cxnLst/>
                <a:rect l="l" t="t" r="r" b="b"/>
                <a:pathLst>
                  <a:path w="17094" h="16908" extrusionOk="0">
                    <a:moveTo>
                      <a:pt x="8506" y="1"/>
                    </a:moveTo>
                    <a:cubicBezTo>
                      <a:pt x="4006" y="1"/>
                      <a:pt x="272" y="3565"/>
                      <a:pt x="101" y="8104"/>
                    </a:cubicBezTo>
                    <a:cubicBezTo>
                      <a:pt x="1" y="10360"/>
                      <a:pt x="803" y="12440"/>
                      <a:pt x="2181" y="14019"/>
                    </a:cubicBezTo>
                    <a:cubicBezTo>
                      <a:pt x="3660" y="15698"/>
                      <a:pt x="5790" y="16801"/>
                      <a:pt x="8196" y="16901"/>
                    </a:cubicBezTo>
                    <a:cubicBezTo>
                      <a:pt x="8305" y="16905"/>
                      <a:pt x="8413" y="16907"/>
                      <a:pt x="8520" y="16907"/>
                    </a:cubicBezTo>
                    <a:cubicBezTo>
                      <a:pt x="13039" y="16907"/>
                      <a:pt x="16798" y="13334"/>
                      <a:pt x="16993" y="8781"/>
                    </a:cubicBezTo>
                    <a:cubicBezTo>
                      <a:pt x="17094" y="5823"/>
                      <a:pt x="15690" y="3167"/>
                      <a:pt x="13460" y="1588"/>
                    </a:cubicBezTo>
                    <a:cubicBezTo>
                      <a:pt x="12156" y="635"/>
                      <a:pt x="10577" y="84"/>
                      <a:pt x="8873" y="9"/>
                    </a:cubicBezTo>
                    <a:cubicBezTo>
                      <a:pt x="8750" y="3"/>
                      <a:pt x="8628" y="1"/>
                      <a:pt x="85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96;p15">
                <a:extLst>
                  <a:ext uri="{FF2B5EF4-FFF2-40B4-BE49-F238E27FC236}">
                    <a16:creationId xmlns:a16="http://schemas.microsoft.com/office/drawing/2014/main" id="{937FF4D3-E656-4427-AFBD-819F962E25D2}"/>
                  </a:ext>
                </a:extLst>
              </p:cNvPr>
              <p:cNvSpPr/>
              <p:nvPr/>
            </p:nvSpPr>
            <p:spPr>
              <a:xfrm>
                <a:off x="834613" y="2087225"/>
                <a:ext cx="68325" cy="139275"/>
              </a:xfrm>
              <a:custGeom>
                <a:avLst/>
                <a:gdLst/>
                <a:ahLst/>
                <a:cxnLst/>
                <a:rect l="l" t="t" r="r" b="b"/>
                <a:pathLst>
                  <a:path w="2733" h="5571" extrusionOk="0">
                    <a:moveTo>
                      <a:pt x="1167" y="0"/>
                    </a:moveTo>
                    <a:cubicBezTo>
                      <a:pt x="915" y="0"/>
                      <a:pt x="657" y="30"/>
                      <a:pt x="426" y="107"/>
                    </a:cubicBezTo>
                    <a:cubicBezTo>
                      <a:pt x="401" y="132"/>
                      <a:pt x="351" y="157"/>
                      <a:pt x="301" y="157"/>
                    </a:cubicBezTo>
                    <a:cubicBezTo>
                      <a:pt x="226" y="207"/>
                      <a:pt x="126" y="282"/>
                      <a:pt x="76" y="358"/>
                    </a:cubicBezTo>
                    <a:cubicBezTo>
                      <a:pt x="0" y="508"/>
                      <a:pt x="76" y="633"/>
                      <a:pt x="176" y="759"/>
                    </a:cubicBezTo>
                    <a:cubicBezTo>
                      <a:pt x="326" y="934"/>
                      <a:pt x="577" y="1059"/>
                      <a:pt x="827" y="1135"/>
                    </a:cubicBezTo>
                    <a:lnTo>
                      <a:pt x="677" y="5520"/>
                    </a:lnTo>
                    <a:lnTo>
                      <a:pt x="1604" y="5571"/>
                    </a:lnTo>
                    <a:lnTo>
                      <a:pt x="1780" y="1235"/>
                    </a:lnTo>
                    <a:cubicBezTo>
                      <a:pt x="2081" y="1210"/>
                      <a:pt x="2507" y="1109"/>
                      <a:pt x="2607" y="784"/>
                    </a:cubicBezTo>
                    <a:cubicBezTo>
                      <a:pt x="2732" y="232"/>
                      <a:pt x="2030" y="57"/>
                      <a:pt x="1629" y="32"/>
                    </a:cubicBezTo>
                    <a:cubicBezTo>
                      <a:pt x="1484" y="12"/>
                      <a:pt x="1327" y="0"/>
                      <a:pt x="11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7;p15">
                <a:extLst>
                  <a:ext uri="{FF2B5EF4-FFF2-40B4-BE49-F238E27FC236}">
                    <a16:creationId xmlns:a16="http://schemas.microsoft.com/office/drawing/2014/main" id="{7FC49E20-7125-4D79-A7A5-82822B61E4B1}"/>
                  </a:ext>
                </a:extLst>
              </p:cNvPr>
              <p:cNvSpPr/>
              <p:nvPr/>
            </p:nvSpPr>
            <p:spPr>
              <a:xfrm>
                <a:off x="911688" y="2122375"/>
                <a:ext cx="80225" cy="125425"/>
              </a:xfrm>
              <a:custGeom>
                <a:avLst/>
                <a:gdLst/>
                <a:ahLst/>
                <a:cxnLst/>
                <a:rect l="l" t="t" r="r" b="b"/>
                <a:pathLst>
                  <a:path w="3209" h="5017" extrusionOk="0">
                    <a:moveTo>
                      <a:pt x="1345" y="1"/>
                    </a:moveTo>
                    <a:cubicBezTo>
                      <a:pt x="1315" y="1"/>
                      <a:pt x="1284" y="2"/>
                      <a:pt x="1253" y="4"/>
                    </a:cubicBezTo>
                    <a:lnTo>
                      <a:pt x="1128" y="4"/>
                    </a:lnTo>
                    <a:cubicBezTo>
                      <a:pt x="1028" y="29"/>
                      <a:pt x="952" y="54"/>
                      <a:pt x="877" y="104"/>
                    </a:cubicBezTo>
                    <a:cubicBezTo>
                      <a:pt x="777" y="230"/>
                      <a:pt x="777" y="355"/>
                      <a:pt x="852" y="480"/>
                    </a:cubicBezTo>
                    <a:cubicBezTo>
                      <a:pt x="927" y="681"/>
                      <a:pt x="1103" y="856"/>
                      <a:pt x="1328" y="982"/>
                    </a:cubicBezTo>
                    <a:lnTo>
                      <a:pt x="0" y="4716"/>
                    </a:lnTo>
                    <a:lnTo>
                      <a:pt x="802" y="5017"/>
                    </a:lnTo>
                    <a:lnTo>
                      <a:pt x="2105" y="1333"/>
                    </a:lnTo>
                    <a:cubicBezTo>
                      <a:pt x="2214" y="1352"/>
                      <a:pt x="2337" y="1372"/>
                      <a:pt x="2458" y="1372"/>
                    </a:cubicBezTo>
                    <a:cubicBezTo>
                      <a:pt x="2645" y="1372"/>
                      <a:pt x="2826" y="1325"/>
                      <a:pt x="2932" y="1157"/>
                    </a:cubicBezTo>
                    <a:cubicBezTo>
                      <a:pt x="3208" y="706"/>
                      <a:pt x="2632" y="380"/>
                      <a:pt x="2281" y="230"/>
                    </a:cubicBezTo>
                    <a:cubicBezTo>
                      <a:pt x="2006" y="115"/>
                      <a:pt x="1669" y="1"/>
                      <a:pt x="13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8;p15">
                <a:extLst>
                  <a:ext uri="{FF2B5EF4-FFF2-40B4-BE49-F238E27FC236}">
                    <a16:creationId xmlns:a16="http://schemas.microsoft.com/office/drawing/2014/main" id="{DA724DB1-A5E8-4B63-812F-671527D2A514}"/>
                  </a:ext>
                </a:extLst>
              </p:cNvPr>
              <p:cNvSpPr/>
              <p:nvPr/>
            </p:nvSpPr>
            <p:spPr>
              <a:xfrm>
                <a:off x="1044513" y="2267750"/>
                <a:ext cx="157300" cy="93475"/>
              </a:xfrm>
              <a:custGeom>
                <a:avLst/>
                <a:gdLst/>
                <a:ahLst/>
                <a:cxnLst/>
                <a:rect l="l" t="t" r="r" b="b"/>
                <a:pathLst>
                  <a:path w="6292" h="3739" extrusionOk="0">
                    <a:moveTo>
                      <a:pt x="5019" y="1"/>
                    </a:moveTo>
                    <a:cubicBezTo>
                      <a:pt x="4866" y="1"/>
                      <a:pt x="4756" y="117"/>
                      <a:pt x="4687" y="254"/>
                    </a:cubicBezTo>
                    <a:cubicBezTo>
                      <a:pt x="4562" y="505"/>
                      <a:pt x="4537" y="806"/>
                      <a:pt x="4587" y="1107"/>
                    </a:cubicBezTo>
                    <a:lnTo>
                      <a:pt x="0" y="2761"/>
                    </a:lnTo>
                    <a:lnTo>
                      <a:pt x="376" y="3738"/>
                    </a:lnTo>
                    <a:lnTo>
                      <a:pt x="4863" y="2109"/>
                    </a:lnTo>
                    <a:cubicBezTo>
                      <a:pt x="5004" y="2392"/>
                      <a:pt x="5257" y="2765"/>
                      <a:pt x="5622" y="2765"/>
                    </a:cubicBezTo>
                    <a:cubicBezTo>
                      <a:pt x="5644" y="2765"/>
                      <a:pt x="5667" y="2764"/>
                      <a:pt x="5690" y="2761"/>
                    </a:cubicBezTo>
                    <a:cubicBezTo>
                      <a:pt x="6291" y="2660"/>
                      <a:pt x="6191" y="1858"/>
                      <a:pt x="6041" y="1432"/>
                    </a:cubicBezTo>
                    <a:cubicBezTo>
                      <a:pt x="5915" y="1031"/>
                      <a:pt x="5740" y="580"/>
                      <a:pt x="5464" y="254"/>
                    </a:cubicBezTo>
                    <a:cubicBezTo>
                      <a:pt x="5414" y="229"/>
                      <a:pt x="5389" y="179"/>
                      <a:pt x="5339" y="154"/>
                    </a:cubicBezTo>
                    <a:cubicBezTo>
                      <a:pt x="5264" y="79"/>
                      <a:pt x="5163" y="29"/>
                      <a:pt x="5063" y="4"/>
                    </a:cubicBezTo>
                    <a:cubicBezTo>
                      <a:pt x="5048" y="2"/>
                      <a:pt x="5033" y="1"/>
                      <a:pt x="50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9;p15">
                <a:extLst>
                  <a:ext uri="{FF2B5EF4-FFF2-40B4-BE49-F238E27FC236}">
                    <a16:creationId xmlns:a16="http://schemas.microsoft.com/office/drawing/2014/main" id="{6A4C9B6A-4C9C-4A1A-9075-971697BBA74F}"/>
                  </a:ext>
                </a:extLst>
              </p:cNvPr>
              <p:cNvSpPr/>
              <p:nvPr/>
            </p:nvSpPr>
            <p:spPr>
              <a:xfrm>
                <a:off x="989363" y="2208700"/>
                <a:ext cx="121600" cy="101775"/>
              </a:xfrm>
              <a:custGeom>
                <a:avLst/>
                <a:gdLst/>
                <a:ahLst/>
                <a:cxnLst/>
                <a:rect l="l" t="t" r="r" b="b"/>
                <a:pathLst>
                  <a:path w="4864" h="4071" extrusionOk="0">
                    <a:moveTo>
                      <a:pt x="3324" y="0"/>
                    </a:moveTo>
                    <a:cubicBezTo>
                      <a:pt x="3301" y="0"/>
                      <a:pt x="3279" y="3"/>
                      <a:pt x="3259" y="10"/>
                    </a:cubicBezTo>
                    <a:cubicBezTo>
                      <a:pt x="3109" y="35"/>
                      <a:pt x="3033" y="160"/>
                      <a:pt x="3033" y="286"/>
                    </a:cubicBezTo>
                    <a:cubicBezTo>
                      <a:pt x="2983" y="511"/>
                      <a:pt x="3033" y="762"/>
                      <a:pt x="3134" y="987"/>
                    </a:cubicBezTo>
                    <a:lnTo>
                      <a:pt x="1" y="3393"/>
                    </a:lnTo>
                    <a:lnTo>
                      <a:pt x="502" y="4070"/>
                    </a:lnTo>
                    <a:lnTo>
                      <a:pt x="3610" y="1689"/>
                    </a:lnTo>
                    <a:cubicBezTo>
                      <a:pt x="3768" y="1847"/>
                      <a:pt x="3988" y="2036"/>
                      <a:pt x="4221" y="2036"/>
                    </a:cubicBezTo>
                    <a:cubicBezTo>
                      <a:pt x="4284" y="2036"/>
                      <a:pt x="4348" y="2022"/>
                      <a:pt x="4412" y="1990"/>
                    </a:cubicBezTo>
                    <a:cubicBezTo>
                      <a:pt x="4863" y="1789"/>
                      <a:pt x="4562" y="1163"/>
                      <a:pt x="4362" y="887"/>
                    </a:cubicBezTo>
                    <a:cubicBezTo>
                      <a:pt x="4161" y="586"/>
                      <a:pt x="3936" y="286"/>
                      <a:pt x="3610" y="110"/>
                    </a:cubicBezTo>
                    <a:cubicBezTo>
                      <a:pt x="3585" y="85"/>
                      <a:pt x="3560" y="60"/>
                      <a:pt x="3510" y="60"/>
                    </a:cubicBezTo>
                    <a:cubicBezTo>
                      <a:pt x="3455" y="23"/>
                      <a:pt x="3386" y="0"/>
                      <a:pt x="33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0;p15">
                <a:extLst>
                  <a:ext uri="{FF2B5EF4-FFF2-40B4-BE49-F238E27FC236}">
                    <a16:creationId xmlns:a16="http://schemas.microsoft.com/office/drawing/2014/main" id="{47123F06-FEA3-48D1-B16F-2F9771B3CFA6}"/>
                  </a:ext>
                </a:extLst>
              </p:cNvPr>
              <p:cNvSpPr/>
              <p:nvPr/>
            </p:nvSpPr>
            <p:spPr>
              <a:xfrm>
                <a:off x="964938" y="2123100"/>
                <a:ext cx="122200" cy="146000"/>
              </a:xfrm>
              <a:custGeom>
                <a:avLst/>
                <a:gdLst/>
                <a:ahLst/>
                <a:cxnLst/>
                <a:rect l="l" t="t" r="r" b="b"/>
                <a:pathLst>
                  <a:path w="4888" h="5840" extrusionOk="0">
                    <a:moveTo>
                      <a:pt x="2607" y="0"/>
                    </a:moveTo>
                    <a:cubicBezTo>
                      <a:pt x="2507" y="0"/>
                      <a:pt x="2381" y="0"/>
                      <a:pt x="2281" y="50"/>
                    </a:cubicBezTo>
                    <a:cubicBezTo>
                      <a:pt x="2131" y="151"/>
                      <a:pt x="2106" y="326"/>
                      <a:pt x="2156" y="476"/>
                    </a:cubicBezTo>
                    <a:cubicBezTo>
                      <a:pt x="2206" y="752"/>
                      <a:pt x="2381" y="1003"/>
                      <a:pt x="2582" y="1203"/>
                    </a:cubicBezTo>
                    <a:lnTo>
                      <a:pt x="0" y="5289"/>
                    </a:lnTo>
                    <a:lnTo>
                      <a:pt x="878" y="5840"/>
                    </a:lnTo>
                    <a:lnTo>
                      <a:pt x="3409" y="1830"/>
                    </a:lnTo>
                    <a:cubicBezTo>
                      <a:pt x="3588" y="1919"/>
                      <a:pt x="3828" y="2009"/>
                      <a:pt x="4047" y="2009"/>
                    </a:cubicBezTo>
                    <a:cubicBezTo>
                      <a:pt x="4196" y="2009"/>
                      <a:pt x="4335" y="1967"/>
                      <a:pt x="4437" y="1855"/>
                    </a:cubicBezTo>
                    <a:cubicBezTo>
                      <a:pt x="4888" y="1404"/>
                      <a:pt x="4286" y="827"/>
                      <a:pt x="3935" y="577"/>
                    </a:cubicBezTo>
                    <a:cubicBezTo>
                      <a:pt x="3584" y="351"/>
                      <a:pt x="3183" y="101"/>
                      <a:pt x="2757" y="25"/>
                    </a:cubicBezTo>
                    <a:cubicBezTo>
                      <a:pt x="2707" y="0"/>
                      <a:pt x="2657" y="0"/>
                      <a:pt x="26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1;p15">
                <a:extLst>
                  <a:ext uri="{FF2B5EF4-FFF2-40B4-BE49-F238E27FC236}">
                    <a16:creationId xmlns:a16="http://schemas.microsoft.com/office/drawing/2014/main" id="{346F330B-84AA-43AF-8FEB-DC1DBBAD90B3}"/>
                  </a:ext>
                </a:extLst>
              </p:cNvPr>
              <p:cNvSpPr/>
              <p:nvPr/>
            </p:nvSpPr>
            <p:spPr>
              <a:xfrm>
                <a:off x="1055163" y="2389100"/>
                <a:ext cx="141625" cy="65325"/>
              </a:xfrm>
              <a:custGeom>
                <a:avLst/>
                <a:gdLst/>
                <a:ahLst/>
                <a:cxnLst/>
                <a:rect l="l" t="t" r="r" b="b"/>
                <a:pathLst>
                  <a:path w="5665" h="2613" extrusionOk="0">
                    <a:moveTo>
                      <a:pt x="5146" y="1"/>
                    </a:moveTo>
                    <a:cubicBezTo>
                      <a:pt x="5055" y="1"/>
                      <a:pt x="4971" y="45"/>
                      <a:pt x="4888" y="112"/>
                    </a:cubicBezTo>
                    <a:cubicBezTo>
                      <a:pt x="4712" y="288"/>
                      <a:pt x="4587" y="538"/>
                      <a:pt x="4487" y="789"/>
                    </a:cubicBezTo>
                    <a:lnTo>
                      <a:pt x="26" y="613"/>
                    </a:lnTo>
                    <a:lnTo>
                      <a:pt x="0" y="1591"/>
                    </a:lnTo>
                    <a:lnTo>
                      <a:pt x="4386" y="1766"/>
                    </a:lnTo>
                    <a:cubicBezTo>
                      <a:pt x="4412" y="2067"/>
                      <a:pt x="4512" y="2518"/>
                      <a:pt x="4863" y="2593"/>
                    </a:cubicBezTo>
                    <a:cubicBezTo>
                      <a:pt x="4912" y="2607"/>
                      <a:pt x="4958" y="2613"/>
                      <a:pt x="5001" y="2613"/>
                    </a:cubicBezTo>
                    <a:cubicBezTo>
                      <a:pt x="5444" y="2613"/>
                      <a:pt x="5594" y="1956"/>
                      <a:pt x="5640" y="1591"/>
                    </a:cubicBezTo>
                    <a:cubicBezTo>
                      <a:pt x="5665" y="1215"/>
                      <a:pt x="5665" y="764"/>
                      <a:pt x="5539" y="388"/>
                    </a:cubicBezTo>
                    <a:cubicBezTo>
                      <a:pt x="5514" y="338"/>
                      <a:pt x="5514" y="288"/>
                      <a:pt x="5489" y="263"/>
                    </a:cubicBezTo>
                    <a:cubicBezTo>
                      <a:pt x="5439" y="162"/>
                      <a:pt x="5389" y="87"/>
                      <a:pt x="5289" y="37"/>
                    </a:cubicBezTo>
                    <a:cubicBezTo>
                      <a:pt x="5239" y="12"/>
                      <a:pt x="5191" y="1"/>
                      <a:pt x="51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2;p15">
                <a:extLst>
                  <a:ext uri="{FF2B5EF4-FFF2-40B4-BE49-F238E27FC236}">
                    <a16:creationId xmlns:a16="http://schemas.microsoft.com/office/drawing/2014/main" id="{FEC076B8-CA89-4E56-A36F-7DC5BDFEAE44}"/>
                  </a:ext>
                </a:extLst>
              </p:cNvPr>
              <p:cNvSpPr/>
              <p:nvPr/>
            </p:nvSpPr>
            <p:spPr>
              <a:xfrm>
                <a:off x="1033863" y="2465200"/>
                <a:ext cx="125325" cy="75150"/>
              </a:xfrm>
              <a:custGeom>
                <a:avLst/>
                <a:gdLst/>
                <a:ahLst/>
                <a:cxnLst/>
                <a:rect l="l" t="t" r="r" b="b"/>
                <a:pathLst>
                  <a:path w="5013" h="3006" extrusionOk="0">
                    <a:moveTo>
                      <a:pt x="276" y="1"/>
                    </a:moveTo>
                    <a:lnTo>
                      <a:pt x="0" y="803"/>
                    </a:lnTo>
                    <a:lnTo>
                      <a:pt x="3685" y="2106"/>
                    </a:lnTo>
                    <a:cubicBezTo>
                      <a:pt x="3609" y="2382"/>
                      <a:pt x="3584" y="2783"/>
                      <a:pt x="3860" y="2933"/>
                    </a:cubicBezTo>
                    <a:cubicBezTo>
                      <a:pt x="3938" y="2983"/>
                      <a:pt x="4013" y="3005"/>
                      <a:pt x="4085" y="3005"/>
                    </a:cubicBezTo>
                    <a:cubicBezTo>
                      <a:pt x="4407" y="3005"/>
                      <a:pt x="4660" y="2568"/>
                      <a:pt x="4762" y="2281"/>
                    </a:cubicBezTo>
                    <a:cubicBezTo>
                      <a:pt x="4888" y="1981"/>
                      <a:pt x="5013" y="1605"/>
                      <a:pt x="5013" y="1254"/>
                    </a:cubicBezTo>
                    <a:cubicBezTo>
                      <a:pt x="5013" y="1204"/>
                      <a:pt x="5013" y="1153"/>
                      <a:pt x="4988" y="1128"/>
                    </a:cubicBezTo>
                    <a:cubicBezTo>
                      <a:pt x="4988" y="1028"/>
                      <a:pt x="4938" y="953"/>
                      <a:pt x="4888" y="878"/>
                    </a:cubicBezTo>
                    <a:cubicBezTo>
                      <a:pt x="4834" y="824"/>
                      <a:pt x="4773" y="799"/>
                      <a:pt x="4709" y="799"/>
                    </a:cubicBezTo>
                    <a:cubicBezTo>
                      <a:pt x="4653" y="799"/>
                      <a:pt x="4595" y="818"/>
                      <a:pt x="4537" y="853"/>
                    </a:cubicBezTo>
                    <a:cubicBezTo>
                      <a:pt x="4311" y="953"/>
                      <a:pt x="4161" y="1103"/>
                      <a:pt x="4010" y="1329"/>
                    </a:cubicBezTo>
                    <a:lnTo>
                      <a:pt x="27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3;p15">
                <a:extLst>
                  <a:ext uri="{FF2B5EF4-FFF2-40B4-BE49-F238E27FC236}">
                    <a16:creationId xmlns:a16="http://schemas.microsoft.com/office/drawing/2014/main" id="{6B77DDED-C127-4EA0-8B82-8B98A0F03035}"/>
                  </a:ext>
                </a:extLst>
              </p:cNvPr>
              <p:cNvSpPr/>
              <p:nvPr/>
            </p:nvSpPr>
            <p:spPr>
              <a:xfrm>
                <a:off x="934863" y="2579875"/>
                <a:ext cx="94000" cy="153575"/>
              </a:xfrm>
              <a:custGeom>
                <a:avLst/>
                <a:gdLst/>
                <a:ahLst/>
                <a:cxnLst/>
                <a:rect l="l" t="t" r="r" b="b"/>
                <a:pathLst>
                  <a:path w="3760" h="6143" extrusionOk="0">
                    <a:moveTo>
                      <a:pt x="978" y="0"/>
                    </a:moveTo>
                    <a:lnTo>
                      <a:pt x="0" y="351"/>
                    </a:lnTo>
                    <a:lnTo>
                      <a:pt x="1629" y="4862"/>
                    </a:lnTo>
                    <a:cubicBezTo>
                      <a:pt x="1329" y="5013"/>
                      <a:pt x="928" y="5288"/>
                      <a:pt x="978" y="5664"/>
                    </a:cubicBezTo>
                    <a:cubicBezTo>
                      <a:pt x="1037" y="6035"/>
                      <a:pt x="1342" y="6142"/>
                      <a:pt x="1670" y="6142"/>
                    </a:cubicBezTo>
                    <a:cubicBezTo>
                      <a:pt x="1896" y="6142"/>
                      <a:pt x="2132" y="6091"/>
                      <a:pt x="2306" y="6040"/>
                    </a:cubicBezTo>
                    <a:cubicBezTo>
                      <a:pt x="2707" y="5915"/>
                      <a:pt x="3158" y="5739"/>
                      <a:pt x="3484" y="5439"/>
                    </a:cubicBezTo>
                    <a:cubicBezTo>
                      <a:pt x="3509" y="5414"/>
                      <a:pt x="3559" y="5363"/>
                      <a:pt x="3584" y="5338"/>
                    </a:cubicBezTo>
                    <a:cubicBezTo>
                      <a:pt x="3660" y="5263"/>
                      <a:pt x="3735" y="5163"/>
                      <a:pt x="3735" y="5038"/>
                    </a:cubicBezTo>
                    <a:cubicBezTo>
                      <a:pt x="3760" y="4862"/>
                      <a:pt x="3635" y="4737"/>
                      <a:pt x="3484" y="4687"/>
                    </a:cubicBezTo>
                    <a:cubicBezTo>
                      <a:pt x="3290" y="4590"/>
                      <a:pt x="3065" y="4553"/>
                      <a:pt x="2834" y="4553"/>
                    </a:cubicBezTo>
                    <a:cubicBezTo>
                      <a:pt x="2767" y="4553"/>
                      <a:pt x="2700" y="4556"/>
                      <a:pt x="2632" y="4561"/>
                    </a:cubicBezTo>
                    <a:lnTo>
                      <a:pt x="97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4;p15">
                <a:extLst>
                  <a:ext uri="{FF2B5EF4-FFF2-40B4-BE49-F238E27FC236}">
                    <a16:creationId xmlns:a16="http://schemas.microsoft.com/office/drawing/2014/main" id="{B0A73347-3BC2-49EE-AC1D-7607D936131C}"/>
                  </a:ext>
                </a:extLst>
              </p:cNvPr>
              <p:cNvSpPr/>
              <p:nvPr/>
            </p:nvSpPr>
            <p:spPr>
              <a:xfrm>
                <a:off x="971213" y="2542900"/>
                <a:ext cx="101525" cy="116350"/>
              </a:xfrm>
              <a:custGeom>
                <a:avLst/>
                <a:gdLst/>
                <a:ahLst/>
                <a:cxnLst/>
                <a:rect l="l" t="t" r="r" b="b"/>
                <a:pathLst>
                  <a:path w="4061" h="4654" extrusionOk="0">
                    <a:moveTo>
                      <a:pt x="677" y="0"/>
                    </a:moveTo>
                    <a:lnTo>
                      <a:pt x="0" y="502"/>
                    </a:lnTo>
                    <a:lnTo>
                      <a:pt x="2356" y="3609"/>
                    </a:lnTo>
                    <a:cubicBezTo>
                      <a:pt x="2155" y="3810"/>
                      <a:pt x="1930" y="4111"/>
                      <a:pt x="2055" y="4411"/>
                    </a:cubicBezTo>
                    <a:cubicBezTo>
                      <a:pt x="2144" y="4589"/>
                      <a:pt x="2290" y="4654"/>
                      <a:pt x="2454" y="4654"/>
                    </a:cubicBezTo>
                    <a:cubicBezTo>
                      <a:pt x="2707" y="4654"/>
                      <a:pt x="3000" y="4498"/>
                      <a:pt x="3183" y="4361"/>
                    </a:cubicBezTo>
                    <a:cubicBezTo>
                      <a:pt x="3459" y="4161"/>
                      <a:pt x="3759" y="3935"/>
                      <a:pt x="3960" y="3634"/>
                    </a:cubicBezTo>
                    <a:cubicBezTo>
                      <a:pt x="3960" y="3584"/>
                      <a:pt x="3985" y="3559"/>
                      <a:pt x="4010" y="3509"/>
                    </a:cubicBezTo>
                    <a:cubicBezTo>
                      <a:pt x="4035" y="3434"/>
                      <a:pt x="4060" y="3334"/>
                      <a:pt x="4060" y="3258"/>
                    </a:cubicBezTo>
                    <a:cubicBezTo>
                      <a:pt x="4010" y="3108"/>
                      <a:pt x="3910" y="3033"/>
                      <a:pt x="3759" y="3033"/>
                    </a:cubicBezTo>
                    <a:cubicBezTo>
                      <a:pt x="3699" y="3019"/>
                      <a:pt x="3639" y="3013"/>
                      <a:pt x="3578" y="3013"/>
                    </a:cubicBezTo>
                    <a:cubicBezTo>
                      <a:pt x="3413" y="3013"/>
                      <a:pt x="3248" y="3060"/>
                      <a:pt x="3083" y="3133"/>
                    </a:cubicBezTo>
                    <a:lnTo>
                      <a:pt x="6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5;p15">
                <a:extLst>
                  <a:ext uri="{FF2B5EF4-FFF2-40B4-BE49-F238E27FC236}">
                    <a16:creationId xmlns:a16="http://schemas.microsoft.com/office/drawing/2014/main" id="{96423008-E5D6-4630-8A0F-04B9590CD1C3}"/>
                  </a:ext>
                </a:extLst>
              </p:cNvPr>
              <p:cNvSpPr/>
              <p:nvPr/>
            </p:nvSpPr>
            <p:spPr>
              <a:xfrm>
                <a:off x="1011938" y="2518450"/>
                <a:ext cx="146625" cy="115225"/>
              </a:xfrm>
              <a:custGeom>
                <a:avLst/>
                <a:gdLst/>
                <a:ahLst/>
                <a:cxnLst/>
                <a:rect l="l" t="t" r="r" b="b"/>
                <a:pathLst>
                  <a:path w="5865" h="4609" extrusionOk="0">
                    <a:moveTo>
                      <a:pt x="552" y="1"/>
                    </a:moveTo>
                    <a:lnTo>
                      <a:pt x="0" y="878"/>
                    </a:lnTo>
                    <a:lnTo>
                      <a:pt x="4010" y="3409"/>
                    </a:lnTo>
                    <a:cubicBezTo>
                      <a:pt x="3860" y="3710"/>
                      <a:pt x="3734" y="4186"/>
                      <a:pt x="4010" y="4462"/>
                    </a:cubicBezTo>
                    <a:cubicBezTo>
                      <a:pt x="4114" y="4566"/>
                      <a:pt x="4228" y="4609"/>
                      <a:pt x="4343" y="4609"/>
                    </a:cubicBezTo>
                    <a:cubicBezTo>
                      <a:pt x="4699" y="4609"/>
                      <a:pt x="5074" y="4201"/>
                      <a:pt x="5263" y="3936"/>
                    </a:cubicBezTo>
                    <a:cubicBezTo>
                      <a:pt x="5514" y="3585"/>
                      <a:pt x="5740" y="3184"/>
                      <a:pt x="5840" y="2758"/>
                    </a:cubicBezTo>
                    <a:cubicBezTo>
                      <a:pt x="5840" y="2708"/>
                      <a:pt x="5840" y="2658"/>
                      <a:pt x="5840" y="2607"/>
                    </a:cubicBezTo>
                    <a:cubicBezTo>
                      <a:pt x="5865" y="2507"/>
                      <a:pt x="5840" y="2382"/>
                      <a:pt x="5790" y="2282"/>
                    </a:cubicBezTo>
                    <a:cubicBezTo>
                      <a:pt x="5720" y="2177"/>
                      <a:pt x="5625" y="2133"/>
                      <a:pt x="5515" y="2133"/>
                    </a:cubicBezTo>
                    <a:cubicBezTo>
                      <a:pt x="5468" y="2133"/>
                      <a:pt x="5417" y="2141"/>
                      <a:pt x="5364" y="2156"/>
                    </a:cubicBezTo>
                    <a:cubicBezTo>
                      <a:pt x="5113" y="2206"/>
                      <a:pt x="4862" y="2382"/>
                      <a:pt x="4637" y="2582"/>
                    </a:cubicBezTo>
                    <a:lnTo>
                      <a:pt x="55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6;p15">
                <a:extLst>
                  <a:ext uri="{FF2B5EF4-FFF2-40B4-BE49-F238E27FC236}">
                    <a16:creationId xmlns:a16="http://schemas.microsoft.com/office/drawing/2014/main" id="{1651468F-F944-4EE9-BEF4-FEE4281BB4F0}"/>
                  </a:ext>
                </a:extLst>
              </p:cNvPr>
              <p:cNvSpPr/>
              <p:nvPr/>
            </p:nvSpPr>
            <p:spPr>
              <a:xfrm>
                <a:off x="823963" y="2608675"/>
                <a:ext cx="69575" cy="141350"/>
              </a:xfrm>
              <a:custGeom>
                <a:avLst/>
                <a:gdLst/>
                <a:ahLst/>
                <a:cxnLst/>
                <a:rect l="l" t="t" r="r" b="b"/>
                <a:pathLst>
                  <a:path w="2783" h="5654" extrusionOk="0">
                    <a:moveTo>
                      <a:pt x="1153" y="1"/>
                    </a:moveTo>
                    <a:lnTo>
                      <a:pt x="978" y="4387"/>
                    </a:lnTo>
                    <a:cubicBezTo>
                      <a:pt x="652" y="4412"/>
                      <a:pt x="226" y="4512"/>
                      <a:pt x="126" y="4863"/>
                    </a:cubicBezTo>
                    <a:cubicBezTo>
                      <a:pt x="0" y="5414"/>
                      <a:pt x="727" y="5615"/>
                      <a:pt x="1128" y="5640"/>
                    </a:cubicBezTo>
                    <a:cubicBezTo>
                      <a:pt x="1252" y="5648"/>
                      <a:pt x="1378" y="5653"/>
                      <a:pt x="1505" y="5653"/>
                    </a:cubicBezTo>
                    <a:cubicBezTo>
                      <a:pt x="1788" y="5653"/>
                      <a:pt x="2071" y="5626"/>
                      <a:pt x="2331" y="5540"/>
                    </a:cubicBezTo>
                    <a:cubicBezTo>
                      <a:pt x="2381" y="5515"/>
                      <a:pt x="2431" y="5515"/>
                      <a:pt x="2482" y="5490"/>
                    </a:cubicBezTo>
                    <a:cubicBezTo>
                      <a:pt x="2557" y="5440"/>
                      <a:pt x="2657" y="5389"/>
                      <a:pt x="2707" y="5289"/>
                    </a:cubicBezTo>
                    <a:cubicBezTo>
                      <a:pt x="2782" y="5139"/>
                      <a:pt x="2732" y="5013"/>
                      <a:pt x="2607" y="4888"/>
                    </a:cubicBezTo>
                    <a:cubicBezTo>
                      <a:pt x="2431" y="4713"/>
                      <a:pt x="2206" y="4587"/>
                      <a:pt x="1930" y="4487"/>
                    </a:cubicBezTo>
                    <a:lnTo>
                      <a:pt x="2106" y="26"/>
                    </a:lnTo>
                    <a:lnTo>
                      <a:pt x="11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7;p15">
                <a:extLst>
                  <a:ext uri="{FF2B5EF4-FFF2-40B4-BE49-F238E27FC236}">
                    <a16:creationId xmlns:a16="http://schemas.microsoft.com/office/drawing/2014/main" id="{A0ECFEB1-1322-40FC-A8EA-92AE37017693}"/>
                  </a:ext>
                </a:extLst>
              </p:cNvPr>
              <p:cNvSpPr/>
              <p:nvPr/>
            </p:nvSpPr>
            <p:spPr>
              <a:xfrm>
                <a:off x="736238" y="2587375"/>
                <a:ext cx="80225" cy="125350"/>
              </a:xfrm>
              <a:custGeom>
                <a:avLst/>
                <a:gdLst/>
                <a:ahLst/>
                <a:cxnLst/>
                <a:rect l="l" t="t" r="r" b="b"/>
                <a:pathLst>
                  <a:path w="3209" h="5014" extrusionOk="0">
                    <a:moveTo>
                      <a:pt x="2407" y="1"/>
                    </a:moveTo>
                    <a:lnTo>
                      <a:pt x="1078" y="3685"/>
                    </a:lnTo>
                    <a:cubicBezTo>
                      <a:pt x="982" y="3656"/>
                      <a:pt x="864" y="3635"/>
                      <a:pt x="745" y="3635"/>
                    </a:cubicBezTo>
                    <a:cubicBezTo>
                      <a:pt x="553" y="3635"/>
                      <a:pt x="359" y="3690"/>
                      <a:pt x="251" y="3860"/>
                    </a:cubicBezTo>
                    <a:cubicBezTo>
                      <a:pt x="1" y="4287"/>
                      <a:pt x="577" y="4637"/>
                      <a:pt x="903" y="4763"/>
                    </a:cubicBezTo>
                    <a:cubicBezTo>
                      <a:pt x="1229" y="4888"/>
                      <a:pt x="1605" y="5013"/>
                      <a:pt x="1955" y="5013"/>
                    </a:cubicBezTo>
                    <a:cubicBezTo>
                      <a:pt x="1980" y="5013"/>
                      <a:pt x="2031" y="5013"/>
                      <a:pt x="2081" y="4988"/>
                    </a:cubicBezTo>
                    <a:cubicBezTo>
                      <a:pt x="2156" y="4988"/>
                      <a:pt x="2256" y="4963"/>
                      <a:pt x="2306" y="4888"/>
                    </a:cubicBezTo>
                    <a:cubicBezTo>
                      <a:pt x="2432" y="4788"/>
                      <a:pt x="2407" y="4662"/>
                      <a:pt x="2356" y="4537"/>
                    </a:cubicBezTo>
                    <a:cubicBezTo>
                      <a:pt x="2256" y="4337"/>
                      <a:pt x="2081" y="4161"/>
                      <a:pt x="1880" y="4011"/>
                    </a:cubicBezTo>
                    <a:lnTo>
                      <a:pt x="3209" y="276"/>
                    </a:lnTo>
                    <a:lnTo>
                      <a:pt x="24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8;p15">
                <a:extLst>
                  <a:ext uri="{FF2B5EF4-FFF2-40B4-BE49-F238E27FC236}">
                    <a16:creationId xmlns:a16="http://schemas.microsoft.com/office/drawing/2014/main" id="{565AD622-EE36-4AED-9C01-CA5187F9E542}"/>
                  </a:ext>
                </a:extLst>
              </p:cNvPr>
              <p:cNvSpPr/>
              <p:nvPr/>
            </p:nvSpPr>
            <p:spPr>
              <a:xfrm>
                <a:off x="532613" y="2481500"/>
                <a:ext cx="156650" cy="93450"/>
              </a:xfrm>
              <a:custGeom>
                <a:avLst/>
                <a:gdLst/>
                <a:ahLst/>
                <a:cxnLst/>
                <a:rect l="l" t="t" r="r" b="b"/>
                <a:pathLst>
                  <a:path w="6266" h="3738" extrusionOk="0">
                    <a:moveTo>
                      <a:pt x="5915" y="0"/>
                    </a:moveTo>
                    <a:lnTo>
                      <a:pt x="1429" y="1629"/>
                    </a:lnTo>
                    <a:cubicBezTo>
                      <a:pt x="1287" y="1346"/>
                      <a:pt x="1012" y="973"/>
                      <a:pt x="666" y="973"/>
                    </a:cubicBezTo>
                    <a:cubicBezTo>
                      <a:pt x="645" y="973"/>
                      <a:pt x="623" y="975"/>
                      <a:pt x="602" y="978"/>
                    </a:cubicBezTo>
                    <a:cubicBezTo>
                      <a:pt x="0" y="1078"/>
                      <a:pt x="100" y="1880"/>
                      <a:pt x="251" y="2306"/>
                    </a:cubicBezTo>
                    <a:cubicBezTo>
                      <a:pt x="376" y="2707"/>
                      <a:pt x="551" y="3158"/>
                      <a:pt x="827" y="3484"/>
                    </a:cubicBezTo>
                    <a:cubicBezTo>
                      <a:pt x="877" y="3509"/>
                      <a:pt x="902" y="3559"/>
                      <a:pt x="952" y="3584"/>
                    </a:cubicBezTo>
                    <a:cubicBezTo>
                      <a:pt x="1028" y="3659"/>
                      <a:pt x="1128" y="3735"/>
                      <a:pt x="1228" y="3735"/>
                    </a:cubicBezTo>
                    <a:cubicBezTo>
                      <a:pt x="1243" y="3737"/>
                      <a:pt x="1258" y="3738"/>
                      <a:pt x="1273" y="3738"/>
                    </a:cubicBezTo>
                    <a:cubicBezTo>
                      <a:pt x="1425" y="3738"/>
                      <a:pt x="1535" y="3621"/>
                      <a:pt x="1604" y="3484"/>
                    </a:cubicBezTo>
                    <a:cubicBezTo>
                      <a:pt x="1729" y="3233"/>
                      <a:pt x="1755" y="2933"/>
                      <a:pt x="1704" y="2632"/>
                    </a:cubicBezTo>
                    <a:lnTo>
                      <a:pt x="6266" y="978"/>
                    </a:lnTo>
                    <a:lnTo>
                      <a:pt x="591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p15">
                <a:extLst>
                  <a:ext uri="{FF2B5EF4-FFF2-40B4-BE49-F238E27FC236}">
                    <a16:creationId xmlns:a16="http://schemas.microsoft.com/office/drawing/2014/main" id="{01595119-58E5-4716-9152-1B6991AD0EE9}"/>
                  </a:ext>
                </a:extLst>
              </p:cNvPr>
              <p:cNvSpPr/>
              <p:nvPr/>
            </p:nvSpPr>
            <p:spPr>
              <a:xfrm>
                <a:off x="616563" y="2524725"/>
                <a:ext cx="122200" cy="101525"/>
              </a:xfrm>
              <a:custGeom>
                <a:avLst/>
                <a:gdLst/>
                <a:ahLst/>
                <a:cxnLst/>
                <a:rect l="l" t="t" r="r" b="b"/>
                <a:pathLst>
                  <a:path w="4888" h="4061" extrusionOk="0">
                    <a:moveTo>
                      <a:pt x="4361" y="1"/>
                    </a:moveTo>
                    <a:lnTo>
                      <a:pt x="1254" y="2356"/>
                    </a:lnTo>
                    <a:cubicBezTo>
                      <a:pt x="1113" y="2196"/>
                      <a:pt x="877" y="2020"/>
                      <a:pt x="647" y="2020"/>
                    </a:cubicBezTo>
                    <a:cubicBezTo>
                      <a:pt x="589" y="2020"/>
                      <a:pt x="532" y="2031"/>
                      <a:pt x="477" y="2056"/>
                    </a:cubicBezTo>
                    <a:cubicBezTo>
                      <a:pt x="1" y="2281"/>
                      <a:pt x="301" y="2883"/>
                      <a:pt x="502" y="3183"/>
                    </a:cubicBezTo>
                    <a:cubicBezTo>
                      <a:pt x="702" y="3459"/>
                      <a:pt x="953" y="3760"/>
                      <a:pt x="1254" y="3960"/>
                    </a:cubicBezTo>
                    <a:cubicBezTo>
                      <a:pt x="1279" y="3960"/>
                      <a:pt x="1329" y="3985"/>
                      <a:pt x="1354" y="4011"/>
                    </a:cubicBezTo>
                    <a:cubicBezTo>
                      <a:pt x="1454" y="4061"/>
                      <a:pt x="1529" y="4061"/>
                      <a:pt x="1630" y="4061"/>
                    </a:cubicBezTo>
                    <a:cubicBezTo>
                      <a:pt x="1780" y="4011"/>
                      <a:pt x="1830" y="3910"/>
                      <a:pt x="1855" y="3760"/>
                    </a:cubicBezTo>
                    <a:cubicBezTo>
                      <a:pt x="1880" y="3534"/>
                      <a:pt x="1830" y="3309"/>
                      <a:pt x="1730" y="3083"/>
                    </a:cubicBezTo>
                    <a:lnTo>
                      <a:pt x="4888" y="677"/>
                    </a:lnTo>
                    <a:lnTo>
                      <a:pt x="436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p15">
                <a:extLst>
                  <a:ext uri="{FF2B5EF4-FFF2-40B4-BE49-F238E27FC236}">
                    <a16:creationId xmlns:a16="http://schemas.microsoft.com/office/drawing/2014/main" id="{D1D1AD7D-658B-41FA-928C-9FABA9BF2898}"/>
                  </a:ext>
                </a:extLst>
              </p:cNvPr>
              <p:cNvSpPr/>
              <p:nvPr/>
            </p:nvSpPr>
            <p:spPr>
              <a:xfrm>
                <a:off x="640988" y="2565450"/>
                <a:ext cx="122225" cy="146275"/>
              </a:xfrm>
              <a:custGeom>
                <a:avLst/>
                <a:gdLst/>
                <a:ahLst/>
                <a:cxnLst/>
                <a:rect l="l" t="t" r="r" b="b"/>
                <a:pathLst>
                  <a:path w="4889" h="5851" extrusionOk="0">
                    <a:moveTo>
                      <a:pt x="4011" y="1"/>
                    </a:moveTo>
                    <a:lnTo>
                      <a:pt x="1455" y="4011"/>
                    </a:lnTo>
                    <a:cubicBezTo>
                      <a:pt x="1283" y="3925"/>
                      <a:pt x="1063" y="3848"/>
                      <a:pt x="855" y="3848"/>
                    </a:cubicBezTo>
                    <a:cubicBezTo>
                      <a:pt x="697" y="3848"/>
                      <a:pt x="546" y="3892"/>
                      <a:pt x="427" y="4011"/>
                    </a:cubicBezTo>
                    <a:cubicBezTo>
                      <a:pt x="1" y="4437"/>
                      <a:pt x="577" y="5013"/>
                      <a:pt x="928" y="5264"/>
                    </a:cubicBezTo>
                    <a:cubicBezTo>
                      <a:pt x="1279" y="5514"/>
                      <a:pt x="1680" y="5740"/>
                      <a:pt x="2106" y="5840"/>
                    </a:cubicBezTo>
                    <a:lnTo>
                      <a:pt x="2257" y="5840"/>
                    </a:lnTo>
                    <a:cubicBezTo>
                      <a:pt x="2290" y="5847"/>
                      <a:pt x="2322" y="5850"/>
                      <a:pt x="2352" y="5850"/>
                    </a:cubicBezTo>
                    <a:cubicBezTo>
                      <a:pt x="2436" y="5850"/>
                      <a:pt x="2509" y="5827"/>
                      <a:pt x="2582" y="5790"/>
                    </a:cubicBezTo>
                    <a:cubicBezTo>
                      <a:pt x="2733" y="5690"/>
                      <a:pt x="2758" y="5539"/>
                      <a:pt x="2733" y="5364"/>
                    </a:cubicBezTo>
                    <a:cubicBezTo>
                      <a:pt x="2658" y="5113"/>
                      <a:pt x="2507" y="4863"/>
                      <a:pt x="2307" y="4637"/>
                    </a:cubicBezTo>
                    <a:lnTo>
                      <a:pt x="4888" y="577"/>
                    </a:lnTo>
                    <a:lnTo>
                      <a:pt x="40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1;p15">
                <a:extLst>
                  <a:ext uri="{FF2B5EF4-FFF2-40B4-BE49-F238E27FC236}">
                    <a16:creationId xmlns:a16="http://schemas.microsoft.com/office/drawing/2014/main" id="{EF9683EF-4B6F-477E-B70E-0A28CE8A7C38}"/>
                  </a:ext>
                </a:extLst>
              </p:cNvPr>
              <p:cNvSpPr/>
              <p:nvPr/>
            </p:nvSpPr>
            <p:spPr>
              <a:xfrm>
                <a:off x="530713" y="2380250"/>
                <a:ext cx="142275" cy="65800"/>
              </a:xfrm>
              <a:custGeom>
                <a:avLst/>
                <a:gdLst/>
                <a:ahLst/>
                <a:cxnLst/>
                <a:rect l="l" t="t" r="r" b="b"/>
                <a:pathLst>
                  <a:path w="5691" h="2632" extrusionOk="0">
                    <a:moveTo>
                      <a:pt x="681" y="1"/>
                    </a:moveTo>
                    <a:cubicBezTo>
                      <a:pt x="225" y="1"/>
                      <a:pt x="74" y="648"/>
                      <a:pt x="51" y="1018"/>
                    </a:cubicBezTo>
                    <a:cubicBezTo>
                      <a:pt x="1" y="1419"/>
                      <a:pt x="1" y="1845"/>
                      <a:pt x="126" y="2221"/>
                    </a:cubicBezTo>
                    <a:cubicBezTo>
                      <a:pt x="151" y="2271"/>
                      <a:pt x="176" y="2321"/>
                      <a:pt x="201" y="2371"/>
                    </a:cubicBezTo>
                    <a:cubicBezTo>
                      <a:pt x="226" y="2446"/>
                      <a:pt x="302" y="2546"/>
                      <a:pt x="377" y="2597"/>
                    </a:cubicBezTo>
                    <a:cubicBezTo>
                      <a:pt x="425" y="2621"/>
                      <a:pt x="473" y="2632"/>
                      <a:pt x="520" y="2632"/>
                    </a:cubicBezTo>
                    <a:cubicBezTo>
                      <a:pt x="618" y="2632"/>
                      <a:pt x="710" y="2581"/>
                      <a:pt x="778" y="2496"/>
                    </a:cubicBezTo>
                    <a:cubicBezTo>
                      <a:pt x="978" y="2346"/>
                      <a:pt x="1104" y="2095"/>
                      <a:pt x="1179" y="1820"/>
                    </a:cubicBezTo>
                    <a:lnTo>
                      <a:pt x="5640" y="1995"/>
                    </a:lnTo>
                    <a:lnTo>
                      <a:pt x="5690" y="1043"/>
                    </a:lnTo>
                    <a:lnTo>
                      <a:pt x="1279" y="867"/>
                    </a:lnTo>
                    <a:cubicBezTo>
                      <a:pt x="1254" y="541"/>
                      <a:pt x="1154" y="115"/>
                      <a:pt x="803" y="15"/>
                    </a:cubicBezTo>
                    <a:cubicBezTo>
                      <a:pt x="760" y="5"/>
                      <a:pt x="720" y="1"/>
                      <a:pt x="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2;p15">
                <a:extLst>
                  <a:ext uri="{FF2B5EF4-FFF2-40B4-BE49-F238E27FC236}">
                    <a16:creationId xmlns:a16="http://schemas.microsoft.com/office/drawing/2014/main" id="{F1D453B5-220D-43E8-A89A-CBB3759BEB32}"/>
                  </a:ext>
                </a:extLst>
              </p:cNvPr>
              <p:cNvSpPr/>
              <p:nvPr/>
            </p:nvSpPr>
            <p:spPr>
              <a:xfrm>
                <a:off x="568313" y="2294500"/>
                <a:ext cx="125975" cy="75475"/>
              </a:xfrm>
              <a:custGeom>
                <a:avLst/>
                <a:gdLst/>
                <a:ahLst/>
                <a:cxnLst/>
                <a:rect l="l" t="t" r="r" b="b"/>
                <a:pathLst>
                  <a:path w="5039" h="3019" extrusionOk="0">
                    <a:moveTo>
                      <a:pt x="959" y="0"/>
                    </a:moveTo>
                    <a:cubicBezTo>
                      <a:pt x="622" y="0"/>
                      <a:pt x="376" y="443"/>
                      <a:pt x="251" y="713"/>
                    </a:cubicBezTo>
                    <a:cubicBezTo>
                      <a:pt x="126" y="1039"/>
                      <a:pt x="1" y="1415"/>
                      <a:pt x="26" y="1766"/>
                    </a:cubicBezTo>
                    <a:cubicBezTo>
                      <a:pt x="26" y="1791"/>
                      <a:pt x="26" y="1841"/>
                      <a:pt x="26" y="1891"/>
                    </a:cubicBezTo>
                    <a:cubicBezTo>
                      <a:pt x="51" y="1966"/>
                      <a:pt x="76" y="2067"/>
                      <a:pt x="126" y="2117"/>
                    </a:cubicBezTo>
                    <a:cubicBezTo>
                      <a:pt x="193" y="2184"/>
                      <a:pt x="261" y="2208"/>
                      <a:pt x="328" y="2208"/>
                    </a:cubicBezTo>
                    <a:cubicBezTo>
                      <a:pt x="386" y="2208"/>
                      <a:pt x="444" y="2190"/>
                      <a:pt x="502" y="2167"/>
                    </a:cubicBezTo>
                    <a:cubicBezTo>
                      <a:pt x="702" y="2067"/>
                      <a:pt x="878" y="1891"/>
                      <a:pt x="1003" y="1691"/>
                    </a:cubicBezTo>
                    <a:lnTo>
                      <a:pt x="4738" y="3019"/>
                    </a:lnTo>
                    <a:lnTo>
                      <a:pt x="5038" y="2217"/>
                    </a:lnTo>
                    <a:lnTo>
                      <a:pt x="1354" y="914"/>
                    </a:lnTo>
                    <a:cubicBezTo>
                      <a:pt x="1404" y="638"/>
                      <a:pt x="1454" y="237"/>
                      <a:pt x="1179" y="62"/>
                    </a:cubicBezTo>
                    <a:cubicBezTo>
                      <a:pt x="1102" y="19"/>
                      <a:pt x="1028" y="0"/>
                      <a:pt x="9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3;p15">
                <a:extLst>
                  <a:ext uri="{FF2B5EF4-FFF2-40B4-BE49-F238E27FC236}">
                    <a16:creationId xmlns:a16="http://schemas.microsoft.com/office/drawing/2014/main" id="{8A842504-2C1C-453E-9B8C-69FEADE66E66}"/>
                  </a:ext>
                </a:extLst>
              </p:cNvPr>
              <p:cNvSpPr/>
              <p:nvPr/>
            </p:nvSpPr>
            <p:spPr>
              <a:xfrm>
                <a:off x="697388" y="2074375"/>
                <a:ext cx="104050" cy="169675"/>
              </a:xfrm>
              <a:custGeom>
                <a:avLst/>
                <a:gdLst/>
                <a:ahLst/>
                <a:cxnLst/>
                <a:rect l="l" t="t" r="r" b="b"/>
                <a:pathLst>
                  <a:path w="4162" h="6787" extrusionOk="0">
                    <a:moveTo>
                      <a:pt x="2299" y="1"/>
                    </a:moveTo>
                    <a:cubicBezTo>
                      <a:pt x="2049" y="1"/>
                      <a:pt x="1789" y="58"/>
                      <a:pt x="1605" y="120"/>
                    </a:cubicBezTo>
                    <a:cubicBezTo>
                      <a:pt x="1154" y="270"/>
                      <a:pt x="652" y="445"/>
                      <a:pt x="301" y="771"/>
                    </a:cubicBezTo>
                    <a:cubicBezTo>
                      <a:pt x="251" y="796"/>
                      <a:pt x="226" y="846"/>
                      <a:pt x="176" y="897"/>
                    </a:cubicBezTo>
                    <a:cubicBezTo>
                      <a:pt x="101" y="972"/>
                      <a:pt x="26" y="1097"/>
                      <a:pt x="26" y="1222"/>
                    </a:cubicBezTo>
                    <a:cubicBezTo>
                      <a:pt x="1" y="1423"/>
                      <a:pt x="126" y="1548"/>
                      <a:pt x="301" y="1623"/>
                    </a:cubicBezTo>
                    <a:cubicBezTo>
                      <a:pt x="515" y="1721"/>
                      <a:pt x="759" y="1757"/>
                      <a:pt x="1010" y="1757"/>
                    </a:cubicBezTo>
                    <a:cubicBezTo>
                      <a:pt x="1082" y="1757"/>
                      <a:pt x="1155" y="1754"/>
                      <a:pt x="1229" y="1749"/>
                    </a:cubicBezTo>
                    <a:lnTo>
                      <a:pt x="3058" y="6786"/>
                    </a:lnTo>
                    <a:lnTo>
                      <a:pt x="4161" y="6385"/>
                    </a:lnTo>
                    <a:lnTo>
                      <a:pt x="2331" y="1423"/>
                    </a:lnTo>
                    <a:cubicBezTo>
                      <a:pt x="2682" y="1247"/>
                      <a:pt x="3108" y="947"/>
                      <a:pt x="3058" y="521"/>
                    </a:cubicBezTo>
                    <a:cubicBezTo>
                      <a:pt x="2999" y="121"/>
                      <a:pt x="2660" y="1"/>
                      <a:pt x="22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4;p15">
                <a:extLst>
                  <a:ext uri="{FF2B5EF4-FFF2-40B4-BE49-F238E27FC236}">
                    <a16:creationId xmlns:a16="http://schemas.microsoft.com/office/drawing/2014/main" id="{CA035B1D-74E9-4419-A58E-DFDF9311063D}"/>
                  </a:ext>
                </a:extLst>
              </p:cNvPr>
              <p:cNvSpPr/>
              <p:nvPr/>
            </p:nvSpPr>
            <p:spPr>
              <a:xfrm>
                <a:off x="654788" y="2175625"/>
                <a:ext cx="102150" cy="116675"/>
              </a:xfrm>
              <a:custGeom>
                <a:avLst/>
                <a:gdLst/>
                <a:ahLst/>
                <a:cxnLst/>
                <a:rect l="l" t="t" r="r" b="b"/>
                <a:pathLst>
                  <a:path w="4086" h="4667" extrusionOk="0">
                    <a:moveTo>
                      <a:pt x="1606" y="0"/>
                    </a:moveTo>
                    <a:cubicBezTo>
                      <a:pt x="1356" y="0"/>
                      <a:pt x="1070" y="159"/>
                      <a:pt x="903" y="280"/>
                    </a:cubicBezTo>
                    <a:cubicBezTo>
                      <a:pt x="602" y="481"/>
                      <a:pt x="301" y="731"/>
                      <a:pt x="126" y="1032"/>
                    </a:cubicBezTo>
                    <a:cubicBezTo>
                      <a:pt x="101" y="1057"/>
                      <a:pt x="76" y="1107"/>
                      <a:pt x="50" y="1132"/>
                    </a:cubicBezTo>
                    <a:cubicBezTo>
                      <a:pt x="25" y="1233"/>
                      <a:pt x="0" y="1308"/>
                      <a:pt x="25" y="1408"/>
                    </a:cubicBezTo>
                    <a:cubicBezTo>
                      <a:pt x="50" y="1558"/>
                      <a:pt x="176" y="1609"/>
                      <a:pt x="301" y="1634"/>
                    </a:cubicBezTo>
                    <a:cubicBezTo>
                      <a:pt x="340" y="1638"/>
                      <a:pt x="379" y="1640"/>
                      <a:pt x="419" y="1640"/>
                    </a:cubicBezTo>
                    <a:cubicBezTo>
                      <a:pt x="612" y="1640"/>
                      <a:pt x="816" y="1591"/>
                      <a:pt x="1003" y="1508"/>
                    </a:cubicBezTo>
                    <a:lnTo>
                      <a:pt x="3409" y="4666"/>
                    </a:lnTo>
                    <a:lnTo>
                      <a:pt x="4086" y="4140"/>
                    </a:lnTo>
                    <a:lnTo>
                      <a:pt x="1705" y="1032"/>
                    </a:lnTo>
                    <a:cubicBezTo>
                      <a:pt x="1905" y="857"/>
                      <a:pt x="2156" y="531"/>
                      <a:pt x="2005" y="255"/>
                    </a:cubicBezTo>
                    <a:cubicBezTo>
                      <a:pt x="1916" y="67"/>
                      <a:pt x="1769" y="0"/>
                      <a:pt x="16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5;p15">
                <a:extLst>
                  <a:ext uri="{FF2B5EF4-FFF2-40B4-BE49-F238E27FC236}">
                    <a16:creationId xmlns:a16="http://schemas.microsoft.com/office/drawing/2014/main" id="{BAEF51BD-7235-4685-97C4-37A4D10A8603}"/>
                  </a:ext>
                </a:extLst>
              </p:cNvPr>
              <p:cNvSpPr/>
              <p:nvPr/>
            </p:nvSpPr>
            <p:spPr>
              <a:xfrm>
                <a:off x="569563" y="2201425"/>
                <a:ext cx="146025" cy="115300"/>
              </a:xfrm>
              <a:custGeom>
                <a:avLst/>
                <a:gdLst/>
                <a:ahLst/>
                <a:cxnLst/>
                <a:rect l="l" t="t" r="r" b="b"/>
                <a:pathLst>
                  <a:path w="5841" h="4612" extrusionOk="0">
                    <a:moveTo>
                      <a:pt x="1501" y="0"/>
                    </a:moveTo>
                    <a:cubicBezTo>
                      <a:pt x="1136" y="0"/>
                      <a:pt x="765" y="395"/>
                      <a:pt x="577" y="677"/>
                    </a:cubicBezTo>
                    <a:cubicBezTo>
                      <a:pt x="352" y="1003"/>
                      <a:pt x="101" y="1429"/>
                      <a:pt x="26" y="1830"/>
                    </a:cubicBezTo>
                    <a:cubicBezTo>
                      <a:pt x="1" y="1880"/>
                      <a:pt x="1" y="1930"/>
                      <a:pt x="1" y="2005"/>
                    </a:cubicBezTo>
                    <a:cubicBezTo>
                      <a:pt x="1" y="2105"/>
                      <a:pt x="1" y="2206"/>
                      <a:pt x="51" y="2306"/>
                    </a:cubicBezTo>
                    <a:cubicBezTo>
                      <a:pt x="130" y="2424"/>
                      <a:pt x="255" y="2465"/>
                      <a:pt x="377" y="2465"/>
                    </a:cubicBezTo>
                    <a:cubicBezTo>
                      <a:pt x="411" y="2465"/>
                      <a:pt x="445" y="2462"/>
                      <a:pt x="477" y="2456"/>
                    </a:cubicBezTo>
                    <a:cubicBezTo>
                      <a:pt x="753" y="2381"/>
                      <a:pt x="1003" y="2231"/>
                      <a:pt x="1204" y="2030"/>
                    </a:cubicBezTo>
                    <a:lnTo>
                      <a:pt x="5289" y="4612"/>
                    </a:lnTo>
                    <a:lnTo>
                      <a:pt x="5840" y="3734"/>
                    </a:lnTo>
                    <a:lnTo>
                      <a:pt x="1830" y="1178"/>
                    </a:lnTo>
                    <a:cubicBezTo>
                      <a:pt x="1981" y="877"/>
                      <a:pt x="2131" y="426"/>
                      <a:pt x="1855" y="150"/>
                    </a:cubicBezTo>
                    <a:cubicBezTo>
                      <a:pt x="1743" y="44"/>
                      <a:pt x="1622" y="0"/>
                      <a:pt x="15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6;p15">
                <a:extLst>
                  <a:ext uri="{FF2B5EF4-FFF2-40B4-BE49-F238E27FC236}">
                    <a16:creationId xmlns:a16="http://schemas.microsoft.com/office/drawing/2014/main" id="{445CD13A-1118-4C4D-A12E-5D1E8785C8D1}"/>
                  </a:ext>
                </a:extLst>
              </p:cNvPr>
              <p:cNvSpPr/>
              <p:nvPr/>
            </p:nvSpPr>
            <p:spPr>
              <a:xfrm>
                <a:off x="684863" y="2403050"/>
                <a:ext cx="104025" cy="137850"/>
              </a:xfrm>
              <a:custGeom>
                <a:avLst/>
                <a:gdLst/>
                <a:ahLst/>
                <a:cxnLst/>
                <a:rect l="l" t="t" r="r" b="b"/>
                <a:pathLst>
                  <a:path w="4161" h="5514" extrusionOk="0">
                    <a:moveTo>
                      <a:pt x="1018" y="1"/>
                    </a:moveTo>
                    <a:cubicBezTo>
                      <a:pt x="929" y="1"/>
                      <a:pt x="840" y="10"/>
                      <a:pt x="752" y="30"/>
                    </a:cubicBezTo>
                    <a:cubicBezTo>
                      <a:pt x="0" y="256"/>
                      <a:pt x="176" y="1233"/>
                      <a:pt x="251" y="1810"/>
                    </a:cubicBezTo>
                    <a:cubicBezTo>
                      <a:pt x="376" y="2537"/>
                      <a:pt x="627" y="3263"/>
                      <a:pt x="1003" y="3915"/>
                    </a:cubicBezTo>
                    <a:cubicBezTo>
                      <a:pt x="1203" y="4266"/>
                      <a:pt x="1454" y="4592"/>
                      <a:pt x="1755" y="4893"/>
                    </a:cubicBezTo>
                    <a:cubicBezTo>
                      <a:pt x="1930" y="5093"/>
                      <a:pt x="2131" y="5269"/>
                      <a:pt x="2381" y="5369"/>
                    </a:cubicBezTo>
                    <a:cubicBezTo>
                      <a:pt x="2549" y="5462"/>
                      <a:pt x="2743" y="5513"/>
                      <a:pt x="2935" y="5513"/>
                    </a:cubicBezTo>
                    <a:cubicBezTo>
                      <a:pt x="3002" y="5513"/>
                      <a:pt x="3068" y="5507"/>
                      <a:pt x="3133" y="5494"/>
                    </a:cubicBezTo>
                    <a:cubicBezTo>
                      <a:pt x="3409" y="5419"/>
                      <a:pt x="3634" y="5218"/>
                      <a:pt x="3785" y="4993"/>
                    </a:cubicBezTo>
                    <a:cubicBezTo>
                      <a:pt x="3935" y="4742"/>
                      <a:pt x="4010" y="4467"/>
                      <a:pt x="4061" y="4191"/>
                    </a:cubicBezTo>
                    <a:cubicBezTo>
                      <a:pt x="4161" y="3364"/>
                      <a:pt x="4010" y="2512"/>
                      <a:pt x="3584" y="1785"/>
                    </a:cubicBezTo>
                    <a:cubicBezTo>
                      <a:pt x="3158" y="1083"/>
                      <a:pt x="2507" y="507"/>
                      <a:pt x="1730" y="181"/>
                    </a:cubicBezTo>
                    <a:cubicBezTo>
                      <a:pt x="1510" y="71"/>
                      <a:pt x="1262" y="1"/>
                      <a:pt x="10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7;p15">
                <a:extLst>
                  <a:ext uri="{FF2B5EF4-FFF2-40B4-BE49-F238E27FC236}">
                    <a16:creationId xmlns:a16="http://schemas.microsoft.com/office/drawing/2014/main" id="{EA09403A-E086-448B-A1A2-503A125F0D63}"/>
                  </a:ext>
                </a:extLst>
              </p:cNvPr>
              <p:cNvSpPr/>
              <p:nvPr/>
            </p:nvSpPr>
            <p:spPr>
              <a:xfrm>
                <a:off x="727463" y="2285475"/>
                <a:ext cx="71450" cy="108675"/>
              </a:xfrm>
              <a:custGeom>
                <a:avLst/>
                <a:gdLst/>
                <a:ahLst/>
                <a:cxnLst/>
                <a:rect l="l" t="t" r="r" b="b"/>
                <a:pathLst>
                  <a:path w="2858" h="4347" extrusionOk="0">
                    <a:moveTo>
                      <a:pt x="1205" y="0"/>
                    </a:moveTo>
                    <a:cubicBezTo>
                      <a:pt x="961" y="0"/>
                      <a:pt x="738" y="78"/>
                      <a:pt x="602" y="272"/>
                    </a:cubicBezTo>
                    <a:cubicBezTo>
                      <a:pt x="251" y="824"/>
                      <a:pt x="26" y="1450"/>
                      <a:pt x="26" y="2102"/>
                    </a:cubicBezTo>
                    <a:cubicBezTo>
                      <a:pt x="1" y="2503"/>
                      <a:pt x="76" y="2904"/>
                      <a:pt x="201" y="3280"/>
                    </a:cubicBezTo>
                    <a:cubicBezTo>
                      <a:pt x="301" y="3580"/>
                      <a:pt x="452" y="3856"/>
                      <a:pt x="702" y="4082"/>
                    </a:cubicBezTo>
                    <a:cubicBezTo>
                      <a:pt x="887" y="4248"/>
                      <a:pt x="1154" y="4346"/>
                      <a:pt x="1401" y="4346"/>
                    </a:cubicBezTo>
                    <a:cubicBezTo>
                      <a:pt x="1490" y="4346"/>
                      <a:pt x="1576" y="4334"/>
                      <a:pt x="1655" y="4307"/>
                    </a:cubicBezTo>
                    <a:cubicBezTo>
                      <a:pt x="1855" y="4232"/>
                      <a:pt x="2006" y="4107"/>
                      <a:pt x="2131" y="3956"/>
                    </a:cubicBezTo>
                    <a:cubicBezTo>
                      <a:pt x="2432" y="3555"/>
                      <a:pt x="2607" y="3079"/>
                      <a:pt x="2707" y="2603"/>
                    </a:cubicBezTo>
                    <a:cubicBezTo>
                      <a:pt x="2808" y="2227"/>
                      <a:pt x="2858" y="1851"/>
                      <a:pt x="2808" y="1475"/>
                    </a:cubicBezTo>
                    <a:cubicBezTo>
                      <a:pt x="2732" y="1074"/>
                      <a:pt x="2582" y="698"/>
                      <a:pt x="2256" y="423"/>
                    </a:cubicBezTo>
                    <a:cubicBezTo>
                      <a:pt x="2026" y="193"/>
                      <a:pt x="1590" y="0"/>
                      <a:pt x="12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8;p15">
                <a:extLst>
                  <a:ext uri="{FF2B5EF4-FFF2-40B4-BE49-F238E27FC236}">
                    <a16:creationId xmlns:a16="http://schemas.microsoft.com/office/drawing/2014/main" id="{2872215B-6524-44C1-BF7E-7A793231FAAD}"/>
                  </a:ext>
                </a:extLst>
              </p:cNvPr>
              <p:cNvSpPr/>
              <p:nvPr/>
            </p:nvSpPr>
            <p:spPr>
              <a:xfrm>
                <a:off x="836488" y="2436125"/>
                <a:ext cx="114700" cy="88825"/>
              </a:xfrm>
              <a:custGeom>
                <a:avLst/>
                <a:gdLst/>
                <a:ahLst/>
                <a:cxnLst/>
                <a:rect l="l" t="t" r="r" b="b"/>
                <a:pathLst>
                  <a:path w="4588" h="3553" extrusionOk="0">
                    <a:moveTo>
                      <a:pt x="999" y="1"/>
                    </a:moveTo>
                    <a:cubicBezTo>
                      <a:pt x="543" y="1"/>
                      <a:pt x="134" y="140"/>
                      <a:pt x="51" y="637"/>
                    </a:cubicBezTo>
                    <a:cubicBezTo>
                      <a:pt x="1" y="888"/>
                      <a:pt x="51" y="1138"/>
                      <a:pt x="126" y="1364"/>
                    </a:cubicBezTo>
                    <a:cubicBezTo>
                      <a:pt x="377" y="2041"/>
                      <a:pt x="853" y="2617"/>
                      <a:pt x="1454" y="3018"/>
                    </a:cubicBezTo>
                    <a:cubicBezTo>
                      <a:pt x="1989" y="3375"/>
                      <a:pt x="2623" y="3553"/>
                      <a:pt x="3267" y="3553"/>
                    </a:cubicBezTo>
                    <a:cubicBezTo>
                      <a:pt x="3348" y="3553"/>
                      <a:pt x="3429" y="3550"/>
                      <a:pt x="3509" y="3545"/>
                    </a:cubicBezTo>
                    <a:cubicBezTo>
                      <a:pt x="3835" y="3519"/>
                      <a:pt x="4186" y="3444"/>
                      <a:pt x="4387" y="3169"/>
                    </a:cubicBezTo>
                    <a:cubicBezTo>
                      <a:pt x="4512" y="3018"/>
                      <a:pt x="4587" y="2793"/>
                      <a:pt x="4562" y="2592"/>
                    </a:cubicBezTo>
                    <a:cubicBezTo>
                      <a:pt x="4562" y="2392"/>
                      <a:pt x="4512" y="2166"/>
                      <a:pt x="4412" y="1991"/>
                    </a:cubicBezTo>
                    <a:cubicBezTo>
                      <a:pt x="4111" y="1289"/>
                      <a:pt x="3484" y="737"/>
                      <a:pt x="2783" y="412"/>
                    </a:cubicBezTo>
                    <a:cubicBezTo>
                      <a:pt x="2557" y="286"/>
                      <a:pt x="2306" y="211"/>
                      <a:pt x="2056" y="161"/>
                    </a:cubicBezTo>
                    <a:cubicBezTo>
                      <a:pt x="1774" y="93"/>
                      <a:pt x="1371" y="1"/>
                      <a:pt x="9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9;p15">
                <a:extLst>
                  <a:ext uri="{FF2B5EF4-FFF2-40B4-BE49-F238E27FC236}">
                    <a16:creationId xmlns:a16="http://schemas.microsoft.com/office/drawing/2014/main" id="{B36B646E-62C5-4A1D-91E7-D197D35F83B1}"/>
                  </a:ext>
                </a:extLst>
              </p:cNvPr>
              <p:cNvSpPr/>
              <p:nvPr/>
            </p:nvSpPr>
            <p:spPr>
              <a:xfrm>
                <a:off x="913563" y="2273600"/>
                <a:ext cx="114050" cy="156950"/>
              </a:xfrm>
              <a:custGeom>
                <a:avLst/>
                <a:gdLst/>
                <a:ahLst/>
                <a:cxnLst/>
                <a:rect l="l" t="t" r="r" b="b"/>
                <a:pathLst>
                  <a:path w="4562" h="6278" extrusionOk="0">
                    <a:moveTo>
                      <a:pt x="1342" y="1"/>
                    </a:moveTo>
                    <a:cubicBezTo>
                      <a:pt x="1113" y="1"/>
                      <a:pt x="887" y="86"/>
                      <a:pt x="677" y="296"/>
                    </a:cubicBezTo>
                    <a:cubicBezTo>
                      <a:pt x="451" y="522"/>
                      <a:pt x="326" y="847"/>
                      <a:pt x="251" y="1148"/>
                    </a:cubicBezTo>
                    <a:cubicBezTo>
                      <a:pt x="0" y="2050"/>
                      <a:pt x="75" y="3053"/>
                      <a:pt x="451" y="3905"/>
                    </a:cubicBezTo>
                    <a:cubicBezTo>
                      <a:pt x="802" y="4757"/>
                      <a:pt x="1454" y="5509"/>
                      <a:pt x="2256" y="5960"/>
                    </a:cubicBezTo>
                    <a:cubicBezTo>
                      <a:pt x="2545" y="6134"/>
                      <a:pt x="2879" y="6278"/>
                      <a:pt x="3212" y="6278"/>
                    </a:cubicBezTo>
                    <a:cubicBezTo>
                      <a:pt x="3311" y="6278"/>
                      <a:pt x="3411" y="6265"/>
                      <a:pt x="3509" y="6236"/>
                    </a:cubicBezTo>
                    <a:cubicBezTo>
                      <a:pt x="3760" y="6136"/>
                      <a:pt x="3960" y="5960"/>
                      <a:pt x="4111" y="5735"/>
                    </a:cubicBezTo>
                    <a:cubicBezTo>
                      <a:pt x="4261" y="5509"/>
                      <a:pt x="4336" y="5233"/>
                      <a:pt x="4386" y="4958"/>
                    </a:cubicBezTo>
                    <a:cubicBezTo>
                      <a:pt x="4562" y="3980"/>
                      <a:pt x="4311" y="2928"/>
                      <a:pt x="3810" y="2076"/>
                    </a:cubicBezTo>
                    <a:cubicBezTo>
                      <a:pt x="3634" y="1775"/>
                      <a:pt x="3434" y="1499"/>
                      <a:pt x="3208" y="1248"/>
                    </a:cubicBezTo>
                    <a:cubicBezTo>
                      <a:pt x="2774" y="795"/>
                      <a:pt x="2041" y="1"/>
                      <a:pt x="13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0;p15">
                <a:extLst>
                  <a:ext uri="{FF2B5EF4-FFF2-40B4-BE49-F238E27FC236}">
                    <a16:creationId xmlns:a16="http://schemas.microsoft.com/office/drawing/2014/main" id="{EE2D5305-CFA4-44F1-90BB-3F29ADA378E8}"/>
                  </a:ext>
                </a:extLst>
              </p:cNvPr>
              <p:cNvSpPr/>
              <p:nvPr/>
            </p:nvSpPr>
            <p:spPr>
              <a:xfrm>
                <a:off x="818938" y="2334025"/>
                <a:ext cx="65825" cy="48125"/>
              </a:xfrm>
              <a:custGeom>
                <a:avLst/>
                <a:gdLst/>
                <a:ahLst/>
                <a:cxnLst/>
                <a:rect l="l" t="t" r="r" b="b"/>
                <a:pathLst>
                  <a:path w="2633" h="1925" extrusionOk="0">
                    <a:moveTo>
                      <a:pt x="1663" y="1"/>
                    </a:moveTo>
                    <a:cubicBezTo>
                      <a:pt x="1459" y="1"/>
                      <a:pt x="1251" y="49"/>
                      <a:pt x="1079" y="135"/>
                    </a:cubicBezTo>
                    <a:cubicBezTo>
                      <a:pt x="828" y="260"/>
                      <a:pt x="627" y="435"/>
                      <a:pt x="427" y="611"/>
                    </a:cubicBezTo>
                    <a:cubicBezTo>
                      <a:pt x="302" y="736"/>
                      <a:pt x="176" y="836"/>
                      <a:pt x="101" y="987"/>
                    </a:cubicBezTo>
                    <a:cubicBezTo>
                      <a:pt x="26" y="1137"/>
                      <a:pt x="1" y="1313"/>
                      <a:pt x="51" y="1463"/>
                    </a:cubicBezTo>
                    <a:cubicBezTo>
                      <a:pt x="101" y="1588"/>
                      <a:pt x="201" y="1689"/>
                      <a:pt x="302" y="1739"/>
                    </a:cubicBezTo>
                    <a:cubicBezTo>
                      <a:pt x="427" y="1814"/>
                      <a:pt x="552" y="1839"/>
                      <a:pt x="703" y="1864"/>
                    </a:cubicBezTo>
                    <a:cubicBezTo>
                      <a:pt x="854" y="1905"/>
                      <a:pt x="1021" y="1924"/>
                      <a:pt x="1187" y="1924"/>
                    </a:cubicBezTo>
                    <a:cubicBezTo>
                      <a:pt x="1322" y="1924"/>
                      <a:pt x="1456" y="1912"/>
                      <a:pt x="1580" y="1889"/>
                    </a:cubicBezTo>
                    <a:cubicBezTo>
                      <a:pt x="1881" y="1814"/>
                      <a:pt x="2156" y="1664"/>
                      <a:pt x="2357" y="1438"/>
                    </a:cubicBezTo>
                    <a:cubicBezTo>
                      <a:pt x="2532" y="1212"/>
                      <a:pt x="2632" y="887"/>
                      <a:pt x="2532" y="586"/>
                    </a:cubicBezTo>
                    <a:cubicBezTo>
                      <a:pt x="2433" y="175"/>
                      <a:pt x="2054" y="1"/>
                      <a:pt x="16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1;p15">
                <a:extLst>
                  <a:ext uri="{FF2B5EF4-FFF2-40B4-BE49-F238E27FC236}">
                    <a16:creationId xmlns:a16="http://schemas.microsoft.com/office/drawing/2014/main" id="{A4E38F8C-905E-4FE8-B5FA-8C126DE0477E}"/>
                  </a:ext>
                </a:extLst>
              </p:cNvPr>
              <p:cNvSpPr/>
              <p:nvPr/>
            </p:nvSpPr>
            <p:spPr>
              <a:xfrm>
                <a:off x="800138" y="2539350"/>
                <a:ext cx="62075" cy="41775"/>
              </a:xfrm>
              <a:custGeom>
                <a:avLst/>
                <a:gdLst/>
                <a:ahLst/>
                <a:cxnLst/>
                <a:rect l="l" t="t" r="r" b="b"/>
                <a:pathLst>
                  <a:path w="2483" h="1671" extrusionOk="0">
                    <a:moveTo>
                      <a:pt x="1062" y="1"/>
                    </a:moveTo>
                    <a:cubicBezTo>
                      <a:pt x="960" y="1"/>
                      <a:pt x="857" y="7"/>
                      <a:pt x="753" y="17"/>
                    </a:cubicBezTo>
                    <a:cubicBezTo>
                      <a:pt x="602" y="42"/>
                      <a:pt x="477" y="67"/>
                      <a:pt x="327" y="117"/>
                    </a:cubicBezTo>
                    <a:cubicBezTo>
                      <a:pt x="201" y="167"/>
                      <a:pt x="76" y="268"/>
                      <a:pt x="51" y="418"/>
                    </a:cubicBezTo>
                    <a:cubicBezTo>
                      <a:pt x="1" y="518"/>
                      <a:pt x="26" y="644"/>
                      <a:pt x="76" y="769"/>
                    </a:cubicBezTo>
                    <a:cubicBezTo>
                      <a:pt x="126" y="869"/>
                      <a:pt x="201" y="969"/>
                      <a:pt x="277" y="1045"/>
                    </a:cubicBezTo>
                    <a:cubicBezTo>
                      <a:pt x="452" y="1245"/>
                      <a:pt x="653" y="1421"/>
                      <a:pt x="903" y="1546"/>
                    </a:cubicBezTo>
                    <a:cubicBezTo>
                      <a:pt x="1057" y="1631"/>
                      <a:pt x="1235" y="1670"/>
                      <a:pt x="1420" y="1670"/>
                    </a:cubicBezTo>
                    <a:cubicBezTo>
                      <a:pt x="1506" y="1670"/>
                      <a:pt x="1593" y="1662"/>
                      <a:pt x="1680" y="1646"/>
                    </a:cubicBezTo>
                    <a:cubicBezTo>
                      <a:pt x="1931" y="1571"/>
                      <a:pt x="2156" y="1395"/>
                      <a:pt x="2257" y="1145"/>
                    </a:cubicBezTo>
                    <a:cubicBezTo>
                      <a:pt x="2482" y="619"/>
                      <a:pt x="1981" y="142"/>
                      <a:pt x="1480" y="42"/>
                    </a:cubicBezTo>
                    <a:cubicBezTo>
                      <a:pt x="1347" y="13"/>
                      <a:pt x="1207" y="1"/>
                      <a:pt x="10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22;p15">
                <a:extLst>
                  <a:ext uri="{FF2B5EF4-FFF2-40B4-BE49-F238E27FC236}">
                    <a16:creationId xmlns:a16="http://schemas.microsoft.com/office/drawing/2014/main" id="{F63E94DF-5108-4C51-A26C-974E53634B0E}"/>
                  </a:ext>
                </a:extLst>
              </p:cNvPr>
              <p:cNvSpPr/>
              <p:nvPr/>
            </p:nvSpPr>
            <p:spPr>
              <a:xfrm>
                <a:off x="690488" y="2235875"/>
                <a:ext cx="189675" cy="154150"/>
              </a:xfrm>
              <a:custGeom>
                <a:avLst/>
                <a:gdLst/>
                <a:ahLst/>
                <a:cxnLst/>
                <a:rect l="l" t="t" r="r" b="b"/>
                <a:pathLst>
                  <a:path w="7587" h="6166" extrusionOk="0">
                    <a:moveTo>
                      <a:pt x="6137" y="0"/>
                    </a:moveTo>
                    <a:cubicBezTo>
                      <a:pt x="3301" y="0"/>
                      <a:pt x="724" y="1948"/>
                      <a:pt x="126" y="4762"/>
                    </a:cubicBezTo>
                    <a:cubicBezTo>
                      <a:pt x="1" y="5314"/>
                      <a:pt x="226" y="5915"/>
                      <a:pt x="828" y="6116"/>
                    </a:cubicBezTo>
                    <a:cubicBezTo>
                      <a:pt x="924" y="6150"/>
                      <a:pt x="1029" y="6166"/>
                      <a:pt x="1136" y="6166"/>
                    </a:cubicBezTo>
                    <a:cubicBezTo>
                      <a:pt x="1586" y="6166"/>
                      <a:pt x="2080" y="5880"/>
                      <a:pt x="2181" y="5414"/>
                    </a:cubicBezTo>
                    <a:cubicBezTo>
                      <a:pt x="2579" y="3551"/>
                      <a:pt x="4109" y="2181"/>
                      <a:pt x="6039" y="2181"/>
                    </a:cubicBezTo>
                    <a:cubicBezTo>
                      <a:pt x="6056" y="2181"/>
                      <a:pt x="6074" y="2181"/>
                      <a:pt x="6091" y="2181"/>
                    </a:cubicBezTo>
                    <a:cubicBezTo>
                      <a:pt x="6099" y="2181"/>
                      <a:pt x="6107" y="2181"/>
                      <a:pt x="6115" y="2181"/>
                    </a:cubicBezTo>
                    <a:cubicBezTo>
                      <a:pt x="7496" y="2181"/>
                      <a:pt x="7587" y="25"/>
                      <a:pt x="6191" y="1"/>
                    </a:cubicBezTo>
                    <a:cubicBezTo>
                      <a:pt x="6173" y="0"/>
                      <a:pt x="6155" y="0"/>
                      <a:pt x="6137" y="0"/>
                    </a:cubicBez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23;p15">
                <a:extLst>
                  <a:ext uri="{FF2B5EF4-FFF2-40B4-BE49-F238E27FC236}">
                    <a16:creationId xmlns:a16="http://schemas.microsoft.com/office/drawing/2014/main" id="{E6E44F6E-7BD8-4C55-8B65-8BD671483155}"/>
                  </a:ext>
                </a:extLst>
              </p:cNvPr>
              <p:cNvSpPr/>
              <p:nvPr/>
            </p:nvSpPr>
            <p:spPr>
              <a:xfrm>
                <a:off x="704913" y="2245900"/>
                <a:ext cx="372825" cy="383025"/>
              </a:xfrm>
              <a:custGeom>
                <a:avLst/>
                <a:gdLst/>
                <a:ahLst/>
                <a:cxnLst/>
                <a:rect l="l" t="t" r="r" b="b"/>
                <a:pathLst>
                  <a:path w="14913" h="15321" extrusionOk="0">
                    <a:moveTo>
                      <a:pt x="11279" y="1"/>
                    </a:moveTo>
                    <a:lnTo>
                      <a:pt x="11279" y="1"/>
                    </a:lnTo>
                    <a:cubicBezTo>
                      <a:pt x="11529" y="452"/>
                      <a:pt x="11730" y="953"/>
                      <a:pt x="11855" y="1454"/>
                    </a:cubicBezTo>
                    <a:cubicBezTo>
                      <a:pt x="12106" y="2482"/>
                      <a:pt x="12005" y="3660"/>
                      <a:pt x="11354" y="4462"/>
                    </a:cubicBezTo>
                    <a:cubicBezTo>
                      <a:pt x="10953" y="4963"/>
                      <a:pt x="10326" y="5339"/>
                      <a:pt x="10226" y="5991"/>
                    </a:cubicBezTo>
                    <a:cubicBezTo>
                      <a:pt x="10151" y="6442"/>
                      <a:pt x="10401" y="6943"/>
                      <a:pt x="10251" y="7394"/>
                    </a:cubicBezTo>
                    <a:cubicBezTo>
                      <a:pt x="10062" y="7982"/>
                      <a:pt x="9399" y="8165"/>
                      <a:pt x="8761" y="8165"/>
                    </a:cubicBezTo>
                    <a:cubicBezTo>
                      <a:pt x="8638" y="8165"/>
                      <a:pt x="8515" y="8158"/>
                      <a:pt x="8396" y="8146"/>
                    </a:cubicBezTo>
                    <a:cubicBezTo>
                      <a:pt x="8170" y="8130"/>
                      <a:pt x="7931" y="8112"/>
                      <a:pt x="7696" y="8112"/>
                    </a:cubicBezTo>
                    <a:cubicBezTo>
                      <a:pt x="7177" y="8112"/>
                      <a:pt x="6677" y="8200"/>
                      <a:pt x="6366" y="8597"/>
                    </a:cubicBezTo>
                    <a:cubicBezTo>
                      <a:pt x="5840" y="9299"/>
                      <a:pt x="6316" y="10477"/>
                      <a:pt x="5640" y="11028"/>
                    </a:cubicBezTo>
                    <a:cubicBezTo>
                      <a:pt x="5163" y="11404"/>
                      <a:pt x="4462" y="11229"/>
                      <a:pt x="3935" y="11529"/>
                    </a:cubicBezTo>
                    <a:cubicBezTo>
                      <a:pt x="3559" y="11780"/>
                      <a:pt x="3384" y="12256"/>
                      <a:pt x="3058" y="12582"/>
                    </a:cubicBezTo>
                    <a:cubicBezTo>
                      <a:pt x="2715" y="12939"/>
                      <a:pt x="2226" y="13100"/>
                      <a:pt x="1722" y="13100"/>
                    </a:cubicBezTo>
                    <a:cubicBezTo>
                      <a:pt x="1270" y="13100"/>
                      <a:pt x="806" y="12970"/>
                      <a:pt x="426" y="12732"/>
                    </a:cubicBezTo>
                    <a:cubicBezTo>
                      <a:pt x="276" y="12632"/>
                      <a:pt x="126" y="12532"/>
                      <a:pt x="0" y="12432"/>
                    </a:cubicBezTo>
                    <a:lnTo>
                      <a:pt x="0" y="12432"/>
                    </a:lnTo>
                    <a:cubicBezTo>
                      <a:pt x="1479" y="14111"/>
                      <a:pt x="3609" y="15214"/>
                      <a:pt x="6015" y="15314"/>
                    </a:cubicBezTo>
                    <a:cubicBezTo>
                      <a:pt x="6124" y="15318"/>
                      <a:pt x="6232" y="15320"/>
                      <a:pt x="6339" y="15320"/>
                    </a:cubicBezTo>
                    <a:cubicBezTo>
                      <a:pt x="10858" y="15320"/>
                      <a:pt x="14617" y="11747"/>
                      <a:pt x="14812" y="7194"/>
                    </a:cubicBezTo>
                    <a:cubicBezTo>
                      <a:pt x="14913" y="4236"/>
                      <a:pt x="13509" y="1580"/>
                      <a:pt x="11279" y="1"/>
                    </a:cubicBezTo>
                    <a:close/>
                  </a:path>
                </a:pathLst>
              </a:custGeom>
              <a:solidFill>
                <a:srgbClr val="621156">
                  <a:alpha val="54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786078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53"/>
          <p:cNvSpPr/>
          <p:nvPr/>
        </p:nvSpPr>
        <p:spPr>
          <a:xfrm>
            <a:off x="705300" y="1252513"/>
            <a:ext cx="2247000" cy="1303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3"/>
          <p:cNvSpPr txBox="1">
            <a:spLocks noGrp="1"/>
          </p:cNvSpPr>
          <p:nvPr>
            <p:ph type="title"/>
          </p:nvPr>
        </p:nvSpPr>
        <p:spPr>
          <a:xfrm>
            <a:off x="152400" y="2681175"/>
            <a:ext cx="5017012" cy="716100"/>
          </a:xfrm>
          <a:prstGeom prst="rect">
            <a:avLst/>
          </a:prstGeom>
        </p:spPr>
        <p:txBody>
          <a:bodyPr spcFirstLastPara="1" wrap="square" lIns="91425" tIns="91425" rIns="91425" bIns="91425" anchor="t" anchorCtr="0">
            <a:noAutofit/>
          </a:bodyPr>
          <a:lstStyle/>
          <a:p>
            <a:r>
              <a:rPr lang="en-US" b="1" dirty="0"/>
              <a:t> Theoretical section  </a:t>
            </a:r>
            <a:br>
              <a:rPr lang="en-US" dirty="0"/>
            </a:br>
            <a:endParaRPr dirty="0"/>
          </a:p>
        </p:txBody>
      </p:sp>
      <p:sp>
        <p:nvSpPr>
          <p:cNvPr id="1160" name="Google Shape;1160;p53"/>
          <p:cNvSpPr txBox="1">
            <a:spLocks noGrp="1"/>
          </p:cNvSpPr>
          <p:nvPr>
            <p:ph type="title" idx="2"/>
          </p:nvPr>
        </p:nvSpPr>
        <p:spPr>
          <a:xfrm>
            <a:off x="902100" y="1195350"/>
            <a:ext cx="1853400" cy="120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cxnSp>
        <p:nvCxnSpPr>
          <p:cNvPr id="1162" name="Google Shape;1162;p53"/>
          <p:cNvCxnSpPr/>
          <p:nvPr/>
        </p:nvCxnSpPr>
        <p:spPr>
          <a:xfrm>
            <a:off x="819250" y="3464519"/>
            <a:ext cx="3816000" cy="6900"/>
          </a:xfrm>
          <a:prstGeom prst="straightConnector1">
            <a:avLst/>
          </a:prstGeom>
          <a:noFill/>
          <a:ln w="19050" cap="flat" cmpd="sng">
            <a:solidFill>
              <a:schemeClr val="accent3"/>
            </a:solidFill>
            <a:prstDash val="solid"/>
            <a:round/>
            <a:headEnd type="none" w="med" len="med"/>
            <a:tailEnd type="none" w="med" len="med"/>
          </a:ln>
        </p:spPr>
      </p:cxnSp>
      <p:grpSp>
        <p:nvGrpSpPr>
          <p:cNvPr id="1163" name="Google Shape;1163;p53"/>
          <p:cNvGrpSpPr/>
          <p:nvPr/>
        </p:nvGrpSpPr>
        <p:grpSpPr>
          <a:xfrm rot="-664247">
            <a:off x="4592368" y="2202524"/>
            <a:ext cx="1000163" cy="1897651"/>
            <a:chOff x="6535300" y="3100793"/>
            <a:chExt cx="785492" cy="1490232"/>
          </a:xfrm>
        </p:grpSpPr>
        <p:sp>
          <p:nvSpPr>
            <p:cNvPr id="1164" name="Google Shape;1164;p53"/>
            <p:cNvSpPr/>
            <p:nvPr/>
          </p:nvSpPr>
          <p:spPr>
            <a:xfrm rot="-9000021">
              <a:off x="7191080" y="3129538"/>
              <a:ext cx="91788" cy="141443"/>
            </a:xfrm>
            <a:custGeom>
              <a:avLst/>
              <a:gdLst/>
              <a:ahLst/>
              <a:cxnLst/>
              <a:rect l="l" t="t" r="r" b="b"/>
              <a:pathLst>
                <a:path w="1627" h="3130" extrusionOk="0">
                  <a:moveTo>
                    <a:pt x="543" y="0"/>
                  </a:moveTo>
                  <a:cubicBezTo>
                    <a:pt x="543" y="0"/>
                    <a:pt x="1" y="1355"/>
                    <a:pt x="273" y="2440"/>
                  </a:cubicBezTo>
                  <a:cubicBezTo>
                    <a:pt x="391" y="2915"/>
                    <a:pt x="666" y="3130"/>
                    <a:pt x="938" y="3130"/>
                  </a:cubicBezTo>
                  <a:cubicBezTo>
                    <a:pt x="1285" y="3130"/>
                    <a:pt x="1627" y="2777"/>
                    <a:pt x="1627" y="2168"/>
                  </a:cubicBezTo>
                  <a:cubicBezTo>
                    <a:pt x="1627" y="1084"/>
                    <a:pt x="1086" y="0"/>
                    <a:pt x="1086" y="0"/>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3"/>
            <p:cNvSpPr/>
            <p:nvPr/>
          </p:nvSpPr>
          <p:spPr>
            <a:xfrm rot="-9000021">
              <a:off x="7196209" y="3109269"/>
              <a:ext cx="61719" cy="103800"/>
            </a:xfrm>
            <a:custGeom>
              <a:avLst/>
              <a:gdLst/>
              <a:ahLst/>
              <a:cxnLst/>
              <a:rect l="l" t="t" r="r" b="b"/>
              <a:pathLst>
                <a:path w="1094" h="2297" extrusionOk="0">
                  <a:moveTo>
                    <a:pt x="720" y="1"/>
                  </a:moveTo>
                  <a:cubicBezTo>
                    <a:pt x="595" y="1"/>
                    <a:pt x="470" y="89"/>
                    <a:pt x="403" y="255"/>
                  </a:cubicBezTo>
                  <a:cubicBezTo>
                    <a:pt x="345" y="398"/>
                    <a:pt x="347" y="559"/>
                    <a:pt x="355" y="712"/>
                  </a:cubicBezTo>
                  <a:cubicBezTo>
                    <a:pt x="363" y="867"/>
                    <a:pt x="377" y="1024"/>
                    <a:pt x="342" y="1176"/>
                  </a:cubicBezTo>
                  <a:cubicBezTo>
                    <a:pt x="285" y="1417"/>
                    <a:pt x="108" y="1614"/>
                    <a:pt x="38" y="1853"/>
                  </a:cubicBezTo>
                  <a:cubicBezTo>
                    <a:pt x="0" y="1984"/>
                    <a:pt x="6" y="2146"/>
                    <a:pt x="113" y="2232"/>
                  </a:cubicBezTo>
                  <a:cubicBezTo>
                    <a:pt x="154" y="2264"/>
                    <a:pt x="206" y="2282"/>
                    <a:pt x="258" y="2290"/>
                  </a:cubicBezTo>
                  <a:cubicBezTo>
                    <a:pt x="284" y="2294"/>
                    <a:pt x="310" y="2296"/>
                    <a:pt x="337" y="2296"/>
                  </a:cubicBezTo>
                  <a:cubicBezTo>
                    <a:pt x="564" y="2296"/>
                    <a:pt x="780" y="2141"/>
                    <a:pt x="899" y="1942"/>
                  </a:cubicBezTo>
                  <a:cubicBezTo>
                    <a:pt x="1030" y="1721"/>
                    <a:pt x="1064" y="1455"/>
                    <a:pt x="1079" y="1197"/>
                  </a:cubicBezTo>
                  <a:cubicBezTo>
                    <a:pt x="1090" y="1010"/>
                    <a:pt x="1094" y="825"/>
                    <a:pt x="1089" y="638"/>
                  </a:cubicBezTo>
                  <a:cubicBezTo>
                    <a:pt x="1087" y="495"/>
                    <a:pt x="1077" y="347"/>
                    <a:pt x="1014" y="218"/>
                  </a:cubicBezTo>
                  <a:cubicBezTo>
                    <a:pt x="944" y="71"/>
                    <a:pt x="832" y="1"/>
                    <a:pt x="720"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6" name="Google Shape;1166;p53"/>
            <p:cNvGrpSpPr/>
            <p:nvPr/>
          </p:nvGrpSpPr>
          <p:grpSpPr>
            <a:xfrm>
              <a:off x="6535300" y="3253809"/>
              <a:ext cx="785492" cy="1337216"/>
              <a:chOff x="6535300" y="3253809"/>
              <a:chExt cx="785492" cy="1337216"/>
            </a:xfrm>
          </p:grpSpPr>
          <p:sp>
            <p:nvSpPr>
              <p:cNvPr id="1167" name="Google Shape;1167;p53"/>
              <p:cNvSpPr/>
              <p:nvPr/>
            </p:nvSpPr>
            <p:spPr>
              <a:xfrm rot="-9000021">
                <a:off x="6873472" y="3210453"/>
                <a:ext cx="152999" cy="1218331"/>
              </a:xfrm>
              <a:custGeom>
                <a:avLst/>
                <a:gdLst/>
                <a:ahLst/>
                <a:cxnLst/>
                <a:rect l="l" t="t" r="r" b="b"/>
                <a:pathLst>
                  <a:path w="2712" h="35508" extrusionOk="0">
                    <a:moveTo>
                      <a:pt x="0" y="1"/>
                    </a:moveTo>
                    <a:lnTo>
                      <a:pt x="2169" y="35507"/>
                    </a:lnTo>
                    <a:lnTo>
                      <a:pt x="2712" y="35507"/>
                    </a:lnTo>
                    <a:lnTo>
                      <a:pt x="543" y="1"/>
                    </a:lnTo>
                    <a:close/>
                  </a:path>
                </a:pathLst>
              </a:custGeom>
              <a:solidFill>
                <a:schemeClr val="dk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3"/>
              <p:cNvSpPr/>
              <p:nvPr/>
            </p:nvSpPr>
            <p:spPr>
              <a:xfrm rot="-9000310">
                <a:off x="6630043" y="4169093"/>
                <a:ext cx="136876" cy="415566"/>
              </a:xfrm>
              <a:custGeom>
                <a:avLst/>
                <a:gdLst/>
                <a:ahLst/>
                <a:cxnLst/>
                <a:rect l="l" t="t" r="r" b="b"/>
                <a:pathLst>
                  <a:path w="1558" h="6564" extrusionOk="0">
                    <a:moveTo>
                      <a:pt x="1053" y="0"/>
                    </a:moveTo>
                    <a:cubicBezTo>
                      <a:pt x="1052" y="0"/>
                      <a:pt x="1051" y="0"/>
                      <a:pt x="1051" y="1"/>
                    </a:cubicBezTo>
                    <a:lnTo>
                      <a:pt x="28" y="76"/>
                    </a:lnTo>
                    <a:cubicBezTo>
                      <a:pt x="13" y="77"/>
                      <a:pt x="0" y="92"/>
                      <a:pt x="1" y="108"/>
                    </a:cubicBezTo>
                    <a:lnTo>
                      <a:pt x="475" y="6536"/>
                    </a:lnTo>
                    <a:cubicBezTo>
                      <a:pt x="476" y="6552"/>
                      <a:pt x="489" y="6563"/>
                      <a:pt x="504" y="6563"/>
                    </a:cubicBezTo>
                    <a:cubicBezTo>
                      <a:pt x="505" y="6563"/>
                      <a:pt x="505" y="6563"/>
                      <a:pt x="506" y="6563"/>
                    </a:cubicBezTo>
                    <a:lnTo>
                      <a:pt x="1529" y="6488"/>
                    </a:lnTo>
                    <a:cubicBezTo>
                      <a:pt x="1545" y="6487"/>
                      <a:pt x="1558" y="6472"/>
                      <a:pt x="1557" y="6457"/>
                    </a:cubicBezTo>
                    <a:lnTo>
                      <a:pt x="1083" y="28"/>
                    </a:lnTo>
                    <a:cubicBezTo>
                      <a:pt x="1082" y="13"/>
                      <a:pt x="1069" y="0"/>
                      <a:pt x="1053" y="0"/>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9" name="Google Shape;1169;p53"/>
          <p:cNvGrpSpPr/>
          <p:nvPr/>
        </p:nvGrpSpPr>
        <p:grpSpPr>
          <a:xfrm>
            <a:off x="6399283" y="1128586"/>
            <a:ext cx="2029593" cy="3479873"/>
            <a:chOff x="2330150" y="3970100"/>
            <a:chExt cx="877700" cy="1504875"/>
          </a:xfrm>
        </p:grpSpPr>
        <p:sp>
          <p:nvSpPr>
            <p:cNvPr id="1170" name="Google Shape;1170;p53"/>
            <p:cNvSpPr/>
            <p:nvPr/>
          </p:nvSpPr>
          <p:spPr>
            <a:xfrm>
              <a:off x="2330150" y="4358400"/>
              <a:ext cx="303425" cy="1054525"/>
            </a:xfrm>
            <a:custGeom>
              <a:avLst/>
              <a:gdLst/>
              <a:ahLst/>
              <a:cxnLst/>
              <a:rect l="l" t="t" r="r" b="b"/>
              <a:pathLst>
                <a:path w="12137" h="42181" extrusionOk="0">
                  <a:moveTo>
                    <a:pt x="9652" y="0"/>
                  </a:moveTo>
                  <a:cubicBezTo>
                    <a:pt x="8400" y="0"/>
                    <a:pt x="7409" y="1606"/>
                    <a:pt x="7269" y="2130"/>
                  </a:cubicBezTo>
                  <a:cubicBezTo>
                    <a:pt x="7269" y="2130"/>
                    <a:pt x="4186" y="13471"/>
                    <a:pt x="3974" y="17244"/>
                  </a:cubicBezTo>
                  <a:cubicBezTo>
                    <a:pt x="3902" y="17362"/>
                    <a:pt x="3837" y="17482"/>
                    <a:pt x="3777" y="17602"/>
                  </a:cubicBezTo>
                  <a:cubicBezTo>
                    <a:pt x="3114" y="18974"/>
                    <a:pt x="1588" y="30690"/>
                    <a:pt x="1168" y="34001"/>
                  </a:cubicBezTo>
                  <a:cubicBezTo>
                    <a:pt x="548" y="35111"/>
                    <a:pt x="27" y="36954"/>
                    <a:pt x="17" y="37985"/>
                  </a:cubicBezTo>
                  <a:cubicBezTo>
                    <a:pt x="0" y="39520"/>
                    <a:pt x="329" y="41985"/>
                    <a:pt x="728" y="42170"/>
                  </a:cubicBezTo>
                  <a:cubicBezTo>
                    <a:pt x="743" y="42177"/>
                    <a:pt x="757" y="42181"/>
                    <a:pt x="771" y="42181"/>
                  </a:cubicBezTo>
                  <a:cubicBezTo>
                    <a:pt x="1121" y="42181"/>
                    <a:pt x="1075" y="39958"/>
                    <a:pt x="1108" y="39241"/>
                  </a:cubicBezTo>
                  <a:cubicBezTo>
                    <a:pt x="1139" y="38499"/>
                    <a:pt x="1591" y="37797"/>
                    <a:pt x="1591" y="37797"/>
                  </a:cubicBezTo>
                  <a:cubicBezTo>
                    <a:pt x="1624" y="37740"/>
                    <a:pt x="1673" y="37709"/>
                    <a:pt x="1727" y="37709"/>
                  </a:cubicBezTo>
                  <a:cubicBezTo>
                    <a:pt x="1836" y="37709"/>
                    <a:pt x="1968" y="37832"/>
                    <a:pt x="2045" y="38122"/>
                  </a:cubicBezTo>
                  <a:cubicBezTo>
                    <a:pt x="2163" y="38554"/>
                    <a:pt x="1593" y="40195"/>
                    <a:pt x="2040" y="40349"/>
                  </a:cubicBezTo>
                  <a:cubicBezTo>
                    <a:pt x="2053" y="40353"/>
                    <a:pt x="2065" y="40355"/>
                    <a:pt x="2077" y="40355"/>
                  </a:cubicBezTo>
                  <a:cubicBezTo>
                    <a:pt x="2516" y="40355"/>
                    <a:pt x="3019" y="37832"/>
                    <a:pt x="2869" y="36855"/>
                  </a:cubicBezTo>
                  <a:cubicBezTo>
                    <a:pt x="2799" y="36387"/>
                    <a:pt x="2823" y="35522"/>
                    <a:pt x="2778" y="34736"/>
                  </a:cubicBezTo>
                  <a:cubicBezTo>
                    <a:pt x="3914" y="32545"/>
                    <a:pt x="7980" y="21792"/>
                    <a:pt x="7908" y="17989"/>
                  </a:cubicBezTo>
                  <a:cubicBezTo>
                    <a:pt x="7925" y="17960"/>
                    <a:pt x="7939" y="17931"/>
                    <a:pt x="7953" y="17900"/>
                  </a:cubicBezTo>
                  <a:cubicBezTo>
                    <a:pt x="8744" y="16206"/>
                    <a:pt x="11858" y="4843"/>
                    <a:pt x="11822" y="4002"/>
                  </a:cubicBezTo>
                  <a:cubicBezTo>
                    <a:pt x="11786" y="3161"/>
                    <a:pt x="12137" y="1270"/>
                    <a:pt x="10505" y="258"/>
                  </a:cubicBezTo>
                  <a:cubicBezTo>
                    <a:pt x="10213" y="77"/>
                    <a:pt x="9926" y="0"/>
                    <a:pt x="9652" y="0"/>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3"/>
            <p:cNvSpPr/>
            <p:nvPr/>
          </p:nvSpPr>
          <p:spPr>
            <a:xfrm>
              <a:off x="2950350" y="4396925"/>
              <a:ext cx="257500" cy="1027575"/>
            </a:xfrm>
            <a:custGeom>
              <a:avLst/>
              <a:gdLst/>
              <a:ahLst/>
              <a:cxnLst/>
              <a:rect l="l" t="t" r="r" b="b"/>
              <a:pathLst>
                <a:path w="10300" h="41103" extrusionOk="0">
                  <a:moveTo>
                    <a:pt x="1959" y="1"/>
                  </a:moveTo>
                  <a:cubicBezTo>
                    <a:pt x="39" y="1"/>
                    <a:pt x="1" y="2663"/>
                    <a:pt x="191" y="3297"/>
                  </a:cubicBezTo>
                  <a:cubicBezTo>
                    <a:pt x="191" y="3297"/>
                    <a:pt x="3139" y="13209"/>
                    <a:pt x="4994" y="17176"/>
                  </a:cubicBezTo>
                  <a:cubicBezTo>
                    <a:pt x="5001" y="19350"/>
                    <a:pt x="7392" y="30660"/>
                    <a:pt x="8002" y="33515"/>
                  </a:cubicBezTo>
                  <a:cubicBezTo>
                    <a:pt x="7683" y="34209"/>
                    <a:pt x="7394" y="34978"/>
                    <a:pt x="7164" y="35375"/>
                  </a:cubicBezTo>
                  <a:cubicBezTo>
                    <a:pt x="6647" y="36249"/>
                    <a:pt x="6159" y="38897"/>
                    <a:pt x="6630" y="38923"/>
                  </a:cubicBezTo>
                  <a:cubicBezTo>
                    <a:pt x="6634" y="38924"/>
                    <a:pt x="6637" y="38924"/>
                    <a:pt x="6641" y="38924"/>
                  </a:cubicBezTo>
                  <a:cubicBezTo>
                    <a:pt x="7102" y="38924"/>
                    <a:pt x="7187" y="37210"/>
                    <a:pt x="7454" y="36855"/>
                  </a:cubicBezTo>
                  <a:cubicBezTo>
                    <a:pt x="7601" y="36658"/>
                    <a:pt x="7741" y="36579"/>
                    <a:pt x="7843" y="36579"/>
                  </a:cubicBezTo>
                  <a:cubicBezTo>
                    <a:pt x="7928" y="36579"/>
                    <a:pt x="7985" y="36634"/>
                    <a:pt x="7997" y="36722"/>
                  </a:cubicBezTo>
                  <a:cubicBezTo>
                    <a:pt x="7997" y="36722"/>
                    <a:pt x="8156" y="37542"/>
                    <a:pt x="7909" y="38246"/>
                  </a:cubicBezTo>
                  <a:cubicBezTo>
                    <a:pt x="7662" y="38946"/>
                    <a:pt x="6741" y="41103"/>
                    <a:pt x="7164" y="41103"/>
                  </a:cubicBezTo>
                  <a:cubicBezTo>
                    <a:pt x="7166" y="41103"/>
                    <a:pt x="7168" y="41103"/>
                    <a:pt x="7171" y="41103"/>
                  </a:cubicBezTo>
                  <a:cubicBezTo>
                    <a:pt x="7608" y="41081"/>
                    <a:pt x="8834" y="38914"/>
                    <a:pt x="9389" y="37484"/>
                  </a:cubicBezTo>
                  <a:cubicBezTo>
                    <a:pt x="9790" y="36458"/>
                    <a:pt x="9994" y="34353"/>
                    <a:pt x="9768" y="33109"/>
                  </a:cubicBezTo>
                  <a:cubicBezTo>
                    <a:pt x="10095" y="30026"/>
                    <a:pt x="10299" y="19233"/>
                    <a:pt x="9002" y="15905"/>
                  </a:cubicBezTo>
                  <a:cubicBezTo>
                    <a:pt x="8464" y="13151"/>
                    <a:pt x="5494" y="3143"/>
                    <a:pt x="5049" y="2490"/>
                  </a:cubicBezTo>
                  <a:cubicBezTo>
                    <a:pt x="4576" y="1795"/>
                    <a:pt x="3877" y="3"/>
                    <a:pt x="1959" y="1"/>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3"/>
            <p:cNvSpPr/>
            <p:nvPr/>
          </p:nvSpPr>
          <p:spPr>
            <a:xfrm>
              <a:off x="2747675" y="4105575"/>
              <a:ext cx="280825" cy="219750"/>
            </a:xfrm>
            <a:custGeom>
              <a:avLst/>
              <a:gdLst/>
              <a:ahLst/>
              <a:cxnLst/>
              <a:rect l="l" t="t" r="r" b="b"/>
              <a:pathLst>
                <a:path w="11233" h="8790" extrusionOk="0">
                  <a:moveTo>
                    <a:pt x="3407" y="1"/>
                  </a:moveTo>
                  <a:cubicBezTo>
                    <a:pt x="2579" y="1"/>
                    <a:pt x="1736" y="98"/>
                    <a:pt x="1135" y="407"/>
                  </a:cubicBezTo>
                  <a:cubicBezTo>
                    <a:pt x="748" y="607"/>
                    <a:pt x="361" y="1053"/>
                    <a:pt x="1" y="1635"/>
                  </a:cubicBezTo>
                  <a:lnTo>
                    <a:pt x="1618" y="1565"/>
                  </a:lnTo>
                  <a:lnTo>
                    <a:pt x="1923" y="8565"/>
                  </a:lnTo>
                  <a:cubicBezTo>
                    <a:pt x="3197" y="8658"/>
                    <a:pt x="4545" y="8697"/>
                    <a:pt x="5508" y="8781"/>
                  </a:cubicBezTo>
                  <a:cubicBezTo>
                    <a:pt x="5574" y="8787"/>
                    <a:pt x="5640" y="8789"/>
                    <a:pt x="5707" y="8789"/>
                  </a:cubicBezTo>
                  <a:cubicBezTo>
                    <a:pt x="8000" y="8789"/>
                    <a:pt x="11232" y="5553"/>
                    <a:pt x="11167" y="3461"/>
                  </a:cubicBezTo>
                  <a:cubicBezTo>
                    <a:pt x="11102" y="1311"/>
                    <a:pt x="6229" y="294"/>
                    <a:pt x="6229" y="294"/>
                  </a:cubicBezTo>
                  <a:cubicBezTo>
                    <a:pt x="6229" y="294"/>
                    <a:pt x="4841" y="1"/>
                    <a:pt x="3407"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3"/>
            <p:cNvSpPr/>
            <p:nvPr/>
          </p:nvSpPr>
          <p:spPr>
            <a:xfrm>
              <a:off x="2863025" y="4120375"/>
              <a:ext cx="147600" cy="153975"/>
            </a:xfrm>
            <a:custGeom>
              <a:avLst/>
              <a:gdLst/>
              <a:ahLst/>
              <a:cxnLst/>
              <a:rect l="l" t="t" r="r" b="b"/>
              <a:pathLst>
                <a:path w="5904" h="6159" fill="none" extrusionOk="0">
                  <a:moveTo>
                    <a:pt x="2511" y="0"/>
                  </a:moveTo>
                  <a:cubicBezTo>
                    <a:pt x="2511" y="0"/>
                    <a:pt x="5904" y="3138"/>
                    <a:pt x="0" y="6158"/>
                  </a:cubicBezTo>
                </a:path>
              </a:pathLst>
            </a:custGeom>
            <a:noFill/>
            <a:ln w="2275" cap="flat" cmpd="sng">
              <a:solidFill>
                <a:schemeClr val="accent3"/>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3"/>
            <p:cNvSpPr/>
            <p:nvPr/>
          </p:nvSpPr>
          <p:spPr>
            <a:xfrm>
              <a:off x="2882175" y="4137975"/>
              <a:ext cx="162575" cy="183225"/>
            </a:xfrm>
            <a:custGeom>
              <a:avLst/>
              <a:gdLst/>
              <a:ahLst/>
              <a:cxnLst/>
              <a:rect l="l" t="t" r="r" b="b"/>
              <a:pathLst>
                <a:path w="6503" h="7329" fill="none" extrusionOk="0">
                  <a:moveTo>
                    <a:pt x="3571" y="0"/>
                  </a:moveTo>
                  <a:cubicBezTo>
                    <a:pt x="3571" y="0"/>
                    <a:pt x="6503" y="3768"/>
                    <a:pt x="1" y="7329"/>
                  </a:cubicBezTo>
                </a:path>
              </a:pathLst>
            </a:custGeom>
            <a:noFill/>
            <a:ln w="2275" cap="flat" cmpd="sng">
              <a:solidFill>
                <a:schemeClr val="accent3"/>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3"/>
            <p:cNvSpPr/>
            <p:nvPr/>
          </p:nvSpPr>
          <p:spPr>
            <a:xfrm>
              <a:off x="2865000" y="4130750"/>
              <a:ext cx="117575" cy="167750"/>
            </a:xfrm>
            <a:custGeom>
              <a:avLst/>
              <a:gdLst/>
              <a:ahLst/>
              <a:cxnLst/>
              <a:rect l="l" t="t" r="r" b="b"/>
              <a:pathLst>
                <a:path w="4703" h="6710" fill="none" extrusionOk="0">
                  <a:moveTo>
                    <a:pt x="3614" y="1"/>
                  </a:moveTo>
                  <a:cubicBezTo>
                    <a:pt x="3614" y="1"/>
                    <a:pt x="4703" y="1056"/>
                    <a:pt x="4006" y="3165"/>
                  </a:cubicBezTo>
                  <a:cubicBezTo>
                    <a:pt x="3309" y="5273"/>
                    <a:pt x="1" y="6709"/>
                    <a:pt x="1" y="6709"/>
                  </a:cubicBezTo>
                </a:path>
              </a:pathLst>
            </a:custGeom>
            <a:noFill/>
            <a:ln w="2275" cap="flat" cmpd="sng">
              <a:solidFill>
                <a:schemeClr val="accent3"/>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3"/>
            <p:cNvSpPr/>
            <p:nvPr/>
          </p:nvSpPr>
          <p:spPr>
            <a:xfrm>
              <a:off x="2432800" y="4339975"/>
              <a:ext cx="240600" cy="351150"/>
            </a:xfrm>
            <a:custGeom>
              <a:avLst/>
              <a:gdLst/>
              <a:ahLst/>
              <a:cxnLst/>
              <a:rect l="l" t="t" r="r" b="b"/>
              <a:pathLst>
                <a:path w="9624" h="14046" extrusionOk="0">
                  <a:moveTo>
                    <a:pt x="7009" y="1"/>
                  </a:moveTo>
                  <a:cubicBezTo>
                    <a:pt x="7009" y="1"/>
                    <a:pt x="3770" y="97"/>
                    <a:pt x="2713" y="2461"/>
                  </a:cubicBezTo>
                  <a:cubicBezTo>
                    <a:pt x="1656" y="4828"/>
                    <a:pt x="1" y="10386"/>
                    <a:pt x="1" y="10386"/>
                  </a:cubicBezTo>
                  <a:lnTo>
                    <a:pt x="6697" y="14045"/>
                  </a:lnTo>
                  <a:cubicBezTo>
                    <a:pt x="6697" y="14045"/>
                    <a:pt x="8968" y="6882"/>
                    <a:pt x="9097" y="4979"/>
                  </a:cubicBezTo>
                  <a:cubicBezTo>
                    <a:pt x="9225" y="3074"/>
                    <a:pt x="9624" y="1248"/>
                    <a:pt x="7009" y="1"/>
                  </a:cubicBez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3"/>
            <p:cNvSpPr/>
            <p:nvPr/>
          </p:nvSpPr>
          <p:spPr>
            <a:xfrm>
              <a:off x="2504350" y="4333375"/>
              <a:ext cx="577475" cy="638675"/>
            </a:xfrm>
            <a:custGeom>
              <a:avLst/>
              <a:gdLst/>
              <a:ahLst/>
              <a:cxnLst/>
              <a:rect l="l" t="t" r="r" b="b"/>
              <a:pathLst>
                <a:path w="23099" h="25547" extrusionOk="0">
                  <a:moveTo>
                    <a:pt x="6860" y="1"/>
                  </a:moveTo>
                  <a:cubicBezTo>
                    <a:pt x="5281" y="1"/>
                    <a:pt x="3480" y="121"/>
                    <a:pt x="2864" y="628"/>
                  </a:cubicBezTo>
                  <a:cubicBezTo>
                    <a:pt x="1687" y="1593"/>
                    <a:pt x="0" y="7069"/>
                    <a:pt x="2408" y="12404"/>
                  </a:cubicBezTo>
                  <a:cubicBezTo>
                    <a:pt x="4815" y="17740"/>
                    <a:pt x="6115" y="21830"/>
                    <a:pt x="6240" y="23524"/>
                  </a:cubicBezTo>
                  <a:cubicBezTo>
                    <a:pt x="6363" y="25220"/>
                    <a:pt x="6649" y="25547"/>
                    <a:pt x="6649" y="25547"/>
                  </a:cubicBezTo>
                  <a:lnTo>
                    <a:pt x="17101" y="25093"/>
                  </a:lnTo>
                  <a:cubicBezTo>
                    <a:pt x="17101" y="25093"/>
                    <a:pt x="18454" y="17079"/>
                    <a:pt x="19261" y="15345"/>
                  </a:cubicBezTo>
                  <a:cubicBezTo>
                    <a:pt x="20071" y="13610"/>
                    <a:pt x="22651" y="8725"/>
                    <a:pt x="22875" y="6063"/>
                  </a:cubicBezTo>
                  <a:cubicBezTo>
                    <a:pt x="23098" y="3403"/>
                    <a:pt x="22065" y="1171"/>
                    <a:pt x="20152" y="913"/>
                  </a:cubicBezTo>
                  <a:cubicBezTo>
                    <a:pt x="18242" y="656"/>
                    <a:pt x="12682" y="61"/>
                    <a:pt x="12682" y="61"/>
                  </a:cubicBezTo>
                  <a:lnTo>
                    <a:pt x="9559" y="101"/>
                  </a:lnTo>
                  <a:cubicBezTo>
                    <a:pt x="9559" y="101"/>
                    <a:pt x="8302" y="1"/>
                    <a:pt x="6860" y="1"/>
                  </a:cubicBez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3"/>
            <p:cNvSpPr/>
            <p:nvPr/>
          </p:nvSpPr>
          <p:spPr>
            <a:xfrm>
              <a:off x="2641375" y="4333500"/>
              <a:ext cx="312425" cy="104125"/>
            </a:xfrm>
            <a:custGeom>
              <a:avLst/>
              <a:gdLst/>
              <a:ahLst/>
              <a:cxnLst/>
              <a:rect l="l" t="t" r="r" b="b"/>
              <a:pathLst>
                <a:path w="12497" h="4165" extrusionOk="0">
                  <a:moveTo>
                    <a:pt x="12497" y="644"/>
                  </a:moveTo>
                  <a:lnTo>
                    <a:pt x="12497" y="644"/>
                  </a:lnTo>
                  <a:cubicBezTo>
                    <a:pt x="12497" y="644"/>
                    <a:pt x="12497" y="644"/>
                    <a:pt x="12497" y="644"/>
                  </a:cubicBezTo>
                  <a:close/>
                  <a:moveTo>
                    <a:pt x="891" y="0"/>
                  </a:moveTo>
                  <a:lnTo>
                    <a:pt x="0" y="39"/>
                  </a:lnTo>
                  <a:cubicBezTo>
                    <a:pt x="0" y="39"/>
                    <a:pt x="1155" y="4164"/>
                    <a:pt x="6016" y="4164"/>
                  </a:cubicBezTo>
                  <a:cubicBezTo>
                    <a:pt x="6022" y="4164"/>
                    <a:pt x="6028" y="4164"/>
                    <a:pt x="6033" y="4164"/>
                  </a:cubicBezTo>
                  <a:cubicBezTo>
                    <a:pt x="10900" y="4157"/>
                    <a:pt x="12393" y="644"/>
                    <a:pt x="12496" y="644"/>
                  </a:cubicBezTo>
                  <a:cubicBezTo>
                    <a:pt x="12497" y="644"/>
                    <a:pt x="12497" y="644"/>
                    <a:pt x="12497" y="644"/>
                  </a:cubicBezTo>
                  <a:lnTo>
                    <a:pt x="12497" y="644"/>
                  </a:lnTo>
                  <a:lnTo>
                    <a:pt x="11730" y="555"/>
                  </a:lnTo>
                  <a:cubicBezTo>
                    <a:pt x="11730" y="555"/>
                    <a:pt x="10321" y="3448"/>
                    <a:pt x="6297" y="3448"/>
                  </a:cubicBezTo>
                  <a:cubicBezTo>
                    <a:pt x="6180" y="3448"/>
                    <a:pt x="6061" y="3446"/>
                    <a:pt x="5940" y="3441"/>
                  </a:cubicBezTo>
                  <a:cubicBezTo>
                    <a:pt x="1639" y="3263"/>
                    <a:pt x="891" y="0"/>
                    <a:pt x="891" y="0"/>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3"/>
            <p:cNvSpPr/>
            <p:nvPr/>
          </p:nvSpPr>
          <p:spPr>
            <a:xfrm>
              <a:off x="2535050" y="4527275"/>
              <a:ext cx="125325" cy="394200"/>
            </a:xfrm>
            <a:custGeom>
              <a:avLst/>
              <a:gdLst/>
              <a:ahLst/>
              <a:cxnLst/>
              <a:rect l="l" t="t" r="r" b="b"/>
              <a:pathLst>
                <a:path w="5013" h="15768" fill="none" extrusionOk="0">
                  <a:moveTo>
                    <a:pt x="0" y="1"/>
                  </a:moveTo>
                  <a:cubicBezTo>
                    <a:pt x="0" y="1"/>
                    <a:pt x="2" y="2512"/>
                    <a:pt x="1420" y="5183"/>
                  </a:cubicBezTo>
                  <a:cubicBezTo>
                    <a:pt x="2835" y="7855"/>
                    <a:pt x="4914" y="13776"/>
                    <a:pt x="5012" y="15768"/>
                  </a:cubicBez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3"/>
            <p:cNvSpPr/>
            <p:nvPr/>
          </p:nvSpPr>
          <p:spPr>
            <a:xfrm>
              <a:off x="2739750" y="4140450"/>
              <a:ext cx="132725" cy="244500"/>
            </a:xfrm>
            <a:custGeom>
              <a:avLst/>
              <a:gdLst/>
              <a:ahLst/>
              <a:cxnLst/>
              <a:rect l="l" t="t" r="r" b="b"/>
              <a:pathLst>
                <a:path w="5309" h="9780" extrusionOk="0">
                  <a:moveTo>
                    <a:pt x="3709" y="0"/>
                  </a:moveTo>
                  <a:cubicBezTo>
                    <a:pt x="1894" y="0"/>
                    <a:pt x="1450" y="1795"/>
                    <a:pt x="1450" y="1795"/>
                  </a:cubicBezTo>
                  <a:lnTo>
                    <a:pt x="1" y="9061"/>
                  </a:lnTo>
                  <a:cubicBezTo>
                    <a:pt x="1" y="9061"/>
                    <a:pt x="953" y="9780"/>
                    <a:pt x="2323" y="9780"/>
                  </a:cubicBezTo>
                  <a:cubicBezTo>
                    <a:pt x="2426" y="9780"/>
                    <a:pt x="2532" y="9776"/>
                    <a:pt x="2639" y="9767"/>
                  </a:cubicBezTo>
                  <a:cubicBezTo>
                    <a:pt x="4179" y="9640"/>
                    <a:pt x="5309" y="8830"/>
                    <a:pt x="5309" y="8830"/>
                  </a:cubicBezTo>
                  <a:lnTo>
                    <a:pt x="4513" y="105"/>
                  </a:lnTo>
                  <a:cubicBezTo>
                    <a:pt x="4219" y="32"/>
                    <a:pt x="3952" y="0"/>
                    <a:pt x="3709" y="0"/>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3"/>
            <p:cNvSpPr/>
            <p:nvPr/>
          </p:nvSpPr>
          <p:spPr>
            <a:xfrm>
              <a:off x="2648925" y="3974375"/>
              <a:ext cx="244875" cy="256375"/>
            </a:xfrm>
            <a:custGeom>
              <a:avLst/>
              <a:gdLst/>
              <a:ahLst/>
              <a:cxnLst/>
              <a:rect l="l" t="t" r="r" b="b"/>
              <a:pathLst>
                <a:path w="9795" h="10255" extrusionOk="0">
                  <a:moveTo>
                    <a:pt x="5050" y="1"/>
                  </a:moveTo>
                  <a:cubicBezTo>
                    <a:pt x="4382" y="1"/>
                    <a:pt x="3662" y="87"/>
                    <a:pt x="2954" y="218"/>
                  </a:cubicBezTo>
                  <a:cubicBezTo>
                    <a:pt x="525" y="669"/>
                    <a:pt x="606" y="4759"/>
                    <a:pt x="304" y="6611"/>
                  </a:cubicBezTo>
                  <a:cubicBezTo>
                    <a:pt x="1" y="8462"/>
                    <a:pt x="58" y="9759"/>
                    <a:pt x="1032" y="10139"/>
                  </a:cubicBezTo>
                  <a:cubicBezTo>
                    <a:pt x="1246" y="10222"/>
                    <a:pt x="1563" y="10255"/>
                    <a:pt x="1928" y="10255"/>
                  </a:cubicBezTo>
                  <a:cubicBezTo>
                    <a:pt x="3223" y="10255"/>
                    <a:pt x="5114" y="9846"/>
                    <a:pt x="5114" y="9846"/>
                  </a:cubicBezTo>
                  <a:cubicBezTo>
                    <a:pt x="7272" y="9312"/>
                    <a:pt x="8161" y="7743"/>
                    <a:pt x="8161" y="7743"/>
                  </a:cubicBezTo>
                  <a:cubicBezTo>
                    <a:pt x="8161" y="7743"/>
                    <a:pt x="8365" y="7977"/>
                    <a:pt x="8706" y="7977"/>
                  </a:cubicBezTo>
                  <a:cubicBezTo>
                    <a:pt x="8843" y="7977"/>
                    <a:pt x="9003" y="7939"/>
                    <a:pt x="9179" y="7832"/>
                  </a:cubicBezTo>
                  <a:cubicBezTo>
                    <a:pt x="9795" y="7462"/>
                    <a:pt x="9773" y="5662"/>
                    <a:pt x="9201" y="5268"/>
                  </a:cubicBezTo>
                  <a:cubicBezTo>
                    <a:pt x="9061" y="5171"/>
                    <a:pt x="8931" y="5134"/>
                    <a:pt x="8816" y="5134"/>
                  </a:cubicBezTo>
                  <a:cubicBezTo>
                    <a:pt x="8460" y="5134"/>
                    <a:pt x="8235" y="5482"/>
                    <a:pt x="8235" y="5482"/>
                  </a:cubicBezTo>
                  <a:cubicBezTo>
                    <a:pt x="8235" y="5482"/>
                    <a:pt x="8225" y="4391"/>
                    <a:pt x="8089" y="2121"/>
                  </a:cubicBezTo>
                  <a:cubicBezTo>
                    <a:pt x="7991" y="510"/>
                    <a:pt x="6674" y="1"/>
                    <a:pt x="5050" y="1"/>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3"/>
            <p:cNvSpPr/>
            <p:nvPr/>
          </p:nvSpPr>
          <p:spPr>
            <a:xfrm>
              <a:off x="2701975" y="4083300"/>
              <a:ext cx="31200" cy="56550"/>
            </a:xfrm>
            <a:custGeom>
              <a:avLst/>
              <a:gdLst/>
              <a:ahLst/>
              <a:cxnLst/>
              <a:rect l="l" t="t" r="r" b="b"/>
              <a:pathLst>
                <a:path w="1248" h="2262" extrusionOk="0">
                  <a:moveTo>
                    <a:pt x="1123" y="1"/>
                  </a:moveTo>
                  <a:lnTo>
                    <a:pt x="1123" y="1"/>
                  </a:lnTo>
                  <a:cubicBezTo>
                    <a:pt x="1058" y="32"/>
                    <a:pt x="1029" y="1070"/>
                    <a:pt x="947" y="1212"/>
                  </a:cubicBezTo>
                  <a:cubicBezTo>
                    <a:pt x="868" y="1353"/>
                    <a:pt x="15" y="1385"/>
                    <a:pt x="8" y="1406"/>
                  </a:cubicBezTo>
                  <a:cubicBezTo>
                    <a:pt x="0" y="1428"/>
                    <a:pt x="810" y="2233"/>
                    <a:pt x="906" y="2257"/>
                  </a:cubicBezTo>
                  <a:cubicBezTo>
                    <a:pt x="919" y="2260"/>
                    <a:pt x="929" y="2262"/>
                    <a:pt x="938" y="2262"/>
                  </a:cubicBezTo>
                  <a:cubicBezTo>
                    <a:pt x="998" y="2262"/>
                    <a:pt x="983" y="2194"/>
                    <a:pt x="983" y="2194"/>
                  </a:cubicBezTo>
                  <a:lnTo>
                    <a:pt x="169" y="1442"/>
                  </a:lnTo>
                  <a:lnTo>
                    <a:pt x="169" y="1442"/>
                  </a:lnTo>
                  <a:cubicBezTo>
                    <a:pt x="169" y="1442"/>
                    <a:pt x="225" y="1445"/>
                    <a:pt x="309" y="1445"/>
                  </a:cubicBezTo>
                  <a:cubicBezTo>
                    <a:pt x="490" y="1445"/>
                    <a:pt x="803" y="1433"/>
                    <a:pt x="983" y="1356"/>
                  </a:cubicBezTo>
                  <a:cubicBezTo>
                    <a:pt x="1247" y="1243"/>
                    <a:pt x="1123" y="1"/>
                    <a:pt x="11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3"/>
            <p:cNvSpPr/>
            <p:nvPr/>
          </p:nvSpPr>
          <p:spPr>
            <a:xfrm>
              <a:off x="2666925" y="3970100"/>
              <a:ext cx="329350" cy="180800"/>
            </a:xfrm>
            <a:custGeom>
              <a:avLst/>
              <a:gdLst/>
              <a:ahLst/>
              <a:cxnLst/>
              <a:rect l="l" t="t" r="r" b="b"/>
              <a:pathLst>
                <a:path w="13174" h="7232" extrusionOk="0">
                  <a:moveTo>
                    <a:pt x="4371" y="1"/>
                  </a:moveTo>
                  <a:cubicBezTo>
                    <a:pt x="957" y="1"/>
                    <a:pt x="0" y="1181"/>
                    <a:pt x="903" y="1938"/>
                  </a:cubicBezTo>
                  <a:cubicBezTo>
                    <a:pt x="1859" y="2743"/>
                    <a:pt x="6902" y="3926"/>
                    <a:pt x="6902" y="3926"/>
                  </a:cubicBezTo>
                  <a:cubicBezTo>
                    <a:pt x="6902" y="3926"/>
                    <a:pt x="5446" y="4978"/>
                    <a:pt x="6206" y="5495"/>
                  </a:cubicBezTo>
                  <a:cubicBezTo>
                    <a:pt x="6622" y="5779"/>
                    <a:pt x="6963" y="5843"/>
                    <a:pt x="7186" y="5843"/>
                  </a:cubicBezTo>
                  <a:cubicBezTo>
                    <a:pt x="7369" y="5843"/>
                    <a:pt x="7472" y="5800"/>
                    <a:pt x="7472" y="5800"/>
                  </a:cubicBezTo>
                  <a:cubicBezTo>
                    <a:pt x="7472" y="5800"/>
                    <a:pt x="7714" y="5360"/>
                    <a:pt x="8114" y="5360"/>
                  </a:cubicBezTo>
                  <a:cubicBezTo>
                    <a:pt x="8181" y="5360"/>
                    <a:pt x="8252" y="5372"/>
                    <a:pt x="8327" y="5401"/>
                  </a:cubicBezTo>
                  <a:cubicBezTo>
                    <a:pt x="8856" y="5603"/>
                    <a:pt x="9067" y="6686"/>
                    <a:pt x="8870" y="7232"/>
                  </a:cubicBezTo>
                  <a:cubicBezTo>
                    <a:pt x="8870" y="7232"/>
                    <a:pt x="13174" y="3342"/>
                    <a:pt x="10677" y="1705"/>
                  </a:cubicBezTo>
                  <a:cubicBezTo>
                    <a:pt x="10677" y="1705"/>
                    <a:pt x="8947" y="172"/>
                    <a:pt x="5011" y="14"/>
                  </a:cubicBezTo>
                  <a:cubicBezTo>
                    <a:pt x="4789" y="5"/>
                    <a:pt x="4575" y="1"/>
                    <a:pt x="4371"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3"/>
            <p:cNvSpPr/>
            <p:nvPr/>
          </p:nvSpPr>
          <p:spPr>
            <a:xfrm>
              <a:off x="2857125" y="4111950"/>
              <a:ext cx="19800" cy="52475"/>
            </a:xfrm>
            <a:custGeom>
              <a:avLst/>
              <a:gdLst/>
              <a:ahLst/>
              <a:cxnLst/>
              <a:rect l="l" t="t" r="r" b="b"/>
              <a:pathLst>
                <a:path w="792" h="2099" fill="none" extrusionOk="0">
                  <a:moveTo>
                    <a:pt x="791" y="674"/>
                  </a:moveTo>
                  <a:cubicBezTo>
                    <a:pt x="791" y="674"/>
                    <a:pt x="268" y="1"/>
                    <a:pt x="135" y="976"/>
                  </a:cubicBezTo>
                  <a:cubicBezTo>
                    <a:pt x="1" y="1952"/>
                    <a:pt x="400" y="2098"/>
                    <a:pt x="400" y="2098"/>
                  </a:cubicBezTo>
                </a:path>
              </a:pathLst>
            </a:custGeom>
            <a:noFill/>
            <a:ln w="9525"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3"/>
            <p:cNvSpPr/>
            <p:nvPr/>
          </p:nvSpPr>
          <p:spPr>
            <a:xfrm>
              <a:off x="2731575" y="3973500"/>
              <a:ext cx="202300" cy="52875"/>
            </a:xfrm>
            <a:custGeom>
              <a:avLst/>
              <a:gdLst/>
              <a:ahLst/>
              <a:cxnLst/>
              <a:rect l="l" t="t" r="r" b="b"/>
              <a:pathLst>
                <a:path w="8092" h="2115" fill="none" extrusionOk="0">
                  <a:moveTo>
                    <a:pt x="8091" y="1569"/>
                  </a:moveTo>
                  <a:cubicBezTo>
                    <a:pt x="8091" y="1569"/>
                    <a:pt x="1966" y="2115"/>
                    <a:pt x="1" y="0"/>
                  </a:cubicBezTo>
                </a:path>
              </a:pathLst>
            </a:custGeom>
            <a:noFill/>
            <a:ln w="2275" cap="flat" cmpd="sng">
              <a:solidFill>
                <a:schemeClr val="accent3"/>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53"/>
            <p:cNvSpPr/>
            <p:nvPr/>
          </p:nvSpPr>
          <p:spPr>
            <a:xfrm>
              <a:off x="2692050" y="3987500"/>
              <a:ext cx="260850" cy="70550"/>
            </a:xfrm>
            <a:custGeom>
              <a:avLst/>
              <a:gdLst/>
              <a:ahLst/>
              <a:cxnLst/>
              <a:rect l="l" t="t" r="r" b="b"/>
              <a:pathLst>
                <a:path w="10434" h="2822" fill="none" extrusionOk="0">
                  <a:moveTo>
                    <a:pt x="10434" y="2139"/>
                  </a:moveTo>
                  <a:cubicBezTo>
                    <a:pt x="10434" y="2139"/>
                    <a:pt x="7961" y="2821"/>
                    <a:pt x="4667" y="2230"/>
                  </a:cubicBezTo>
                  <a:cubicBezTo>
                    <a:pt x="1373" y="1636"/>
                    <a:pt x="97" y="502"/>
                    <a:pt x="1" y="0"/>
                  </a:cubicBezTo>
                </a:path>
              </a:pathLst>
            </a:custGeom>
            <a:noFill/>
            <a:ln w="2275" cap="flat" cmpd="sng">
              <a:solidFill>
                <a:schemeClr val="accent3"/>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53"/>
            <p:cNvSpPr/>
            <p:nvPr/>
          </p:nvSpPr>
          <p:spPr>
            <a:xfrm>
              <a:off x="2707075" y="3979800"/>
              <a:ext cx="238975" cy="60825"/>
            </a:xfrm>
            <a:custGeom>
              <a:avLst/>
              <a:gdLst/>
              <a:ahLst/>
              <a:cxnLst/>
              <a:rect l="l" t="t" r="r" b="b"/>
              <a:pathLst>
                <a:path w="9559" h="2433" fill="none" extrusionOk="0">
                  <a:moveTo>
                    <a:pt x="9559" y="1771"/>
                  </a:moveTo>
                  <a:cubicBezTo>
                    <a:pt x="9559" y="1771"/>
                    <a:pt x="6935" y="2432"/>
                    <a:pt x="3516" y="1771"/>
                  </a:cubicBezTo>
                  <a:cubicBezTo>
                    <a:pt x="97" y="1113"/>
                    <a:pt x="1" y="1"/>
                    <a:pt x="1" y="1"/>
                  </a:cubicBezTo>
                </a:path>
              </a:pathLst>
            </a:custGeom>
            <a:solidFill>
              <a:schemeClr val="accent3"/>
            </a:solidFill>
            <a:ln w="2275" cap="flat" cmpd="sng">
              <a:solidFill>
                <a:schemeClr val="accent3"/>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53"/>
            <p:cNvSpPr/>
            <p:nvPr/>
          </p:nvSpPr>
          <p:spPr>
            <a:xfrm>
              <a:off x="2732800" y="4030625"/>
              <a:ext cx="95050" cy="95050"/>
            </a:xfrm>
            <a:custGeom>
              <a:avLst/>
              <a:gdLst/>
              <a:ahLst/>
              <a:cxnLst/>
              <a:rect l="l" t="t" r="r" b="b"/>
              <a:pathLst>
                <a:path w="3802" h="3802" fill="none" extrusionOk="0">
                  <a:moveTo>
                    <a:pt x="3126" y="678"/>
                  </a:moveTo>
                  <a:cubicBezTo>
                    <a:pt x="3801" y="1353"/>
                    <a:pt x="3801" y="2449"/>
                    <a:pt x="3126" y="3126"/>
                  </a:cubicBezTo>
                  <a:cubicBezTo>
                    <a:pt x="2448" y="3802"/>
                    <a:pt x="1353" y="3802"/>
                    <a:pt x="675" y="3126"/>
                  </a:cubicBezTo>
                  <a:cubicBezTo>
                    <a:pt x="0" y="2449"/>
                    <a:pt x="0" y="1353"/>
                    <a:pt x="675" y="678"/>
                  </a:cubicBezTo>
                  <a:cubicBezTo>
                    <a:pt x="1353" y="0"/>
                    <a:pt x="2448" y="0"/>
                    <a:pt x="3126" y="678"/>
                  </a:cubicBezTo>
                  <a:close/>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53"/>
            <p:cNvSpPr/>
            <p:nvPr/>
          </p:nvSpPr>
          <p:spPr>
            <a:xfrm>
              <a:off x="2628575" y="4030975"/>
              <a:ext cx="94275" cy="94275"/>
            </a:xfrm>
            <a:custGeom>
              <a:avLst/>
              <a:gdLst/>
              <a:ahLst/>
              <a:cxnLst/>
              <a:rect l="l" t="t" r="r" b="b"/>
              <a:pathLst>
                <a:path w="3771" h="3771" fill="none" extrusionOk="0">
                  <a:moveTo>
                    <a:pt x="3585" y="1548"/>
                  </a:moveTo>
                  <a:cubicBezTo>
                    <a:pt x="3770" y="2485"/>
                    <a:pt x="3162" y="3398"/>
                    <a:pt x="2223" y="3583"/>
                  </a:cubicBezTo>
                  <a:cubicBezTo>
                    <a:pt x="1286" y="3771"/>
                    <a:pt x="373" y="3160"/>
                    <a:pt x="188" y="2221"/>
                  </a:cubicBezTo>
                  <a:cubicBezTo>
                    <a:pt x="0" y="1284"/>
                    <a:pt x="611" y="373"/>
                    <a:pt x="1548" y="186"/>
                  </a:cubicBezTo>
                  <a:cubicBezTo>
                    <a:pt x="2487" y="1"/>
                    <a:pt x="3398" y="609"/>
                    <a:pt x="3585" y="1548"/>
                  </a:cubicBezTo>
                  <a:close/>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53"/>
            <p:cNvSpPr/>
            <p:nvPr/>
          </p:nvSpPr>
          <p:spPr>
            <a:xfrm>
              <a:off x="2718900" y="4081150"/>
              <a:ext cx="18250" cy="25"/>
            </a:xfrm>
            <a:custGeom>
              <a:avLst/>
              <a:gdLst/>
              <a:ahLst/>
              <a:cxnLst/>
              <a:rect l="l" t="t" r="r" b="b"/>
              <a:pathLst>
                <a:path w="730" h="1" fill="none" extrusionOk="0">
                  <a:moveTo>
                    <a:pt x="729" y="0"/>
                  </a:moveTo>
                  <a:lnTo>
                    <a:pt x="1"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3"/>
            <p:cNvSpPr/>
            <p:nvPr/>
          </p:nvSpPr>
          <p:spPr>
            <a:xfrm>
              <a:off x="2924825" y="4358375"/>
              <a:ext cx="222175" cy="283775"/>
            </a:xfrm>
            <a:custGeom>
              <a:avLst/>
              <a:gdLst/>
              <a:ahLst/>
              <a:cxnLst/>
              <a:rect l="l" t="t" r="r" b="b"/>
              <a:pathLst>
                <a:path w="8887" h="11351" extrusionOk="0">
                  <a:moveTo>
                    <a:pt x="3022" y="1"/>
                  </a:moveTo>
                  <a:cubicBezTo>
                    <a:pt x="2841" y="1"/>
                    <a:pt x="2649" y="11"/>
                    <a:pt x="2444" y="34"/>
                  </a:cubicBezTo>
                  <a:lnTo>
                    <a:pt x="2444" y="36"/>
                  </a:lnTo>
                  <a:cubicBezTo>
                    <a:pt x="2444" y="36"/>
                    <a:pt x="1" y="1651"/>
                    <a:pt x="313" y="3972"/>
                  </a:cubicBezTo>
                  <a:cubicBezTo>
                    <a:pt x="625" y="6293"/>
                    <a:pt x="1997" y="11351"/>
                    <a:pt x="1997" y="11351"/>
                  </a:cubicBezTo>
                  <a:lnTo>
                    <a:pt x="8886" y="10978"/>
                  </a:lnTo>
                  <a:cubicBezTo>
                    <a:pt x="8886" y="10978"/>
                    <a:pt x="7224" y="4392"/>
                    <a:pt x="6416" y="2869"/>
                  </a:cubicBezTo>
                  <a:cubicBezTo>
                    <a:pt x="5672" y="1465"/>
                    <a:pt x="5137" y="1"/>
                    <a:pt x="3022" y="1"/>
                  </a:cubicBez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53"/>
            <p:cNvSpPr/>
            <p:nvPr/>
          </p:nvSpPr>
          <p:spPr>
            <a:xfrm>
              <a:off x="2563275" y="4932500"/>
              <a:ext cx="515175" cy="542475"/>
            </a:xfrm>
            <a:custGeom>
              <a:avLst/>
              <a:gdLst/>
              <a:ahLst/>
              <a:cxnLst/>
              <a:rect l="l" t="t" r="r" b="b"/>
              <a:pathLst>
                <a:path w="20607" h="21699" extrusionOk="0">
                  <a:moveTo>
                    <a:pt x="4047" y="1"/>
                  </a:moveTo>
                  <a:cubicBezTo>
                    <a:pt x="4047" y="1"/>
                    <a:pt x="2283" y="2075"/>
                    <a:pt x="1317" y="5881"/>
                  </a:cubicBezTo>
                  <a:cubicBezTo>
                    <a:pt x="788" y="7957"/>
                    <a:pt x="0" y="11501"/>
                    <a:pt x="70" y="13591"/>
                  </a:cubicBezTo>
                  <a:cubicBezTo>
                    <a:pt x="72" y="13634"/>
                    <a:pt x="75" y="13675"/>
                    <a:pt x="77" y="13718"/>
                  </a:cubicBezTo>
                  <a:lnTo>
                    <a:pt x="65" y="13718"/>
                  </a:lnTo>
                  <a:lnTo>
                    <a:pt x="60" y="21698"/>
                  </a:lnTo>
                  <a:lnTo>
                    <a:pt x="20592" y="21698"/>
                  </a:lnTo>
                  <a:lnTo>
                    <a:pt x="20592" y="14492"/>
                  </a:lnTo>
                  <a:cubicBezTo>
                    <a:pt x="20607" y="14199"/>
                    <a:pt x="20590" y="13899"/>
                    <a:pt x="20539" y="13591"/>
                  </a:cubicBezTo>
                  <a:cubicBezTo>
                    <a:pt x="19535" y="7445"/>
                    <a:pt x="14508" y="1"/>
                    <a:pt x="14508"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53"/>
            <p:cNvSpPr/>
            <p:nvPr/>
          </p:nvSpPr>
          <p:spPr>
            <a:xfrm>
              <a:off x="2856775" y="4963325"/>
              <a:ext cx="129225" cy="89950"/>
            </a:xfrm>
            <a:custGeom>
              <a:avLst/>
              <a:gdLst/>
              <a:ahLst/>
              <a:cxnLst/>
              <a:rect l="l" t="t" r="r" b="b"/>
              <a:pathLst>
                <a:path w="5169" h="3598" fill="none" extrusionOk="0">
                  <a:moveTo>
                    <a:pt x="5169" y="2809"/>
                  </a:moveTo>
                  <a:cubicBezTo>
                    <a:pt x="5169" y="2809"/>
                    <a:pt x="3364" y="3598"/>
                    <a:pt x="1709" y="2290"/>
                  </a:cubicBezTo>
                  <a:cubicBezTo>
                    <a:pt x="56" y="981"/>
                    <a:pt x="0" y="1"/>
                    <a:pt x="0" y="1"/>
                  </a:cubicBezTo>
                </a:path>
              </a:pathLst>
            </a:custGeom>
            <a:noFill/>
            <a:ln w="9525"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3"/>
            <p:cNvSpPr/>
            <p:nvPr/>
          </p:nvSpPr>
          <p:spPr>
            <a:xfrm>
              <a:off x="2644675" y="4963325"/>
              <a:ext cx="301800" cy="25"/>
            </a:xfrm>
            <a:custGeom>
              <a:avLst/>
              <a:gdLst/>
              <a:ahLst/>
              <a:cxnLst/>
              <a:rect l="l" t="t" r="r" b="b"/>
              <a:pathLst>
                <a:path w="12072" h="1" fill="none" extrusionOk="0">
                  <a:moveTo>
                    <a:pt x="12072" y="1"/>
                  </a:moveTo>
                  <a:lnTo>
                    <a:pt x="0" y="1"/>
                  </a:lnTo>
                </a:path>
              </a:pathLst>
            </a:custGeom>
            <a:noFill/>
            <a:ln w="9525"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53"/>
          <p:cNvGrpSpPr/>
          <p:nvPr/>
        </p:nvGrpSpPr>
        <p:grpSpPr>
          <a:xfrm>
            <a:off x="1476003" y="4127413"/>
            <a:ext cx="705593" cy="362075"/>
            <a:chOff x="2339625" y="3726250"/>
            <a:chExt cx="850625" cy="362075"/>
          </a:xfrm>
        </p:grpSpPr>
        <p:sp>
          <p:nvSpPr>
            <p:cNvPr id="1196" name="Google Shape;1196;p53"/>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3"/>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8" name="Google Shape;1198;p53"/>
          <p:cNvSpPr/>
          <p:nvPr/>
        </p:nvSpPr>
        <p:spPr>
          <a:xfrm>
            <a:off x="5551926" y="1286390"/>
            <a:ext cx="880911" cy="837772"/>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9" name="Google Shape;1199;p53"/>
          <p:cNvGrpSpPr/>
          <p:nvPr/>
        </p:nvGrpSpPr>
        <p:grpSpPr>
          <a:xfrm>
            <a:off x="4182266" y="585624"/>
            <a:ext cx="4272302" cy="3884376"/>
            <a:chOff x="4182266" y="585624"/>
            <a:chExt cx="4272302" cy="3884376"/>
          </a:xfrm>
        </p:grpSpPr>
        <p:grpSp>
          <p:nvGrpSpPr>
            <p:cNvPr id="1200" name="Google Shape;1200;p53"/>
            <p:cNvGrpSpPr/>
            <p:nvPr/>
          </p:nvGrpSpPr>
          <p:grpSpPr>
            <a:xfrm>
              <a:off x="5751116" y="4084250"/>
              <a:ext cx="389750" cy="385750"/>
              <a:chOff x="3382475" y="1831100"/>
              <a:chExt cx="389750" cy="385750"/>
            </a:xfrm>
          </p:grpSpPr>
          <p:sp>
            <p:nvSpPr>
              <p:cNvPr id="1201" name="Google Shape;1201;p5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5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5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5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5" name="Google Shape;1205;p53"/>
            <p:cNvGrpSpPr/>
            <p:nvPr/>
          </p:nvGrpSpPr>
          <p:grpSpPr>
            <a:xfrm rot="10800000">
              <a:off x="8064818" y="585624"/>
              <a:ext cx="389750" cy="385750"/>
              <a:chOff x="3382475" y="1831100"/>
              <a:chExt cx="389750" cy="385750"/>
            </a:xfrm>
          </p:grpSpPr>
          <p:sp>
            <p:nvSpPr>
              <p:cNvPr id="1206" name="Google Shape;1206;p5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5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5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0" name="Google Shape;1210;p53"/>
            <p:cNvGrpSpPr/>
            <p:nvPr/>
          </p:nvGrpSpPr>
          <p:grpSpPr>
            <a:xfrm>
              <a:off x="4182266" y="2378863"/>
              <a:ext cx="389750" cy="385750"/>
              <a:chOff x="3382475" y="1831100"/>
              <a:chExt cx="389750" cy="385750"/>
            </a:xfrm>
          </p:grpSpPr>
          <p:sp>
            <p:nvSpPr>
              <p:cNvPr id="1211" name="Google Shape;1211;p5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15" name="Google Shape;1215;p53"/>
          <p:cNvGrpSpPr/>
          <p:nvPr/>
        </p:nvGrpSpPr>
        <p:grpSpPr>
          <a:xfrm>
            <a:off x="4198672" y="724181"/>
            <a:ext cx="954248" cy="1014035"/>
            <a:chOff x="4045489" y="1783046"/>
            <a:chExt cx="1053021" cy="1118997"/>
          </a:xfrm>
        </p:grpSpPr>
        <p:sp>
          <p:nvSpPr>
            <p:cNvPr id="1216" name="Google Shape;1216;p53"/>
            <p:cNvSpPr/>
            <p:nvPr/>
          </p:nvSpPr>
          <p:spPr>
            <a:xfrm>
              <a:off x="4839476" y="2391040"/>
              <a:ext cx="202698" cy="78664"/>
            </a:xfrm>
            <a:custGeom>
              <a:avLst/>
              <a:gdLst/>
              <a:ahLst/>
              <a:cxnLst/>
              <a:rect l="l" t="t" r="r" b="b"/>
              <a:pathLst>
                <a:path w="4213" h="1635" fill="none" extrusionOk="0">
                  <a:moveTo>
                    <a:pt x="383" y="0"/>
                  </a:moveTo>
                  <a:lnTo>
                    <a:pt x="4212" y="1383"/>
                  </a:lnTo>
                  <a:lnTo>
                    <a:pt x="4167" y="1635"/>
                  </a:lnTo>
                  <a:lnTo>
                    <a:pt x="0" y="957"/>
                  </a:lnTo>
                </a:path>
              </a:pathLst>
            </a:custGeom>
            <a:solidFill>
              <a:srgbClr val="60BBB9"/>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3"/>
            <p:cNvSpPr/>
            <p:nvPr/>
          </p:nvSpPr>
          <p:spPr>
            <a:xfrm>
              <a:off x="4993866" y="2433571"/>
              <a:ext cx="104645" cy="75489"/>
            </a:xfrm>
            <a:custGeom>
              <a:avLst/>
              <a:gdLst/>
              <a:ahLst/>
              <a:cxnLst/>
              <a:rect l="l" t="t" r="r" b="b"/>
              <a:pathLst>
                <a:path w="2175" h="1569" extrusionOk="0">
                  <a:moveTo>
                    <a:pt x="1278" y="1"/>
                  </a:moveTo>
                  <a:cubicBezTo>
                    <a:pt x="1156" y="1"/>
                    <a:pt x="1032" y="29"/>
                    <a:pt x="916" y="90"/>
                  </a:cubicBezTo>
                  <a:cubicBezTo>
                    <a:pt x="792" y="155"/>
                    <a:pt x="695" y="252"/>
                    <a:pt x="624" y="362"/>
                  </a:cubicBezTo>
                  <a:lnTo>
                    <a:pt x="358" y="266"/>
                  </a:lnTo>
                  <a:cubicBezTo>
                    <a:pt x="241" y="378"/>
                    <a:pt x="122" y="487"/>
                    <a:pt x="0" y="596"/>
                  </a:cubicBezTo>
                  <a:lnTo>
                    <a:pt x="505" y="677"/>
                  </a:lnTo>
                  <a:cubicBezTo>
                    <a:pt x="483" y="833"/>
                    <a:pt x="506" y="998"/>
                    <a:pt x="585" y="1148"/>
                  </a:cubicBezTo>
                  <a:cubicBezTo>
                    <a:pt x="724" y="1415"/>
                    <a:pt x="997" y="1568"/>
                    <a:pt x="1279" y="1568"/>
                  </a:cubicBezTo>
                  <a:cubicBezTo>
                    <a:pt x="1402" y="1568"/>
                    <a:pt x="1526" y="1539"/>
                    <a:pt x="1642" y="1479"/>
                  </a:cubicBezTo>
                  <a:cubicBezTo>
                    <a:pt x="2026" y="1279"/>
                    <a:pt x="2175" y="805"/>
                    <a:pt x="1974" y="422"/>
                  </a:cubicBezTo>
                  <a:cubicBezTo>
                    <a:pt x="1833" y="154"/>
                    <a:pt x="1561" y="1"/>
                    <a:pt x="1278" y="1"/>
                  </a:cubicBez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53"/>
            <p:cNvSpPr/>
            <p:nvPr/>
          </p:nvSpPr>
          <p:spPr>
            <a:xfrm>
              <a:off x="4490618" y="1840588"/>
              <a:ext cx="71832" cy="229641"/>
            </a:xfrm>
            <a:custGeom>
              <a:avLst/>
              <a:gdLst/>
              <a:ahLst/>
              <a:cxnLst/>
              <a:rect l="l" t="t" r="r" b="b"/>
              <a:pathLst>
                <a:path w="1493" h="4773" extrusionOk="0">
                  <a:moveTo>
                    <a:pt x="607" y="1"/>
                  </a:moveTo>
                  <a:lnTo>
                    <a:pt x="1" y="4414"/>
                  </a:lnTo>
                  <a:cubicBezTo>
                    <a:pt x="1" y="4414"/>
                    <a:pt x="346" y="4772"/>
                    <a:pt x="690" y="4772"/>
                  </a:cubicBezTo>
                  <a:cubicBezTo>
                    <a:pt x="704" y="4772"/>
                    <a:pt x="717" y="4772"/>
                    <a:pt x="731" y="4771"/>
                  </a:cubicBezTo>
                  <a:cubicBezTo>
                    <a:pt x="1089" y="4740"/>
                    <a:pt x="1492" y="4601"/>
                    <a:pt x="1492" y="4601"/>
                  </a:cubicBezTo>
                  <a:lnTo>
                    <a:pt x="948"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53"/>
            <p:cNvSpPr/>
            <p:nvPr/>
          </p:nvSpPr>
          <p:spPr>
            <a:xfrm>
              <a:off x="4490618" y="1840588"/>
              <a:ext cx="71832" cy="231036"/>
            </a:xfrm>
            <a:custGeom>
              <a:avLst/>
              <a:gdLst/>
              <a:ahLst/>
              <a:cxnLst/>
              <a:rect l="l" t="t" r="r" b="b"/>
              <a:pathLst>
                <a:path w="1493" h="4802" fill="none" extrusionOk="0">
                  <a:moveTo>
                    <a:pt x="607" y="1"/>
                  </a:moveTo>
                  <a:lnTo>
                    <a:pt x="1" y="4414"/>
                  </a:lnTo>
                  <a:cubicBezTo>
                    <a:pt x="1" y="4414"/>
                    <a:pt x="374" y="4801"/>
                    <a:pt x="731" y="4771"/>
                  </a:cubicBezTo>
                  <a:cubicBezTo>
                    <a:pt x="1089" y="4740"/>
                    <a:pt x="1492" y="4601"/>
                    <a:pt x="1492" y="4601"/>
                  </a:cubicBezTo>
                  <a:lnTo>
                    <a:pt x="948" y="1"/>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3"/>
            <p:cNvSpPr/>
            <p:nvPr/>
          </p:nvSpPr>
          <p:spPr>
            <a:xfrm>
              <a:off x="4411426" y="2631889"/>
              <a:ext cx="136399" cy="216795"/>
            </a:xfrm>
            <a:custGeom>
              <a:avLst/>
              <a:gdLst/>
              <a:ahLst/>
              <a:cxnLst/>
              <a:rect l="l" t="t" r="r" b="b"/>
              <a:pathLst>
                <a:path w="2835" h="4506" extrusionOk="0">
                  <a:moveTo>
                    <a:pt x="1586" y="1"/>
                  </a:moveTo>
                  <a:lnTo>
                    <a:pt x="0" y="4351"/>
                  </a:lnTo>
                  <a:lnTo>
                    <a:pt x="305" y="4506"/>
                  </a:lnTo>
                  <a:lnTo>
                    <a:pt x="2834" y="838"/>
                  </a:lnTo>
                  <a:cubicBezTo>
                    <a:pt x="2834" y="838"/>
                    <a:pt x="2676" y="323"/>
                    <a:pt x="2343" y="191"/>
                  </a:cubicBezTo>
                  <a:cubicBezTo>
                    <a:pt x="2009" y="57"/>
                    <a:pt x="1586" y="1"/>
                    <a:pt x="1586" y="1"/>
                  </a:cubicBezTo>
                  <a:close/>
                </a:path>
              </a:pathLst>
            </a:custGeom>
            <a:solidFill>
              <a:srgbClr val="9188C0"/>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3"/>
            <p:cNvSpPr/>
            <p:nvPr/>
          </p:nvSpPr>
          <p:spPr>
            <a:xfrm>
              <a:off x="4411426" y="2631889"/>
              <a:ext cx="136399" cy="216795"/>
            </a:xfrm>
            <a:custGeom>
              <a:avLst/>
              <a:gdLst/>
              <a:ahLst/>
              <a:cxnLst/>
              <a:rect l="l" t="t" r="r" b="b"/>
              <a:pathLst>
                <a:path w="2835" h="4506" fill="none" extrusionOk="0">
                  <a:moveTo>
                    <a:pt x="305" y="4506"/>
                  </a:moveTo>
                  <a:lnTo>
                    <a:pt x="2834" y="838"/>
                  </a:lnTo>
                  <a:cubicBezTo>
                    <a:pt x="2834" y="838"/>
                    <a:pt x="2676" y="323"/>
                    <a:pt x="2343" y="191"/>
                  </a:cubicBezTo>
                  <a:cubicBezTo>
                    <a:pt x="2009" y="57"/>
                    <a:pt x="1586" y="1"/>
                    <a:pt x="1586" y="1"/>
                  </a:cubicBezTo>
                  <a:lnTo>
                    <a:pt x="0" y="4351"/>
                  </a:lnTo>
                </a:path>
              </a:pathLst>
            </a:custGeom>
            <a:no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3"/>
            <p:cNvSpPr/>
            <p:nvPr/>
          </p:nvSpPr>
          <p:spPr>
            <a:xfrm>
              <a:off x="4120447" y="2201141"/>
              <a:ext cx="214437" cy="142413"/>
            </a:xfrm>
            <a:custGeom>
              <a:avLst/>
              <a:gdLst/>
              <a:ahLst/>
              <a:cxnLst/>
              <a:rect l="l" t="t" r="r" b="b"/>
              <a:pathLst>
                <a:path w="4457" h="2960" extrusionOk="0">
                  <a:moveTo>
                    <a:pt x="165" y="1"/>
                  </a:moveTo>
                  <a:lnTo>
                    <a:pt x="1" y="300"/>
                  </a:lnTo>
                  <a:lnTo>
                    <a:pt x="3573" y="2959"/>
                  </a:lnTo>
                  <a:cubicBezTo>
                    <a:pt x="3573" y="2959"/>
                    <a:pt x="4093" y="2820"/>
                    <a:pt x="4239" y="2492"/>
                  </a:cubicBezTo>
                  <a:cubicBezTo>
                    <a:pt x="4384" y="2164"/>
                    <a:pt x="4456" y="1743"/>
                    <a:pt x="4456" y="1743"/>
                  </a:cubicBezTo>
                  <a:lnTo>
                    <a:pt x="165"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53"/>
            <p:cNvSpPr/>
            <p:nvPr/>
          </p:nvSpPr>
          <p:spPr>
            <a:xfrm>
              <a:off x="4120447" y="2201141"/>
              <a:ext cx="214437" cy="142413"/>
            </a:xfrm>
            <a:custGeom>
              <a:avLst/>
              <a:gdLst/>
              <a:ahLst/>
              <a:cxnLst/>
              <a:rect l="l" t="t" r="r" b="b"/>
              <a:pathLst>
                <a:path w="4457" h="2960" fill="none" extrusionOk="0">
                  <a:moveTo>
                    <a:pt x="1" y="300"/>
                  </a:moveTo>
                  <a:lnTo>
                    <a:pt x="3573" y="2959"/>
                  </a:lnTo>
                  <a:cubicBezTo>
                    <a:pt x="3573" y="2959"/>
                    <a:pt x="4093" y="2820"/>
                    <a:pt x="4239" y="2492"/>
                  </a:cubicBezTo>
                  <a:cubicBezTo>
                    <a:pt x="4384" y="2164"/>
                    <a:pt x="4456" y="1743"/>
                    <a:pt x="4456" y="1743"/>
                  </a:cubicBezTo>
                  <a:lnTo>
                    <a:pt x="165" y="1"/>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3"/>
            <p:cNvSpPr/>
            <p:nvPr/>
          </p:nvSpPr>
          <p:spPr>
            <a:xfrm>
              <a:off x="4242651" y="1988148"/>
              <a:ext cx="134523" cy="215207"/>
            </a:xfrm>
            <a:custGeom>
              <a:avLst/>
              <a:gdLst/>
              <a:ahLst/>
              <a:cxnLst/>
              <a:rect l="l" t="t" r="r" b="b"/>
              <a:pathLst>
                <a:path w="2796" h="4473" extrusionOk="0">
                  <a:moveTo>
                    <a:pt x="308" y="1"/>
                  </a:moveTo>
                  <a:lnTo>
                    <a:pt x="0" y="150"/>
                  </a:lnTo>
                  <a:lnTo>
                    <a:pt x="1371" y="4388"/>
                  </a:lnTo>
                  <a:cubicBezTo>
                    <a:pt x="1371" y="4388"/>
                    <a:pt x="1600" y="4473"/>
                    <a:pt x="1843" y="4473"/>
                  </a:cubicBezTo>
                  <a:cubicBezTo>
                    <a:pt x="1961" y="4473"/>
                    <a:pt x="2083" y="4452"/>
                    <a:pt x="2185" y="4392"/>
                  </a:cubicBezTo>
                  <a:cubicBezTo>
                    <a:pt x="2493" y="4209"/>
                    <a:pt x="2796" y="3908"/>
                    <a:pt x="2796" y="3908"/>
                  </a:cubicBezTo>
                  <a:lnTo>
                    <a:pt x="308" y="1"/>
                  </a:lnTo>
                  <a:close/>
                </a:path>
              </a:pathLst>
            </a:custGeom>
            <a:solidFill>
              <a:srgbClr val="60BBB9"/>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53"/>
            <p:cNvSpPr/>
            <p:nvPr/>
          </p:nvSpPr>
          <p:spPr>
            <a:xfrm>
              <a:off x="4242651" y="1988148"/>
              <a:ext cx="134523" cy="220163"/>
            </a:xfrm>
            <a:custGeom>
              <a:avLst/>
              <a:gdLst/>
              <a:ahLst/>
              <a:cxnLst/>
              <a:rect l="l" t="t" r="r" b="b"/>
              <a:pathLst>
                <a:path w="2796" h="4576" fill="none" extrusionOk="0">
                  <a:moveTo>
                    <a:pt x="0" y="150"/>
                  </a:moveTo>
                  <a:lnTo>
                    <a:pt x="1371" y="4388"/>
                  </a:lnTo>
                  <a:cubicBezTo>
                    <a:pt x="1371" y="4388"/>
                    <a:pt x="1876" y="4576"/>
                    <a:pt x="2185" y="4392"/>
                  </a:cubicBezTo>
                  <a:cubicBezTo>
                    <a:pt x="2493" y="4209"/>
                    <a:pt x="2796" y="3908"/>
                    <a:pt x="2796" y="3908"/>
                  </a:cubicBezTo>
                  <a:lnTo>
                    <a:pt x="308" y="1"/>
                  </a:lnTo>
                </a:path>
              </a:pathLst>
            </a:custGeom>
            <a:solidFill>
              <a:schemeClr val="accent2"/>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53"/>
            <p:cNvSpPr/>
            <p:nvPr/>
          </p:nvSpPr>
          <p:spPr>
            <a:xfrm>
              <a:off x="4175439" y="2032940"/>
              <a:ext cx="744589" cy="744637"/>
            </a:xfrm>
            <a:custGeom>
              <a:avLst/>
              <a:gdLst/>
              <a:ahLst/>
              <a:cxnLst/>
              <a:rect l="l" t="t" r="r" b="b"/>
              <a:pathLst>
                <a:path w="15476" h="15477" extrusionOk="0">
                  <a:moveTo>
                    <a:pt x="7738" y="1"/>
                  </a:moveTo>
                  <a:cubicBezTo>
                    <a:pt x="5686" y="1"/>
                    <a:pt x="3719" y="816"/>
                    <a:pt x="2267" y="2268"/>
                  </a:cubicBezTo>
                  <a:cubicBezTo>
                    <a:pt x="816" y="3719"/>
                    <a:pt x="1" y="5687"/>
                    <a:pt x="1" y="7739"/>
                  </a:cubicBezTo>
                  <a:cubicBezTo>
                    <a:pt x="1" y="9791"/>
                    <a:pt x="816" y="11759"/>
                    <a:pt x="2267" y="13211"/>
                  </a:cubicBezTo>
                  <a:cubicBezTo>
                    <a:pt x="3719" y="14662"/>
                    <a:pt x="5686" y="15476"/>
                    <a:pt x="7738" y="15476"/>
                  </a:cubicBezTo>
                  <a:cubicBezTo>
                    <a:pt x="9791" y="15476"/>
                    <a:pt x="11759" y="14662"/>
                    <a:pt x="13210" y="13211"/>
                  </a:cubicBezTo>
                  <a:cubicBezTo>
                    <a:pt x="14661" y="11759"/>
                    <a:pt x="15476" y="9791"/>
                    <a:pt x="15476" y="7739"/>
                  </a:cubicBezTo>
                  <a:cubicBezTo>
                    <a:pt x="15476" y="5687"/>
                    <a:pt x="14661" y="3719"/>
                    <a:pt x="13210" y="2268"/>
                  </a:cubicBezTo>
                  <a:cubicBezTo>
                    <a:pt x="11759" y="816"/>
                    <a:pt x="9791" y="1"/>
                    <a:pt x="7738"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53"/>
            <p:cNvSpPr/>
            <p:nvPr/>
          </p:nvSpPr>
          <p:spPr>
            <a:xfrm>
              <a:off x="4428698" y="2314012"/>
              <a:ext cx="91269" cy="91318"/>
            </a:xfrm>
            <a:custGeom>
              <a:avLst/>
              <a:gdLst/>
              <a:ahLst/>
              <a:cxnLst/>
              <a:rect l="l" t="t" r="r" b="b"/>
              <a:pathLst>
                <a:path w="1897" h="1898" extrusionOk="0">
                  <a:moveTo>
                    <a:pt x="948" y="1"/>
                  </a:moveTo>
                  <a:cubicBezTo>
                    <a:pt x="425" y="1"/>
                    <a:pt x="1" y="425"/>
                    <a:pt x="1" y="949"/>
                  </a:cubicBezTo>
                  <a:cubicBezTo>
                    <a:pt x="1" y="1473"/>
                    <a:pt x="425" y="1898"/>
                    <a:pt x="948" y="1898"/>
                  </a:cubicBezTo>
                  <a:cubicBezTo>
                    <a:pt x="1472" y="1898"/>
                    <a:pt x="1896" y="1472"/>
                    <a:pt x="1896" y="949"/>
                  </a:cubicBezTo>
                  <a:cubicBezTo>
                    <a:pt x="1896" y="425"/>
                    <a:pt x="1472" y="1"/>
                    <a:pt x="948" y="1"/>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53"/>
            <p:cNvSpPr/>
            <p:nvPr/>
          </p:nvSpPr>
          <p:spPr>
            <a:xfrm>
              <a:off x="4765961" y="2010953"/>
              <a:ext cx="154056" cy="170222"/>
            </a:xfrm>
            <a:custGeom>
              <a:avLst/>
              <a:gdLst/>
              <a:ahLst/>
              <a:cxnLst/>
              <a:rect l="l" t="t" r="r" b="b"/>
              <a:pathLst>
                <a:path w="3202" h="3538" extrusionOk="0">
                  <a:moveTo>
                    <a:pt x="3000" y="1"/>
                  </a:moveTo>
                  <a:lnTo>
                    <a:pt x="0" y="2754"/>
                  </a:lnTo>
                  <a:lnTo>
                    <a:pt x="671" y="3538"/>
                  </a:lnTo>
                  <a:lnTo>
                    <a:pt x="3202" y="158"/>
                  </a:lnTo>
                  <a:lnTo>
                    <a:pt x="3000"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53"/>
            <p:cNvSpPr/>
            <p:nvPr/>
          </p:nvSpPr>
          <p:spPr>
            <a:xfrm>
              <a:off x="4765961" y="2010953"/>
              <a:ext cx="154056" cy="170222"/>
            </a:xfrm>
            <a:custGeom>
              <a:avLst/>
              <a:gdLst/>
              <a:ahLst/>
              <a:cxnLst/>
              <a:rect l="l" t="t" r="r" b="b"/>
              <a:pathLst>
                <a:path w="3202" h="3538" fill="none" extrusionOk="0">
                  <a:moveTo>
                    <a:pt x="0" y="2754"/>
                  </a:moveTo>
                  <a:lnTo>
                    <a:pt x="3000" y="1"/>
                  </a:lnTo>
                  <a:lnTo>
                    <a:pt x="3202" y="158"/>
                  </a:lnTo>
                  <a:lnTo>
                    <a:pt x="671" y="3538"/>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53"/>
            <p:cNvSpPr/>
            <p:nvPr/>
          </p:nvSpPr>
          <p:spPr>
            <a:xfrm>
              <a:off x="4839476" y="2391040"/>
              <a:ext cx="202698" cy="78664"/>
            </a:xfrm>
            <a:custGeom>
              <a:avLst/>
              <a:gdLst/>
              <a:ahLst/>
              <a:cxnLst/>
              <a:rect l="l" t="t" r="r" b="b"/>
              <a:pathLst>
                <a:path w="4213" h="1635" extrusionOk="0">
                  <a:moveTo>
                    <a:pt x="383" y="0"/>
                  </a:moveTo>
                  <a:lnTo>
                    <a:pt x="0" y="957"/>
                  </a:lnTo>
                  <a:lnTo>
                    <a:pt x="4167" y="1635"/>
                  </a:lnTo>
                  <a:lnTo>
                    <a:pt x="4212" y="1383"/>
                  </a:lnTo>
                  <a:lnTo>
                    <a:pt x="383"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53"/>
            <p:cNvSpPr/>
            <p:nvPr/>
          </p:nvSpPr>
          <p:spPr>
            <a:xfrm>
              <a:off x="5012341" y="2433619"/>
              <a:ext cx="86169" cy="75440"/>
            </a:xfrm>
            <a:custGeom>
              <a:avLst/>
              <a:gdLst/>
              <a:ahLst/>
              <a:cxnLst/>
              <a:rect l="l" t="t" r="r" b="b"/>
              <a:pathLst>
                <a:path w="1791" h="1568" extrusionOk="0">
                  <a:moveTo>
                    <a:pt x="894" y="0"/>
                  </a:moveTo>
                  <a:cubicBezTo>
                    <a:pt x="772" y="0"/>
                    <a:pt x="648" y="29"/>
                    <a:pt x="532" y="89"/>
                  </a:cubicBezTo>
                  <a:cubicBezTo>
                    <a:pt x="149" y="290"/>
                    <a:pt x="0" y="763"/>
                    <a:pt x="201" y="1147"/>
                  </a:cubicBezTo>
                  <a:cubicBezTo>
                    <a:pt x="341" y="1414"/>
                    <a:pt x="614" y="1567"/>
                    <a:pt x="896" y="1567"/>
                  </a:cubicBezTo>
                  <a:cubicBezTo>
                    <a:pt x="1018" y="1567"/>
                    <a:pt x="1143" y="1538"/>
                    <a:pt x="1259" y="1478"/>
                  </a:cubicBezTo>
                  <a:cubicBezTo>
                    <a:pt x="1642" y="1278"/>
                    <a:pt x="1791" y="804"/>
                    <a:pt x="1590" y="421"/>
                  </a:cubicBezTo>
                  <a:cubicBezTo>
                    <a:pt x="1449" y="153"/>
                    <a:pt x="1177" y="0"/>
                    <a:pt x="894"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3"/>
            <p:cNvSpPr/>
            <p:nvPr/>
          </p:nvSpPr>
          <p:spPr>
            <a:xfrm>
              <a:off x="4751961" y="2741104"/>
              <a:ext cx="84197" cy="75489"/>
            </a:xfrm>
            <a:custGeom>
              <a:avLst/>
              <a:gdLst/>
              <a:ahLst/>
              <a:cxnLst/>
              <a:rect l="l" t="t" r="r" b="b"/>
              <a:pathLst>
                <a:path w="1750" h="1569" extrusionOk="0">
                  <a:moveTo>
                    <a:pt x="875" y="1"/>
                  </a:moveTo>
                  <a:cubicBezTo>
                    <a:pt x="538" y="1"/>
                    <a:pt x="226" y="221"/>
                    <a:pt x="124" y="561"/>
                  </a:cubicBezTo>
                  <a:cubicBezTo>
                    <a:pt x="0" y="976"/>
                    <a:pt x="237" y="1412"/>
                    <a:pt x="652" y="1536"/>
                  </a:cubicBezTo>
                  <a:cubicBezTo>
                    <a:pt x="726" y="1558"/>
                    <a:pt x="801" y="1569"/>
                    <a:pt x="875" y="1569"/>
                  </a:cubicBezTo>
                  <a:cubicBezTo>
                    <a:pt x="1213" y="1569"/>
                    <a:pt x="1525" y="1349"/>
                    <a:pt x="1627" y="1009"/>
                  </a:cubicBezTo>
                  <a:cubicBezTo>
                    <a:pt x="1750" y="594"/>
                    <a:pt x="1514" y="158"/>
                    <a:pt x="1100" y="34"/>
                  </a:cubicBezTo>
                  <a:cubicBezTo>
                    <a:pt x="1025" y="12"/>
                    <a:pt x="949" y="1"/>
                    <a:pt x="875" y="1"/>
                  </a:cubicBezTo>
                  <a:close/>
                </a:path>
              </a:pathLst>
            </a:custGeom>
            <a:solidFill>
              <a:srgbClr val="9188C0"/>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3"/>
            <p:cNvSpPr/>
            <p:nvPr/>
          </p:nvSpPr>
          <p:spPr>
            <a:xfrm>
              <a:off x="4045489" y="2520991"/>
              <a:ext cx="84534" cy="75440"/>
            </a:xfrm>
            <a:custGeom>
              <a:avLst/>
              <a:gdLst/>
              <a:ahLst/>
              <a:cxnLst/>
              <a:rect l="l" t="t" r="r" b="b"/>
              <a:pathLst>
                <a:path w="1757" h="1568" extrusionOk="0">
                  <a:moveTo>
                    <a:pt x="878" y="1"/>
                  </a:moveTo>
                  <a:cubicBezTo>
                    <a:pt x="656" y="1"/>
                    <a:pt x="435" y="95"/>
                    <a:pt x="280" y="277"/>
                  </a:cubicBezTo>
                  <a:cubicBezTo>
                    <a:pt x="1" y="607"/>
                    <a:pt x="41" y="1102"/>
                    <a:pt x="372" y="1381"/>
                  </a:cubicBezTo>
                  <a:cubicBezTo>
                    <a:pt x="519" y="1506"/>
                    <a:pt x="699" y="1568"/>
                    <a:pt x="878" y="1568"/>
                  </a:cubicBezTo>
                  <a:cubicBezTo>
                    <a:pt x="1100" y="1568"/>
                    <a:pt x="1321" y="1473"/>
                    <a:pt x="1476" y="1290"/>
                  </a:cubicBezTo>
                  <a:cubicBezTo>
                    <a:pt x="1756" y="961"/>
                    <a:pt x="1715" y="467"/>
                    <a:pt x="1385" y="186"/>
                  </a:cubicBezTo>
                  <a:cubicBezTo>
                    <a:pt x="1237" y="62"/>
                    <a:pt x="1057" y="1"/>
                    <a:pt x="878" y="1"/>
                  </a:cubicBezTo>
                  <a:close/>
                </a:path>
              </a:pathLst>
            </a:custGeom>
            <a:solidFill>
              <a:srgbClr val="9188C0"/>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53"/>
            <p:cNvSpPr/>
            <p:nvPr/>
          </p:nvSpPr>
          <p:spPr>
            <a:xfrm>
              <a:off x="4368848" y="2121323"/>
              <a:ext cx="65000" cy="65048"/>
            </a:xfrm>
            <a:custGeom>
              <a:avLst/>
              <a:gdLst/>
              <a:ahLst/>
              <a:cxnLst/>
              <a:rect l="l" t="t" r="r" b="b"/>
              <a:pathLst>
                <a:path w="1351" h="1352" extrusionOk="0">
                  <a:moveTo>
                    <a:pt x="676" y="1"/>
                  </a:moveTo>
                  <a:cubicBezTo>
                    <a:pt x="303" y="1"/>
                    <a:pt x="0" y="303"/>
                    <a:pt x="0" y="677"/>
                  </a:cubicBezTo>
                  <a:cubicBezTo>
                    <a:pt x="0" y="1049"/>
                    <a:pt x="303" y="1351"/>
                    <a:pt x="676" y="1351"/>
                  </a:cubicBezTo>
                  <a:cubicBezTo>
                    <a:pt x="1048" y="1351"/>
                    <a:pt x="1351" y="1049"/>
                    <a:pt x="1351" y="677"/>
                  </a:cubicBezTo>
                  <a:cubicBezTo>
                    <a:pt x="1351" y="303"/>
                    <a:pt x="1048" y="1"/>
                    <a:pt x="676"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53"/>
            <p:cNvSpPr/>
            <p:nvPr/>
          </p:nvSpPr>
          <p:spPr>
            <a:xfrm>
              <a:off x="4045489" y="2408023"/>
              <a:ext cx="851014" cy="494019"/>
            </a:xfrm>
            <a:custGeom>
              <a:avLst/>
              <a:gdLst/>
              <a:ahLst/>
              <a:cxnLst/>
              <a:rect l="l" t="t" r="r" b="b"/>
              <a:pathLst>
                <a:path w="17688" h="10268" extrusionOk="0">
                  <a:moveTo>
                    <a:pt x="2704" y="1"/>
                  </a:moveTo>
                  <a:cubicBezTo>
                    <a:pt x="2710" y="909"/>
                    <a:pt x="2873" y="1780"/>
                    <a:pt x="3167" y="2589"/>
                  </a:cubicBezTo>
                  <a:lnTo>
                    <a:pt x="1637" y="2940"/>
                  </a:lnTo>
                  <a:cubicBezTo>
                    <a:pt x="1598" y="2786"/>
                    <a:pt x="1514" y="2644"/>
                    <a:pt x="1385" y="2534"/>
                  </a:cubicBezTo>
                  <a:cubicBezTo>
                    <a:pt x="1238" y="2410"/>
                    <a:pt x="1058" y="2349"/>
                    <a:pt x="879" y="2349"/>
                  </a:cubicBezTo>
                  <a:cubicBezTo>
                    <a:pt x="657" y="2349"/>
                    <a:pt x="436" y="2443"/>
                    <a:pt x="281" y="2625"/>
                  </a:cubicBezTo>
                  <a:cubicBezTo>
                    <a:pt x="1" y="2955"/>
                    <a:pt x="41" y="3449"/>
                    <a:pt x="372" y="3729"/>
                  </a:cubicBezTo>
                  <a:cubicBezTo>
                    <a:pt x="519" y="3854"/>
                    <a:pt x="699" y="3915"/>
                    <a:pt x="878" y="3915"/>
                  </a:cubicBezTo>
                  <a:cubicBezTo>
                    <a:pt x="1100" y="3915"/>
                    <a:pt x="1321" y="3821"/>
                    <a:pt x="1476" y="3638"/>
                  </a:cubicBezTo>
                  <a:cubicBezTo>
                    <a:pt x="1567" y="3531"/>
                    <a:pt x="1620" y="3405"/>
                    <a:pt x="1645" y="3277"/>
                  </a:cubicBezTo>
                  <a:lnTo>
                    <a:pt x="3424" y="3206"/>
                  </a:lnTo>
                  <a:cubicBezTo>
                    <a:pt x="4348" y="5189"/>
                    <a:pt x="6085" y="6713"/>
                    <a:pt x="8208" y="7353"/>
                  </a:cubicBezTo>
                  <a:lnTo>
                    <a:pt x="7798" y="8478"/>
                  </a:lnTo>
                  <a:cubicBezTo>
                    <a:pt x="7754" y="8472"/>
                    <a:pt x="7710" y="8468"/>
                    <a:pt x="7666" y="8468"/>
                  </a:cubicBezTo>
                  <a:cubicBezTo>
                    <a:pt x="7337" y="8468"/>
                    <a:pt x="7021" y="8646"/>
                    <a:pt x="6863" y="8960"/>
                  </a:cubicBezTo>
                  <a:cubicBezTo>
                    <a:pt x="6638" y="9405"/>
                    <a:pt x="6817" y="9946"/>
                    <a:pt x="7261" y="10170"/>
                  </a:cubicBezTo>
                  <a:cubicBezTo>
                    <a:pt x="7391" y="10236"/>
                    <a:pt x="7530" y="10267"/>
                    <a:pt x="7667" y="10267"/>
                  </a:cubicBezTo>
                  <a:cubicBezTo>
                    <a:pt x="7996" y="10267"/>
                    <a:pt x="8313" y="10086"/>
                    <a:pt x="8471" y="9772"/>
                  </a:cubicBezTo>
                  <a:cubicBezTo>
                    <a:pt x="8664" y="9390"/>
                    <a:pt x="8558" y="8939"/>
                    <a:pt x="8243" y="8677"/>
                  </a:cubicBezTo>
                  <a:lnTo>
                    <a:pt x="9021" y="7549"/>
                  </a:lnTo>
                  <a:cubicBezTo>
                    <a:pt x="9482" y="7634"/>
                    <a:pt x="9955" y="7681"/>
                    <a:pt x="10440" y="7681"/>
                  </a:cubicBezTo>
                  <a:cubicBezTo>
                    <a:pt x="11977" y="7681"/>
                    <a:pt x="13407" y="7231"/>
                    <a:pt x="14611" y="6459"/>
                  </a:cubicBezTo>
                  <a:lnTo>
                    <a:pt x="15079" y="7092"/>
                  </a:lnTo>
                  <a:cubicBezTo>
                    <a:pt x="14955" y="7187"/>
                    <a:pt x="14857" y="7321"/>
                    <a:pt x="14808" y="7484"/>
                  </a:cubicBezTo>
                  <a:cubicBezTo>
                    <a:pt x="14686" y="7899"/>
                    <a:pt x="14921" y="8335"/>
                    <a:pt x="15336" y="8459"/>
                  </a:cubicBezTo>
                  <a:cubicBezTo>
                    <a:pt x="15410" y="8481"/>
                    <a:pt x="15485" y="8492"/>
                    <a:pt x="15559" y="8492"/>
                  </a:cubicBezTo>
                  <a:cubicBezTo>
                    <a:pt x="15897" y="8492"/>
                    <a:pt x="16209" y="8272"/>
                    <a:pt x="16311" y="7932"/>
                  </a:cubicBezTo>
                  <a:cubicBezTo>
                    <a:pt x="16435" y="7517"/>
                    <a:pt x="16198" y="7081"/>
                    <a:pt x="15784" y="6957"/>
                  </a:cubicBezTo>
                  <a:cubicBezTo>
                    <a:pt x="15712" y="6936"/>
                    <a:pt x="15640" y="6926"/>
                    <a:pt x="15570" y="6926"/>
                  </a:cubicBezTo>
                  <a:cubicBezTo>
                    <a:pt x="15507" y="6926"/>
                    <a:pt x="15445" y="6934"/>
                    <a:pt x="15384" y="6947"/>
                  </a:cubicBezTo>
                  <a:lnTo>
                    <a:pt x="15013" y="6184"/>
                  </a:lnTo>
                  <a:cubicBezTo>
                    <a:pt x="16218" y="5299"/>
                    <a:pt x="17156" y="4072"/>
                    <a:pt x="17687" y="2647"/>
                  </a:cubicBezTo>
                  <a:lnTo>
                    <a:pt x="17687" y="2647"/>
                  </a:lnTo>
                  <a:cubicBezTo>
                    <a:pt x="16711" y="3260"/>
                    <a:pt x="15671" y="3760"/>
                    <a:pt x="14605" y="4126"/>
                  </a:cubicBezTo>
                  <a:cubicBezTo>
                    <a:pt x="13580" y="4511"/>
                    <a:pt x="12545" y="4687"/>
                    <a:pt x="11525" y="4687"/>
                  </a:cubicBezTo>
                  <a:cubicBezTo>
                    <a:pt x="8371" y="4687"/>
                    <a:pt x="5360" y="3008"/>
                    <a:pt x="3248" y="632"/>
                  </a:cubicBezTo>
                  <a:cubicBezTo>
                    <a:pt x="3061" y="431"/>
                    <a:pt x="2880" y="219"/>
                    <a:pt x="2704"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3"/>
            <p:cNvSpPr/>
            <p:nvPr/>
          </p:nvSpPr>
          <p:spPr>
            <a:xfrm>
              <a:off x="4482439" y="1783046"/>
              <a:ext cx="86747" cy="86747"/>
            </a:xfrm>
            <a:custGeom>
              <a:avLst/>
              <a:gdLst/>
              <a:ahLst/>
              <a:cxnLst/>
              <a:rect l="l" t="t" r="r" b="b"/>
              <a:pathLst>
                <a:path w="1803" h="1803" extrusionOk="0">
                  <a:moveTo>
                    <a:pt x="901" y="1"/>
                  </a:moveTo>
                  <a:cubicBezTo>
                    <a:pt x="403" y="1"/>
                    <a:pt x="0" y="404"/>
                    <a:pt x="0" y="901"/>
                  </a:cubicBezTo>
                  <a:cubicBezTo>
                    <a:pt x="0" y="1399"/>
                    <a:pt x="403" y="1803"/>
                    <a:pt x="901" y="1803"/>
                  </a:cubicBezTo>
                  <a:cubicBezTo>
                    <a:pt x="1399" y="1803"/>
                    <a:pt x="1803" y="1399"/>
                    <a:pt x="1803" y="901"/>
                  </a:cubicBezTo>
                  <a:cubicBezTo>
                    <a:pt x="1803" y="404"/>
                    <a:pt x="1399" y="1"/>
                    <a:pt x="90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53"/>
            <p:cNvSpPr/>
            <p:nvPr/>
          </p:nvSpPr>
          <p:spPr>
            <a:xfrm>
              <a:off x="4061318" y="2160053"/>
              <a:ext cx="99160" cy="86795"/>
            </a:xfrm>
            <a:custGeom>
              <a:avLst/>
              <a:gdLst/>
              <a:ahLst/>
              <a:cxnLst/>
              <a:rect l="l" t="t" r="r" b="b"/>
              <a:pathLst>
                <a:path w="2061" h="1804" extrusionOk="0">
                  <a:moveTo>
                    <a:pt x="1031" y="1"/>
                  </a:moveTo>
                  <a:cubicBezTo>
                    <a:pt x="713" y="1"/>
                    <a:pt x="406" y="169"/>
                    <a:pt x="242" y="467"/>
                  </a:cubicBezTo>
                  <a:cubicBezTo>
                    <a:pt x="1" y="903"/>
                    <a:pt x="160" y="1452"/>
                    <a:pt x="596" y="1692"/>
                  </a:cubicBezTo>
                  <a:cubicBezTo>
                    <a:pt x="734" y="1768"/>
                    <a:pt x="883" y="1804"/>
                    <a:pt x="1030" y="1804"/>
                  </a:cubicBezTo>
                  <a:cubicBezTo>
                    <a:pt x="1348" y="1804"/>
                    <a:pt x="1655" y="1635"/>
                    <a:pt x="1819" y="1337"/>
                  </a:cubicBezTo>
                  <a:cubicBezTo>
                    <a:pt x="2061" y="901"/>
                    <a:pt x="1901" y="353"/>
                    <a:pt x="1465" y="113"/>
                  </a:cubicBezTo>
                  <a:cubicBezTo>
                    <a:pt x="1327" y="37"/>
                    <a:pt x="1178" y="1"/>
                    <a:pt x="103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53"/>
            <p:cNvSpPr/>
            <p:nvPr/>
          </p:nvSpPr>
          <p:spPr>
            <a:xfrm>
              <a:off x="4192422" y="1936572"/>
              <a:ext cx="98967" cy="86747"/>
            </a:xfrm>
            <a:custGeom>
              <a:avLst/>
              <a:gdLst/>
              <a:ahLst/>
              <a:cxnLst/>
              <a:rect l="l" t="t" r="r" b="b"/>
              <a:pathLst>
                <a:path w="2057" h="1803" extrusionOk="0">
                  <a:moveTo>
                    <a:pt x="1027" y="0"/>
                  </a:moveTo>
                  <a:cubicBezTo>
                    <a:pt x="896" y="0"/>
                    <a:pt x="763" y="29"/>
                    <a:pt x="637" y="89"/>
                  </a:cubicBezTo>
                  <a:cubicBezTo>
                    <a:pt x="189" y="306"/>
                    <a:pt x="1" y="845"/>
                    <a:pt x="216" y="1292"/>
                  </a:cubicBezTo>
                  <a:cubicBezTo>
                    <a:pt x="371" y="1615"/>
                    <a:pt x="693" y="1803"/>
                    <a:pt x="1028" y="1803"/>
                  </a:cubicBezTo>
                  <a:cubicBezTo>
                    <a:pt x="1160" y="1803"/>
                    <a:pt x="1293" y="1774"/>
                    <a:pt x="1419" y="1713"/>
                  </a:cubicBezTo>
                  <a:cubicBezTo>
                    <a:pt x="1868" y="1497"/>
                    <a:pt x="2056" y="958"/>
                    <a:pt x="1840" y="510"/>
                  </a:cubicBezTo>
                  <a:cubicBezTo>
                    <a:pt x="1684" y="188"/>
                    <a:pt x="1362" y="0"/>
                    <a:pt x="1027"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3"/>
            <p:cNvSpPr/>
            <p:nvPr/>
          </p:nvSpPr>
          <p:spPr>
            <a:xfrm>
              <a:off x="4890859" y="1967845"/>
              <a:ext cx="75440" cy="75537"/>
            </a:xfrm>
            <a:custGeom>
              <a:avLst/>
              <a:gdLst/>
              <a:ahLst/>
              <a:cxnLst/>
              <a:rect l="l" t="t" r="r" b="b"/>
              <a:pathLst>
                <a:path w="1568" h="1570" extrusionOk="0">
                  <a:moveTo>
                    <a:pt x="784" y="1"/>
                  </a:moveTo>
                  <a:cubicBezTo>
                    <a:pt x="352" y="1"/>
                    <a:pt x="1" y="352"/>
                    <a:pt x="1" y="785"/>
                  </a:cubicBezTo>
                  <a:cubicBezTo>
                    <a:pt x="1" y="1218"/>
                    <a:pt x="352" y="1569"/>
                    <a:pt x="784" y="1569"/>
                  </a:cubicBezTo>
                  <a:cubicBezTo>
                    <a:pt x="1217" y="1569"/>
                    <a:pt x="1568" y="1218"/>
                    <a:pt x="1568" y="785"/>
                  </a:cubicBezTo>
                  <a:cubicBezTo>
                    <a:pt x="1568" y="352"/>
                    <a:pt x="1217" y="1"/>
                    <a:pt x="784"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0" name="Google Shape;1240;p53"/>
          <p:cNvGrpSpPr/>
          <p:nvPr/>
        </p:nvGrpSpPr>
        <p:grpSpPr>
          <a:xfrm>
            <a:off x="6316133" y="585634"/>
            <a:ext cx="559891" cy="594859"/>
            <a:chOff x="4045489" y="1783046"/>
            <a:chExt cx="1053021" cy="1118997"/>
          </a:xfrm>
        </p:grpSpPr>
        <p:sp>
          <p:nvSpPr>
            <p:cNvPr id="1241" name="Google Shape;1241;p53"/>
            <p:cNvSpPr/>
            <p:nvPr/>
          </p:nvSpPr>
          <p:spPr>
            <a:xfrm>
              <a:off x="4839476" y="2391040"/>
              <a:ext cx="202698" cy="78664"/>
            </a:xfrm>
            <a:custGeom>
              <a:avLst/>
              <a:gdLst/>
              <a:ahLst/>
              <a:cxnLst/>
              <a:rect l="l" t="t" r="r" b="b"/>
              <a:pathLst>
                <a:path w="4213" h="1635" fill="none" extrusionOk="0">
                  <a:moveTo>
                    <a:pt x="383" y="0"/>
                  </a:moveTo>
                  <a:lnTo>
                    <a:pt x="4212" y="1383"/>
                  </a:lnTo>
                  <a:lnTo>
                    <a:pt x="4167" y="1635"/>
                  </a:lnTo>
                  <a:lnTo>
                    <a:pt x="0" y="957"/>
                  </a:lnTo>
                </a:path>
              </a:pathLst>
            </a:custGeom>
            <a:solidFill>
              <a:srgbClr val="60BBB9"/>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3"/>
            <p:cNvSpPr/>
            <p:nvPr/>
          </p:nvSpPr>
          <p:spPr>
            <a:xfrm>
              <a:off x="4993866" y="2433571"/>
              <a:ext cx="104645" cy="75489"/>
            </a:xfrm>
            <a:custGeom>
              <a:avLst/>
              <a:gdLst/>
              <a:ahLst/>
              <a:cxnLst/>
              <a:rect l="l" t="t" r="r" b="b"/>
              <a:pathLst>
                <a:path w="2175" h="1569" extrusionOk="0">
                  <a:moveTo>
                    <a:pt x="1278" y="1"/>
                  </a:moveTo>
                  <a:cubicBezTo>
                    <a:pt x="1156" y="1"/>
                    <a:pt x="1032" y="29"/>
                    <a:pt x="916" y="90"/>
                  </a:cubicBezTo>
                  <a:cubicBezTo>
                    <a:pt x="792" y="155"/>
                    <a:pt x="695" y="252"/>
                    <a:pt x="624" y="362"/>
                  </a:cubicBezTo>
                  <a:lnTo>
                    <a:pt x="358" y="266"/>
                  </a:lnTo>
                  <a:cubicBezTo>
                    <a:pt x="241" y="378"/>
                    <a:pt x="122" y="487"/>
                    <a:pt x="0" y="596"/>
                  </a:cubicBezTo>
                  <a:lnTo>
                    <a:pt x="505" y="677"/>
                  </a:lnTo>
                  <a:cubicBezTo>
                    <a:pt x="483" y="833"/>
                    <a:pt x="506" y="998"/>
                    <a:pt x="585" y="1148"/>
                  </a:cubicBezTo>
                  <a:cubicBezTo>
                    <a:pt x="724" y="1415"/>
                    <a:pt x="997" y="1568"/>
                    <a:pt x="1279" y="1568"/>
                  </a:cubicBezTo>
                  <a:cubicBezTo>
                    <a:pt x="1402" y="1568"/>
                    <a:pt x="1526" y="1539"/>
                    <a:pt x="1642" y="1479"/>
                  </a:cubicBezTo>
                  <a:cubicBezTo>
                    <a:pt x="2026" y="1279"/>
                    <a:pt x="2175" y="805"/>
                    <a:pt x="1974" y="422"/>
                  </a:cubicBezTo>
                  <a:cubicBezTo>
                    <a:pt x="1833" y="154"/>
                    <a:pt x="1561" y="1"/>
                    <a:pt x="1278" y="1"/>
                  </a:cubicBez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3"/>
            <p:cNvSpPr/>
            <p:nvPr/>
          </p:nvSpPr>
          <p:spPr>
            <a:xfrm>
              <a:off x="4490618" y="1840588"/>
              <a:ext cx="71832" cy="229641"/>
            </a:xfrm>
            <a:custGeom>
              <a:avLst/>
              <a:gdLst/>
              <a:ahLst/>
              <a:cxnLst/>
              <a:rect l="l" t="t" r="r" b="b"/>
              <a:pathLst>
                <a:path w="1493" h="4773" extrusionOk="0">
                  <a:moveTo>
                    <a:pt x="607" y="1"/>
                  </a:moveTo>
                  <a:lnTo>
                    <a:pt x="1" y="4414"/>
                  </a:lnTo>
                  <a:cubicBezTo>
                    <a:pt x="1" y="4414"/>
                    <a:pt x="346" y="4772"/>
                    <a:pt x="690" y="4772"/>
                  </a:cubicBezTo>
                  <a:cubicBezTo>
                    <a:pt x="704" y="4772"/>
                    <a:pt x="717" y="4772"/>
                    <a:pt x="731" y="4771"/>
                  </a:cubicBezTo>
                  <a:cubicBezTo>
                    <a:pt x="1089" y="4740"/>
                    <a:pt x="1492" y="4601"/>
                    <a:pt x="1492" y="4601"/>
                  </a:cubicBezTo>
                  <a:lnTo>
                    <a:pt x="948"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3"/>
            <p:cNvSpPr/>
            <p:nvPr/>
          </p:nvSpPr>
          <p:spPr>
            <a:xfrm>
              <a:off x="4490618" y="1840588"/>
              <a:ext cx="71832" cy="231036"/>
            </a:xfrm>
            <a:custGeom>
              <a:avLst/>
              <a:gdLst/>
              <a:ahLst/>
              <a:cxnLst/>
              <a:rect l="l" t="t" r="r" b="b"/>
              <a:pathLst>
                <a:path w="1493" h="4802" fill="none" extrusionOk="0">
                  <a:moveTo>
                    <a:pt x="607" y="1"/>
                  </a:moveTo>
                  <a:lnTo>
                    <a:pt x="1" y="4414"/>
                  </a:lnTo>
                  <a:cubicBezTo>
                    <a:pt x="1" y="4414"/>
                    <a:pt x="374" y="4801"/>
                    <a:pt x="731" y="4771"/>
                  </a:cubicBezTo>
                  <a:cubicBezTo>
                    <a:pt x="1089" y="4740"/>
                    <a:pt x="1492" y="4601"/>
                    <a:pt x="1492" y="4601"/>
                  </a:cubicBezTo>
                  <a:lnTo>
                    <a:pt x="948" y="1"/>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53"/>
            <p:cNvSpPr/>
            <p:nvPr/>
          </p:nvSpPr>
          <p:spPr>
            <a:xfrm>
              <a:off x="4411426" y="2631889"/>
              <a:ext cx="136399" cy="216795"/>
            </a:xfrm>
            <a:custGeom>
              <a:avLst/>
              <a:gdLst/>
              <a:ahLst/>
              <a:cxnLst/>
              <a:rect l="l" t="t" r="r" b="b"/>
              <a:pathLst>
                <a:path w="2835" h="4506" extrusionOk="0">
                  <a:moveTo>
                    <a:pt x="1586" y="1"/>
                  </a:moveTo>
                  <a:lnTo>
                    <a:pt x="0" y="4351"/>
                  </a:lnTo>
                  <a:lnTo>
                    <a:pt x="305" y="4506"/>
                  </a:lnTo>
                  <a:lnTo>
                    <a:pt x="2834" y="838"/>
                  </a:lnTo>
                  <a:cubicBezTo>
                    <a:pt x="2834" y="838"/>
                    <a:pt x="2676" y="323"/>
                    <a:pt x="2343" y="191"/>
                  </a:cubicBezTo>
                  <a:cubicBezTo>
                    <a:pt x="2009" y="57"/>
                    <a:pt x="1586" y="1"/>
                    <a:pt x="1586" y="1"/>
                  </a:cubicBezTo>
                  <a:close/>
                </a:path>
              </a:pathLst>
            </a:custGeom>
            <a:solidFill>
              <a:srgbClr val="9188C0"/>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3"/>
            <p:cNvSpPr/>
            <p:nvPr/>
          </p:nvSpPr>
          <p:spPr>
            <a:xfrm>
              <a:off x="4411426" y="2631889"/>
              <a:ext cx="136399" cy="216795"/>
            </a:xfrm>
            <a:custGeom>
              <a:avLst/>
              <a:gdLst/>
              <a:ahLst/>
              <a:cxnLst/>
              <a:rect l="l" t="t" r="r" b="b"/>
              <a:pathLst>
                <a:path w="2835" h="4506" fill="none" extrusionOk="0">
                  <a:moveTo>
                    <a:pt x="305" y="4506"/>
                  </a:moveTo>
                  <a:lnTo>
                    <a:pt x="2834" y="838"/>
                  </a:lnTo>
                  <a:cubicBezTo>
                    <a:pt x="2834" y="838"/>
                    <a:pt x="2676" y="323"/>
                    <a:pt x="2343" y="191"/>
                  </a:cubicBezTo>
                  <a:cubicBezTo>
                    <a:pt x="2009" y="57"/>
                    <a:pt x="1586" y="1"/>
                    <a:pt x="1586" y="1"/>
                  </a:cubicBezTo>
                  <a:lnTo>
                    <a:pt x="0" y="4351"/>
                  </a:lnTo>
                </a:path>
              </a:pathLst>
            </a:custGeom>
            <a:no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3"/>
            <p:cNvSpPr/>
            <p:nvPr/>
          </p:nvSpPr>
          <p:spPr>
            <a:xfrm>
              <a:off x="4120447" y="2201141"/>
              <a:ext cx="214437" cy="142413"/>
            </a:xfrm>
            <a:custGeom>
              <a:avLst/>
              <a:gdLst/>
              <a:ahLst/>
              <a:cxnLst/>
              <a:rect l="l" t="t" r="r" b="b"/>
              <a:pathLst>
                <a:path w="4457" h="2960" extrusionOk="0">
                  <a:moveTo>
                    <a:pt x="165" y="1"/>
                  </a:moveTo>
                  <a:lnTo>
                    <a:pt x="1" y="300"/>
                  </a:lnTo>
                  <a:lnTo>
                    <a:pt x="3573" y="2959"/>
                  </a:lnTo>
                  <a:cubicBezTo>
                    <a:pt x="3573" y="2959"/>
                    <a:pt x="4093" y="2820"/>
                    <a:pt x="4239" y="2492"/>
                  </a:cubicBezTo>
                  <a:cubicBezTo>
                    <a:pt x="4384" y="2164"/>
                    <a:pt x="4456" y="1743"/>
                    <a:pt x="4456" y="1743"/>
                  </a:cubicBezTo>
                  <a:lnTo>
                    <a:pt x="165"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3"/>
            <p:cNvSpPr/>
            <p:nvPr/>
          </p:nvSpPr>
          <p:spPr>
            <a:xfrm>
              <a:off x="4120447" y="2201141"/>
              <a:ext cx="214437" cy="142413"/>
            </a:xfrm>
            <a:custGeom>
              <a:avLst/>
              <a:gdLst/>
              <a:ahLst/>
              <a:cxnLst/>
              <a:rect l="l" t="t" r="r" b="b"/>
              <a:pathLst>
                <a:path w="4457" h="2960" fill="none" extrusionOk="0">
                  <a:moveTo>
                    <a:pt x="1" y="300"/>
                  </a:moveTo>
                  <a:lnTo>
                    <a:pt x="3573" y="2959"/>
                  </a:lnTo>
                  <a:cubicBezTo>
                    <a:pt x="3573" y="2959"/>
                    <a:pt x="4093" y="2820"/>
                    <a:pt x="4239" y="2492"/>
                  </a:cubicBezTo>
                  <a:cubicBezTo>
                    <a:pt x="4384" y="2164"/>
                    <a:pt x="4456" y="1743"/>
                    <a:pt x="4456" y="1743"/>
                  </a:cubicBezTo>
                  <a:lnTo>
                    <a:pt x="165" y="1"/>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53"/>
            <p:cNvSpPr/>
            <p:nvPr/>
          </p:nvSpPr>
          <p:spPr>
            <a:xfrm>
              <a:off x="4242651" y="1988148"/>
              <a:ext cx="134523" cy="215207"/>
            </a:xfrm>
            <a:custGeom>
              <a:avLst/>
              <a:gdLst/>
              <a:ahLst/>
              <a:cxnLst/>
              <a:rect l="l" t="t" r="r" b="b"/>
              <a:pathLst>
                <a:path w="2796" h="4473" extrusionOk="0">
                  <a:moveTo>
                    <a:pt x="308" y="1"/>
                  </a:moveTo>
                  <a:lnTo>
                    <a:pt x="0" y="150"/>
                  </a:lnTo>
                  <a:lnTo>
                    <a:pt x="1371" y="4388"/>
                  </a:lnTo>
                  <a:cubicBezTo>
                    <a:pt x="1371" y="4388"/>
                    <a:pt x="1600" y="4473"/>
                    <a:pt x="1843" y="4473"/>
                  </a:cubicBezTo>
                  <a:cubicBezTo>
                    <a:pt x="1961" y="4473"/>
                    <a:pt x="2083" y="4452"/>
                    <a:pt x="2185" y="4392"/>
                  </a:cubicBezTo>
                  <a:cubicBezTo>
                    <a:pt x="2493" y="4209"/>
                    <a:pt x="2796" y="3908"/>
                    <a:pt x="2796" y="3908"/>
                  </a:cubicBezTo>
                  <a:lnTo>
                    <a:pt x="308" y="1"/>
                  </a:lnTo>
                  <a:close/>
                </a:path>
              </a:pathLst>
            </a:custGeom>
            <a:solidFill>
              <a:srgbClr val="60BBB9"/>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53"/>
            <p:cNvSpPr/>
            <p:nvPr/>
          </p:nvSpPr>
          <p:spPr>
            <a:xfrm>
              <a:off x="4242651" y="1988148"/>
              <a:ext cx="134523" cy="220163"/>
            </a:xfrm>
            <a:custGeom>
              <a:avLst/>
              <a:gdLst/>
              <a:ahLst/>
              <a:cxnLst/>
              <a:rect l="l" t="t" r="r" b="b"/>
              <a:pathLst>
                <a:path w="2796" h="4576" fill="none" extrusionOk="0">
                  <a:moveTo>
                    <a:pt x="0" y="150"/>
                  </a:moveTo>
                  <a:lnTo>
                    <a:pt x="1371" y="4388"/>
                  </a:lnTo>
                  <a:cubicBezTo>
                    <a:pt x="1371" y="4388"/>
                    <a:pt x="1876" y="4576"/>
                    <a:pt x="2185" y="4392"/>
                  </a:cubicBezTo>
                  <a:cubicBezTo>
                    <a:pt x="2493" y="4209"/>
                    <a:pt x="2796" y="3908"/>
                    <a:pt x="2796" y="3908"/>
                  </a:cubicBezTo>
                  <a:lnTo>
                    <a:pt x="308" y="1"/>
                  </a:lnTo>
                </a:path>
              </a:pathLst>
            </a:custGeom>
            <a:solidFill>
              <a:schemeClr val="accent2"/>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3"/>
            <p:cNvSpPr/>
            <p:nvPr/>
          </p:nvSpPr>
          <p:spPr>
            <a:xfrm>
              <a:off x="4175439" y="2032940"/>
              <a:ext cx="744589" cy="744637"/>
            </a:xfrm>
            <a:custGeom>
              <a:avLst/>
              <a:gdLst/>
              <a:ahLst/>
              <a:cxnLst/>
              <a:rect l="l" t="t" r="r" b="b"/>
              <a:pathLst>
                <a:path w="15476" h="15477" extrusionOk="0">
                  <a:moveTo>
                    <a:pt x="7738" y="1"/>
                  </a:moveTo>
                  <a:cubicBezTo>
                    <a:pt x="5686" y="1"/>
                    <a:pt x="3719" y="816"/>
                    <a:pt x="2267" y="2268"/>
                  </a:cubicBezTo>
                  <a:cubicBezTo>
                    <a:pt x="816" y="3719"/>
                    <a:pt x="1" y="5687"/>
                    <a:pt x="1" y="7739"/>
                  </a:cubicBezTo>
                  <a:cubicBezTo>
                    <a:pt x="1" y="9791"/>
                    <a:pt x="816" y="11759"/>
                    <a:pt x="2267" y="13211"/>
                  </a:cubicBezTo>
                  <a:cubicBezTo>
                    <a:pt x="3719" y="14662"/>
                    <a:pt x="5686" y="15476"/>
                    <a:pt x="7738" y="15476"/>
                  </a:cubicBezTo>
                  <a:cubicBezTo>
                    <a:pt x="9791" y="15476"/>
                    <a:pt x="11759" y="14662"/>
                    <a:pt x="13210" y="13211"/>
                  </a:cubicBezTo>
                  <a:cubicBezTo>
                    <a:pt x="14661" y="11759"/>
                    <a:pt x="15476" y="9791"/>
                    <a:pt x="15476" y="7739"/>
                  </a:cubicBezTo>
                  <a:cubicBezTo>
                    <a:pt x="15476" y="5687"/>
                    <a:pt x="14661" y="3719"/>
                    <a:pt x="13210" y="2268"/>
                  </a:cubicBezTo>
                  <a:cubicBezTo>
                    <a:pt x="11759" y="816"/>
                    <a:pt x="9791" y="1"/>
                    <a:pt x="7738"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3"/>
            <p:cNvSpPr/>
            <p:nvPr/>
          </p:nvSpPr>
          <p:spPr>
            <a:xfrm>
              <a:off x="4428698" y="2314012"/>
              <a:ext cx="91269" cy="91318"/>
            </a:xfrm>
            <a:custGeom>
              <a:avLst/>
              <a:gdLst/>
              <a:ahLst/>
              <a:cxnLst/>
              <a:rect l="l" t="t" r="r" b="b"/>
              <a:pathLst>
                <a:path w="1897" h="1898" extrusionOk="0">
                  <a:moveTo>
                    <a:pt x="948" y="1"/>
                  </a:moveTo>
                  <a:cubicBezTo>
                    <a:pt x="425" y="1"/>
                    <a:pt x="1" y="425"/>
                    <a:pt x="1" y="949"/>
                  </a:cubicBezTo>
                  <a:cubicBezTo>
                    <a:pt x="1" y="1473"/>
                    <a:pt x="425" y="1898"/>
                    <a:pt x="948" y="1898"/>
                  </a:cubicBezTo>
                  <a:cubicBezTo>
                    <a:pt x="1472" y="1898"/>
                    <a:pt x="1896" y="1472"/>
                    <a:pt x="1896" y="949"/>
                  </a:cubicBezTo>
                  <a:cubicBezTo>
                    <a:pt x="1896" y="425"/>
                    <a:pt x="1472" y="1"/>
                    <a:pt x="948" y="1"/>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3"/>
            <p:cNvSpPr/>
            <p:nvPr/>
          </p:nvSpPr>
          <p:spPr>
            <a:xfrm>
              <a:off x="4765961" y="2010953"/>
              <a:ext cx="154056" cy="170222"/>
            </a:xfrm>
            <a:custGeom>
              <a:avLst/>
              <a:gdLst/>
              <a:ahLst/>
              <a:cxnLst/>
              <a:rect l="l" t="t" r="r" b="b"/>
              <a:pathLst>
                <a:path w="3202" h="3538" extrusionOk="0">
                  <a:moveTo>
                    <a:pt x="3000" y="1"/>
                  </a:moveTo>
                  <a:lnTo>
                    <a:pt x="0" y="2754"/>
                  </a:lnTo>
                  <a:lnTo>
                    <a:pt x="671" y="3538"/>
                  </a:lnTo>
                  <a:lnTo>
                    <a:pt x="3202" y="158"/>
                  </a:lnTo>
                  <a:lnTo>
                    <a:pt x="3000"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3"/>
            <p:cNvSpPr/>
            <p:nvPr/>
          </p:nvSpPr>
          <p:spPr>
            <a:xfrm>
              <a:off x="4765961" y="2010953"/>
              <a:ext cx="154056" cy="170222"/>
            </a:xfrm>
            <a:custGeom>
              <a:avLst/>
              <a:gdLst/>
              <a:ahLst/>
              <a:cxnLst/>
              <a:rect l="l" t="t" r="r" b="b"/>
              <a:pathLst>
                <a:path w="3202" h="3538" fill="none" extrusionOk="0">
                  <a:moveTo>
                    <a:pt x="0" y="2754"/>
                  </a:moveTo>
                  <a:lnTo>
                    <a:pt x="3000" y="1"/>
                  </a:lnTo>
                  <a:lnTo>
                    <a:pt x="3202" y="158"/>
                  </a:lnTo>
                  <a:lnTo>
                    <a:pt x="671" y="3538"/>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3"/>
            <p:cNvSpPr/>
            <p:nvPr/>
          </p:nvSpPr>
          <p:spPr>
            <a:xfrm>
              <a:off x="4839476" y="2391040"/>
              <a:ext cx="202698" cy="78664"/>
            </a:xfrm>
            <a:custGeom>
              <a:avLst/>
              <a:gdLst/>
              <a:ahLst/>
              <a:cxnLst/>
              <a:rect l="l" t="t" r="r" b="b"/>
              <a:pathLst>
                <a:path w="4213" h="1635" extrusionOk="0">
                  <a:moveTo>
                    <a:pt x="383" y="0"/>
                  </a:moveTo>
                  <a:lnTo>
                    <a:pt x="0" y="957"/>
                  </a:lnTo>
                  <a:lnTo>
                    <a:pt x="4167" y="1635"/>
                  </a:lnTo>
                  <a:lnTo>
                    <a:pt x="4212" y="1383"/>
                  </a:lnTo>
                  <a:lnTo>
                    <a:pt x="383"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3"/>
            <p:cNvSpPr/>
            <p:nvPr/>
          </p:nvSpPr>
          <p:spPr>
            <a:xfrm>
              <a:off x="5012341" y="2433619"/>
              <a:ext cx="86169" cy="75440"/>
            </a:xfrm>
            <a:custGeom>
              <a:avLst/>
              <a:gdLst/>
              <a:ahLst/>
              <a:cxnLst/>
              <a:rect l="l" t="t" r="r" b="b"/>
              <a:pathLst>
                <a:path w="1791" h="1568" extrusionOk="0">
                  <a:moveTo>
                    <a:pt x="894" y="0"/>
                  </a:moveTo>
                  <a:cubicBezTo>
                    <a:pt x="772" y="0"/>
                    <a:pt x="648" y="29"/>
                    <a:pt x="532" y="89"/>
                  </a:cubicBezTo>
                  <a:cubicBezTo>
                    <a:pt x="149" y="290"/>
                    <a:pt x="0" y="763"/>
                    <a:pt x="201" y="1147"/>
                  </a:cubicBezTo>
                  <a:cubicBezTo>
                    <a:pt x="341" y="1414"/>
                    <a:pt x="614" y="1567"/>
                    <a:pt x="896" y="1567"/>
                  </a:cubicBezTo>
                  <a:cubicBezTo>
                    <a:pt x="1018" y="1567"/>
                    <a:pt x="1143" y="1538"/>
                    <a:pt x="1259" y="1478"/>
                  </a:cubicBezTo>
                  <a:cubicBezTo>
                    <a:pt x="1642" y="1278"/>
                    <a:pt x="1791" y="804"/>
                    <a:pt x="1590" y="421"/>
                  </a:cubicBezTo>
                  <a:cubicBezTo>
                    <a:pt x="1449" y="153"/>
                    <a:pt x="1177" y="0"/>
                    <a:pt x="894"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3"/>
            <p:cNvSpPr/>
            <p:nvPr/>
          </p:nvSpPr>
          <p:spPr>
            <a:xfrm>
              <a:off x="4751961" y="2741104"/>
              <a:ext cx="84197" cy="75489"/>
            </a:xfrm>
            <a:custGeom>
              <a:avLst/>
              <a:gdLst/>
              <a:ahLst/>
              <a:cxnLst/>
              <a:rect l="l" t="t" r="r" b="b"/>
              <a:pathLst>
                <a:path w="1750" h="1569" extrusionOk="0">
                  <a:moveTo>
                    <a:pt x="875" y="1"/>
                  </a:moveTo>
                  <a:cubicBezTo>
                    <a:pt x="538" y="1"/>
                    <a:pt x="226" y="221"/>
                    <a:pt x="124" y="561"/>
                  </a:cubicBezTo>
                  <a:cubicBezTo>
                    <a:pt x="0" y="976"/>
                    <a:pt x="237" y="1412"/>
                    <a:pt x="652" y="1536"/>
                  </a:cubicBezTo>
                  <a:cubicBezTo>
                    <a:pt x="726" y="1558"/>
                    <a:pt x="801" y="1569"/>
                    <a:pt x="875" y="1569"/>
                  </a:cubicBezTo>
                  <a:cubicBezTo>
                    <a:pt x="1213" y="1569"/>
                    <a:pt x="1525" y="1349"/>
                    <a:pt x="1627" y="1009"/>
                  </a:cubicBezTo>
                  <a:cubicBezTo>
                    <a:pt x="1750" y="594"/>
                    <a:pt x="1514" y="158"/>
                    <a:pt x="1100" y="34"/>
                  </a:cubicBezTo>
                  <a:cubicBezTo>
                    <a:pt x="1025" y="12"/>
                    <a:pt x="949" y="1"/>
                    <a:pt x="875" y="1"/>
                  </a:cubicBezTo>
                  <a:close/>
                </a:path>
              </a:pathLst>
            </a:custGeom>
            <a:solidFill>
              <a:srgbClr val="9188C0"/>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53"/>
            <p:cNvSpPr/>
            <p:nvPr/>
          </p:nvSpPr>
          <p:spPr>
            <a:xfrm>
              <a:off x="4045489" y="2520991"/>
              <a:ext cx="84534" cy="75440"/>
            </a:xfrm>
            <a:custGeom>
              <a:avLst/>
              <a:gdLst/>
              <a:ahLst/>
              <a:cxnLst/>
              <a:rect l="l" t="t" r="r" b="b"/>
              <a:pathLst>
                <a:path w="1757" h="1568" extrusionOk="0">
                  <a:moveTo>
                    <a:pt x="878" y="1"/>
                  </a:moveTo>
                  <a:cubicBezTo>
                    <a:pt x="656" y="1"/>
                    <a:pt x="435" y="95"/>
                    <a:pt x="280" y="277"/>
                  </a:cubicBezTo>
                  <a:cubicBezTo>
                    <a:pt x="1" y="607"/>
                    <a:pt x="41" y="1102"/>
                    <a:pt x="372" y="1381"/>
                  </a:cubicBezTo>
                  <a:cubicBezTo>
                    <a:pt x="519" y="1506"/>
                    <a:pt x="699" y="1568"/>
                    <a:pt x="878" y="1568"/>
                  </a:cubicBezTo>
                  <a:cubicBezTo>
                    <a:pt x="1100" y="1568"/>
                    <a:pt x="1321" y="1473"/>
                    <a:pt x="1476" y="1290"/>
                  </a:cubicBezTo>
                  <a:cubicBezTo>
                    <a:pt x="1756" y="961"/>
                    <a:pt x="1715" y="467"/>
                    <a:pt x="1385" y="186"/>
                  </a:cubicBezTo>
                  <a:cubicBezTo>
                    <a:pt x="1237" y="62"/>
                    <a:pt x="1057" y="1"/>
                    <a:pt x="878" y="1"/>
                  </a:cubicBezTo>
                  <a:close/>
                </a:path>
              </a:pathLst>
            </a:custGeom>
            <a:solidFill>
              <a:srgbClr val="9188C0"/>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3"/>
            <p:cNvSpPr/>
            <p:nvPr/>
          </p:nvSpPr>
          <p:spPr>
            <a:xfrm>
              <a:off x="4368848" y="2121323"/>
              <a:ext cx="65000" cy="65048"/>
            </a:xfrm>
            <a:custGeom>
              <a:avLst/>
              <a:gdLst/>
              <a:ahLst/>
              <a:cxnLst/>
              <a:rect l="l" t="t" r="r" b="b"/>
              <a:pathLst>
                <a:path w="1351" h="1352" extrusionOk="0">
                  <a:moveTo>
                    <a:pt x="676" y="1"/>
                  </a:moveTo>
                  <a:cubicBezTo>
                    <a:pt x="303" y="1"/>
                    <a:pt x="0" y="303"/>
                    <a:pt x="0" y="677"/>
                  </a:cubicBezTo>
                  <a:cubicBezTo>
                    <a:pt x="0" y="1049"/>
                    <a:pt x="303" y="1351"/>
                    <a:pt x="676" y="1351"/>
                  </a:cubicBezTo>
                  <a:cubicBezTo>
                    <a:pt x="1048" y="1351"/>
                    <a:pt x="1351" y="1049"/>
                    <a:pt x="1351" y="677"/>
                  </a:cubicBezTo>
                  <a:cubicBezTo>
                    <a:pt x="1351" y="303"/>
                    <a:pt x="1048" y="1"/>
                    <a:pt x="676"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3"/>
            <p:cNvSpPr/>
            <p:nvPr/>
          </p:nvSpPr>
          <p:spPr>
            <a:xfrm>
              <a:off x="4045489" y="2408023"/>
              <a:ext cx="851014" cy="494019"/>
            </a:xfrm>
            <a:custGeom>
              <a:avLst/>
              <a:gdLst/>
              <a:ahLst/>
              <a:cxnLst/>
              <a:rect l="l" t="t" r="r" b="b"/>
              <a:pathLst>
                <a:path w="17688" h="10268" extrusionOk="0">
                  <a:moveTo>
                    <a:pt x="2704" y="1"/>
                  </a:moveTo>
                  <a:cubicBezTo>
                    <a:pt x="2710" y="909"/>
                    <a:pt x="2873" y="1780"/>
                    <a:pt x="3167" y="2589"/>
                  </a:cubicBezTo>
                  <a:lnTo>
                    <a:pt x="1637" y="2940"/>
                  </a:lnTo>
                  <a:cubicBezTo>
                    <a:pt x="1598" y="2786"/>
                    <a:pt x="1514" y="2644"/>
                    <a:pt x="1385" y="2534"/>
                  </a:cubicBezTo>
                  <a:cubicBezTo>
                    <a:pt x="1238" y="2410"/>
                    <a:pt x="1058" y="2349"/>
                    <a:pt x="879" y="2349"/>
                  </a:cubicBezTo>
                  <a:cubicBezTo>
                    <a:pt x="657" y="2349"/>
                    <a:pt x="436" y="2443"/>
                    <a:pt x="281" y="2625"/>
                  </a:cubicBezTo>
                  <a:cubicBezTo>
                    <a:pt x="1" y="2955"/>
                    <a:pt x="41" y="3449"/>
                    <a:pt x="372" y="3729"/>
                  </a:cubicBezTo>
                  <a:cubicBezTo>
                    <a:pt x="519" y="3854"/>
                    <a:pt x="699" y="3915"/>
                    <a:pt x="878" y="3915"/>
                  </a:cubicBezTo>
                  <a:cubicBezTo>
                    <a:pt x="1100" y="3915"/>
                    <a:pt x="1321" y="3821"/>
                    <a:pt x="1476" y="3638"/>
                  </a:cubicBezTo>
                  <a:cubicBezTo>
                    <a:pt x="1567" y="3531"/>
                    <a:pt x="1620" y="3405"/>
                    <a:pt x="1645" y="3277"/>
                  </a:cubicBezTo>
                  <a:lnTo>
                    <a:pt x="3424" y="3206"/>
                  </a:lnTo>
                  <a:cubicBezTo>
                    <a:pt x="4348" y="5189"/>
                    <a:pt x="6085" y="6713"/>
                    <a:pt x="8208" y="7353"/>
                  </a:cubicBezTo>
                  <a:lnTo>
                    <a:pt x="7798" y="8478"/>
                  </a:lnTo>
                  <a:cubicBezTo>
                    <a:pt x="7754" y="8472"/>
                    <a:pt x="7710" y="8468"/>
                    <a:pt x="7666" y="8468"/>
                  </a:cubicBezTo>
                  <a:cubicBezTo>
                    <a:pt x="7337" y="8468"/>
                    <a:pt x="7021" y="8646"/>
                    <a:pt x="6863" y="8960"/>
                  </a:cubicBezTo>
                  <a:cubicBezTo>
                    <a:pt x="6638" y="9405"/>
                    <a:pt x="6817" y="9946"/>
                    <a:pt x="7261" y="10170"/>
                  </a:cubicBezTo>
                  <a:cubicBezTo>
                    <a:pt x="7391" y="10236"/>
                    <a:pt x="7530" y="10267"/>
                    <a:pt x="7667" y="10267"/>
                  </a:cubicBezTo>
                  <a:cubicBezTo>
                    <a:pt x="7996" y="10267"/>
                    <a:pt x="8313" y="10086"/>
                    <a:pt x="8471" y="9772"/>
                  </a:cubicBezTo>
                  <a:cubicBezTo>
                    <a:pt x="8664" y="9390"/>
                    <a:pt x="8558" y="8939"/>
                    <a:pt x="8243" y="8677"/>
                  </a:cubicBezTo>
                  <a:lnTo>
                    <a:pt x="9021" y="7549"/>
                  </a:lnTo>
                  <a:cubicBezTo>
                    <a:pt x="9482" y="7634"/>
                    <a:pt x="9955" y="7681"/>
                    <a:pt x="10440" y="7681"/>
                  </a:cubicBezTo>
                  <a:cubicBezTo>
                    <a:pt x="11977" y="7681"/>
                    <a:pt x="13407" y="7231"/>
                    <a:pt x="14611" y="6459"/>
                  </a:cubicBezTo>
                  <a:lnTo>
                    <a:pt x="15079" y="7092"/>
                  </a:lnTo>
                  <a:cubicBezTo>
                    <a:pt x="14955" y="7187"/>
                    <a:pt x="14857" y="7321"/>
                    <a:pt x="14808" y="7484"/>
                  </a:cubicBezTo>
                  <a:cubicBezTo>
                    <a:pt x="14686" y="7899"/>
                    <a:pt x="14921" y="8335"/>
                    <a:pt x="15336" y="8459"/>
                  </a:cubicBezTo>
                  <a:cubicBezTo>
                    <a:pt x="15410" y="8481"/>
                    <a:pt x="15485" y="8492"/>
                    <a:pt x="15559" y="8492"/>
                  </a:cubicBezTo>
                  <a:cubicBezTo>
                    <a:pt x="15897" y="8492"/>
                    <a:pt x="16209" y="8272"/>
                    <a:pt x="16311" y="7932"/>
                  </a:cubicBezTo>
                  <a:cubicBezTo>
                    <a:pt x="16435" y="7517"/>
                    <a:pt x="16198" y="7081"/>
                    <a:pt x="15784" y="6957"/>
                  </a:cubicBezTo>
                  <a:cubicBezTo>
                    <a:pt x="15712" y="6936"/>
                    <a:pt x="15640" y="6926"/>
                    <a:pt x="15570" y="6926"/>
                  </a:cubicBezTo>
                  <a:cubicBezTo>
                    <a:pt x="15507" y="6926"/>
                    <a:pt x="15445" y="6934"/>
                    <a:pt x="15384" y="6947"/>
                  </a:cubicBezTo>
                  <a:lnTo>
                    <a:pt x="15013" y="6184"/>
                  </a:lnTo>
                  <a:cubicBezTo>
                    <a:pt x="16218" y="5299"/>
                    <a:pt x="17156" y="4072"/>
                    <a:pt x="17687" y="2647"/>
                  </a:cubicBezTo>
                  <a:lnTo>
                    <a:pt x="17687" y="2647"/>
                  </a:lnTo>
                  <a:cubicBezTo>
                    <a:pt x="16711" y="3260"/>
                    <a:pt x="15671" y="3760"/>
                    <a:pt x="14605" y="4126"/>
                  </a:cubicBezTo>
                  <a:cubicBezTo>
                    <a:pt x="13580" y="4511"/>
                    <a:pt x="12545" y="4687"/>
                    <a:pt x="11525" y="4687"/>
                  </a:cubicBezTo>
                  <a:cubicBezTo>
                    <a:pt x="8371" y="4687"/>
                    <a:pt x="5360" y="3008"/>
                    <a:pt x="3248" y="632"/>
                  </a:cubicBezTo>
                  <a:cubicBezTo>
                    <a:pt x="3061" y="431"/>
                    <a:pt x="2880" y="219"/>
                    <a:pt x="2704"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3"/>
            <p:cNvSpPr/>
            <p:nvPr/>
          </p:nvSpPr>
          <p:spPr>
            <a:xfrm>
              <a:off x="4482439" y="1783046"/>
              <a:ext cx="86747" cy="86747"/>
            </a:xfrm>
            <a:custGeom>
              <a:avLst/>
              <a:gdLst/>
              <a:ahLst/>
              <a:cxnLst/>
              <a:rect l="l" t="t" r="r" b="b"/>
              <a:pathLst>
                <a:path w="1803" h="1803" extrusionOk="0">
                  <a:moveTo>
                    <a:pt x="901" y="1"/>
                  </a:moveTo>
                  <a:cubicBezTo>
                    <a:pt x="403" y="1"/>
                    <a:pt x="0" y="404"/>
                    <a:pt x="0" y="901"/>
                  </a:cubicBezTo>
                  <a:cubicBezTo>
                    <a:pt x="0" y="1399"/>
                    <a:pt x="403" y="1803"/>
                    <a:pt x="901" y="1803"/>
                  </a:cubicBezTo>
                  <a:cubicBezTo>
                    <a:pt x="1399" y="1803"/>
                    <a:pt x="1803" y="1399"/>
                    <a:pt x="1803" y="901"/>
                  </a:cubicBezTo>
                  <a:cubicBezTo>
                    <a:pt x="1803" y="404"/>
                    <a:pt x="1399" y="1"/>
                    <a:pt x="90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3"/>
            <p:cNvSpPr/>
            <p:nvPr/>
          </p:nvSpPr>
          <p:spPr>
            <a:xfrm>
              <a:off x="4061318" y="2160053"/>
              <a:ext cx="99160" cy="86795"/>
            </a:xfrm>
            <a:custGeom>
              <a:avLst/>
              <a:gdLst/>
              <a:ahLst/>
              <a:cxnLst/>
              <a:rect l="l" t="t" r="r" b="b"/>
              <a:pathLst>
                <a:path w="2061" h="1804" extrusionOk="0">
                  <a:moveTo>
                    <a:pt x="1031" y="1"/>
                  </a:moveTo>
                  <a:cubicBezTo>
                    <a:pt x="713" y="1"/>
                    <a:pt x="406" y="169"/>
                    <a:pt x="242" y="467"/>
                  </a:cubicBezTo>
                  <a:cubicBezTo>
                    <a:pt x="1" y="903"/>
                    <a:pt x="160" y="1452"/>
                    <a:pt x="596" y="1692"/>
                  </a:cubicBezTo>
                  <a:cubicBezTo>
                    <a:pt x="734" y="1768"/>
                    <a:pt x="883" y="1804"/>
                    <a:pt x="1030" y="1804"/>
                  </a:cubicBezTo>
                  <a:cubicBezTo>
                    <a:pt x="1348" y="1804"/>
                    <a:pt x="1655" y="1635"/>
                    <a:pt x="1819" y="1337"/>
                  </a:cubicBezTo>
                  <a:cubicBezTo>
                    <a:pt x="2061" y="901"/>
                    <a:pt x="1901" y="353"/>
                    <a:pt x="1465" y="113"/>
                  </a:cubicBezTo>
                  <a:cubicBezTo>
                    <a:pt x="1327" y="37"/>
                    <a:pt x="1178" y="1"/>
                    <a:pt x="103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3"/>
            <p:cNvSpPr/>
            <p:nvPr/>
          </p:nvSpPr>
          <p:spPr>
            <a:xfrm>
              <a:off x="4192422" y="1936572"/>
              <a:ext cx="98967" cy="86747"/>
            </a:xfrm>
            <a:custGeom>
              <a:avLst/>
              <a:gdLst/>
              <a:ahLst/>
              <a:cxnLst/>
              <a:rect l="l" t="t" r="r" b="b"/>
              <a:pathLst>
                <a:path w="2057" h="1803" extrusionOk="0">
                  <a:moveTo>
                    <a:pt x="1027" y="0"/>
                  </a:moveTo>
                  <a:cubicBezTo>
                    <a:pt x="896" y="0"/>
                    <a:pt x="763" y="29"/>
                    <a:pt x="637" y="89"/>
                  </a:cubicBezTo>
                  <a:cubicBezTo>
                    <a:pt x="189" y="306"/>
                    <a:pt x="1" y="845"/>
                    <a:pt x="216" y="1292"/>
                  </a:cubicBezTo>
                  <a:cubicBezTo>
                    <a:pt x="371" y="1615"/>
                    <a:pt x="693" y="1803"/>
                    <a:pt x="1028" y="1803"/>
                  </a:cubicBezTo>
                  <a:cubicBezTo>
                    <a:pt x="1160" y="1803"/>
                    <a:pt x="1293" y="1774"/>
                    <a:pt x="1419" y="1713"/>
                  </a:cubicBezTo>
                  <a:cubicBezTo>
                    <a:pt x="1868" y="1497"/>
                    <a:pt x="2056" y="958"/>
                    <a:pt x="1840" y="510"/>
                  </a:cubicBezTo>
                  <a:cubicBezTo>
                    <a:pt x="1684" y="188"/>
                    <a:pt x="1362" y="0"/>
                    <a:pt x="1027"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3"/>
            <p:cNvSpPr/>
            <p:nvPr/>
          </p:nvSpPr>
          <p:spPr>
            <a:xfrm>
              <a:off x="4890859" y="1967845"/>
              <a:ext cx="75440" cy="75537"/>
            </a:xfrm>
            <a:custGeom>
              <a:avLst/>
              <a:gdLst/>
              <a:ahLst/>
              <a:cxnLst/>
              <a:rect l="l" t="t" r="r" b="b"/>
              <a:pathLst>
                <a:path w="1568" h="1570" extrusionOk="0">
                  <a:moveTo>
                    <a:pt x="784" y="1"/>
                  </a:moveTo>
                  <a:cubicBezTo>
                    <a:pt x="352" y="1"/>
                    <a:pt x="1" y="352"/>
                    <a:pt x="1" y="785"/>
                  </a:cubicBezTo>
                  <a:cubicBezTo>
                    <a:pt x="1" y="1218"/>
                    <a:pt x="352" y="1569"/>
                    <a:pt x="784" y="1569"/>
                  </a:cubicBezTo>
                  <a:cubicBezTo>
                    <a:pt x="1217" y="1569"/>
                    <a:pt x="1568" y="1218"/>
                    <a:pt x="1568" y="785"/>
                  </a:cubicBezTo>
                  <a:cubicBezTo>
                    <a:pt x="1568" y="352"/>
                    <a:pt x="1217" y="1"/>
                    <a:pt x="784"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5" name="Google Shape;1265;p53"/>
          <p:cNvGrpSpPr/>
          <p:nvPr/>
        </p:nvGrpSpPr>
        <p:grpSpPr>
          <a:xfrm flipH="1">
            <a:off x="5551933" y="2571084"/>
            <a:ext cx="559891" cy="594859"/>
            <a:chOff x="4045489" y="1783046"/>
            <a:chExt cx="1053021" cy="1118997"/>
          </a:xfrm>
        </p:grpSpPr>
        <p:sp>
          <p:nvSpPr>
            <p:cNvPr id="1266" name="Google Shape;1266;p53"/>
            <p:cNvSpPr/>
            <p:nvPr/>
          </p:nvSpPr>
          <p:spPr>
            <a:xfrm>
              <a:off x="4839476" y="2391040"/>
              <a:ext cx="202698" cy="78664"/>
            </a:xfrm>
            <a:custGeom>
              <a:avLst/>
              <a:gdLst/>
              <a:ahLst/>
              <a:cxnLst/>
              <a:rect l="l" t="t" r="r" b="b"/>
              <a:pathLst>
                <a:path w="4213" h="1635" fill="none" extrusionOk="0">
                  <a:moveTo>
                    <a:pt x="383" y="0"/>
                  </a:moveTo>
                  <a:lnTo>
                    <a:pt x="4212" y="1383"/>
                  </a:lnTo>
                  <a:lnTo>
                    <a:pt x="4167" y="1635"/>
                  </a:lnTo>
                  <a:lnTo>
                    <a:pt x="0" y="957"/>
                  </a:lnTo>
                </a:path>
              </a:pathLst>
            </a:custGeom>
            <a:solidFill>
              <a:srgbClr val="60BBB9"/>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3"/>
            <p:cNvSpPr/>
            <p:nvPr/>
          </p:nvSpPr>
          <p:spPr>
            <a:xfrm>
              <a:off x="4993866" y="2433571"/>
              <a:ext cx="104645" cy="75489"/>
            </a:xfrm>
            <a:custGeom>
              <a:avLst/>
              <a:gdLst/>
              <a:ahLst/>
              <a:cxnLst/>
              <a:rect l="l" t="t" r="r" b="b"/>
              <a:pathLst>
                <a:path w="2175" h="1569" extrusionOk="0">
                  <a:moveTo>
                    <a:pt x="1278" y="1"/>
                  </a:moveTo>
                  <a:cubicBezTo>
                    <a:pt x="1156" y="1"/>
                    <a:pt x="1032" y="29"/>
                    <a:pt x="916" y="90"/>
                  </a:cubicBezTo>
                  <a:cubicBezTo>
                    <a:pt x="792" y="155"/>
                    <a:pt x="695" y="252"/>
                    <a:pt x="624" y="362"/>
                  </a:cubicBezTo>
                  <a:lnTo>
                    <a:pt x="358" y="266"/>
                  </a:lnTo>
                  <a:cubicBezTo>
                    <a:pt x="241" y="378"/>
                    <a:pt x="122" y="487"/>
                    <a:pt x="0" y="596"/>
                  </a:cubicBezTo>
                  <a:lnTo>
                    <a:pt x="505" y="677"/>
                  </a:lnTo>
                  <a:cubicBezTo>
                    <a:pt x="483" y="833"/>
                    <a:pt x="506" y="998"/>
                    <a:pt x="585" y="1148"/>
                  </a:cubicBezTo>
                  <a:cubicBezTo>
                    <a:pt x="724" y="1415"/>
                    <a:pt x="997" y="1568"/>
                    <a:pt x="1279" y="1568"/>
                  </a:cubicBezTo>
                  <a:cubicBezTo>
                    <a:pt x="1402" y="1568"/>
                    <a:pt x="1526" y="1539"/>
                    <a:pt x="1642" y="1479"/>
                  </a:cubicBezTo>
                  <a:cubicBezTo>
                    <a:pt x="2026" y="1279"/>
                    <a:pt x="2175" y="805"/>
                    <a:pt x="1974" y="422"/>
                  </a:cubicBezTo>
                  <a:cubicBezTo>
                    <a:pt x="1833" y="154"/>
                    <a:pt x="1561" y="1"/>
                    <a:pt x="1278" y="1"/>
                  </a:cubicBez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3"/>
            <p:cNvSpPr/>
            <p:nvPr/>
          </p:nvSpPr>
          <p:spPr>
            <a:xfrm>
              <a:off x="4490618" y="1840588"/>
              <a:ext cx="71832" cy="229641"/>
            </a:xfrm>
            <a:custGeom>
              <a:avLst/>
              <a:gdLst/>
              <a:ahLst/>
              <a:cxnLst/>
              <a:rect l="l" t="t" r="r" b="b"/>
              <a:pathLst>
                <a:path w="1493" h="4773" extrusionOk="0">
                  <a:moveTo>
                    <a:pt x="607" y="1"/>
                  </a:moveTo>
                  <a:lnTo>
                    <a:pt x="1" y="4414"/>
                  </a:lnTo>
                  <a:cubicBezTo>
                    <a:pt x="1" y="4414"/>
                    <a:pt x="346" y="4772"/>
                    <a:pt x="690" y="4772"/>
                  </a:cubicBezTo>
                  <a:cubicBezTo>
                    <a:pt x="704" y="4772"/>
                    <a:pt x="717" y="4772"/>
                    <a:pt x="731" y="4771"/>
                  </a:cubicBezTo>
                  <a:cubicBezTo>
                    <a:pt x="1089" y="4740"/>
                    <a:pt x="1492" y="4601"/>
                    <a:pt x="1492" y="4601"/>
                  </a:cubicBezTo>
                  <a:lnTo>
                    <a:pt x="948"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3"/>
            <p:cNvSpPr/>
            <p:nvPr/>
          </p:nvSpPr>
          <p:spPr>
            <a:xfrm>
              <a:off x="4490618" y="1840588"/>
              <a:ext cx="71832" cy="231036"/>
            </a:xfrm>
            <a:custGeom>
              <a:avLst/>
              <a:gdLst/>
              <a:ahLst/>
              <a:cxnLst/>
              <a:rect l="l" t="t" r="r" b="b"/>
              <a:pathLst>
                <a:path w="1493" h="4802" fill="none" extrusionOk="0">
                  <a:moveTo>
                    <a:pt x="607" y="1"/>
                  </a:moveTo>
                  <a:lnTo>
                    <a:pt x="1" y="4414"/>
                  </a:lnTo>
                  <a:cubicBezTo>
                    <a:pt x="1" y="4414"/>
                    <a:pt x="374" y="4801"/>
                    <a:pt x="731" y="4771"/>
                  </a:cubicBezTo>
                  <a:cubicBezTo>
                    <a:pt x="1089" y="4740"/>
                    <a:pt x="1492" y="4601"/>
                    <a:pt x="1492" y="4601"/>
                  </a:cubicBezTo>
                  <a:lnTo>
                    <a:pt x="948" y="1"/>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3"/>
            <p:cNvSpPr/>
            <p:nvPr/>
          </p:nvSpPr>
          <p:spPr>
            <a:xfrm>
              <a:off x="4411426" y="2631889"/>
              <a:ext cx="136399" cy="216795"/>
            </a:xfrm>
            <a:custGeom>
              <a:avLst/>
              <a:gdLst/>
              <a:ahLst/>
              <a:cxnLst/>
              <a:rect l="l" t="t" r="r" b="b"/>
              <a:pathLst>
                <a:path w="2835" h="4506" extrusionOk="0">
                  <a:moveTo>
                    <a:pt x="1586" y="1"/>
                  </a:moveTo>
                  <a:lnTo>
                    <a:pt x="0" y="4351"/>
                  </a:lnTo>
                  <a:lnTo>
                    <a:pt x="305" y="4506"/>
                  </a:lnTo>
                  <a:lnTo>
                    <a:pt x="2834" y="838"/>
                  </a:lnTo>
                  <a:cubicBezTo>
                    <a:pt x="2834" y="838"/>
                    <a:pt x="2676" y="323"/>
                    <a:pt x="2343" y="191"/>
                  </a:cubicBezTo>
                  <a:cubicBezTo>
                    <a:pt x="2009" y="57"/>
                    <a:pt x="1586" y="1"/>
                    <a:pt x="1586" y="1"/>
                  </a:cubicBezTo>
                  <a:close/>
                </a:path>
              </a:pathLst>
            </a:custGeom>
            <a:solidFill>
              <a:srgbClr val="9188C0"/>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53"/>
            <p:cNvSpPr/>
            <p:nvPr/>
          </p:nvSpPr>
          <p:spPr>
            <a:xfrm>
              <a:off x="4411426" y="2631889"/>
              <a:ext cx="136399" cy="216795"/>
            </a:xfrm>
            <a:custGeom>
              <a:avLst/>
              <a:gdLst/>
              <a:ahLst/>
              <a:cxnLst/>
              <a:rect l="l" t="t" r="r" b="b"/>
              <a:pathLst>
                <a:path w="2835" h="4506" fill="none" extrusionOk="0">
                  <a:moveTo>
                    <a:pt x="305" y="4506"/>
                  </a:moveTo>
                  <a:lnTo>
                    <a:pt x="2834" y="838"/>
                  </a:lnTo>
                  <a:cubicBezTo>
                    <a:pt x="2834" y="838"/>
                    <a:pt x="2676" y="323"/>
                    <a:pt x="2343" y="191"/>
                  </a:cubicBezTo>
                  <a:cubicBezTo>
                    <a:pt x="2009" y="57"/>
                    <a:pt x="1586" y="1"/>
                    <a:pt x="1586" y="1"/>
                  </a:cubicBezTo>
                  <a:lnTo>
                    <a:pt x="0" y="4351"/>
                  </a:lnTo>
                </a:path>
              </a:pathLst>
            </a:custGeom>
            <a:no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53"/>
            <p:cNvSpPr/>
            <p:nvPr/>
          </p:nvSpPr>
          <p:spPr>
            <a:xfrm>
              <a:off x="4120447" y="2201141"/>
              <a:ext cx="214437" cy="142413"/>
            </a:xfrm>
            <a:custGeom>
              <a:avLst/>
              <a:gdLst/>
              <a:ahLst/>
              <a:cxnLst/>
              <a:rect l="l" t="t" r="r" b="b"/>
              <a:pathLst>
                <a:path w="4457" h="2960" extrusionOk="0">
                  <a:moveTo>
                    <a:pt x="165" y="1"/>
                  </a:moveTo>
                  <a:lnTo>
                    <a:pt x="1" y="300"/>
                  </a:lnTo>
                  <a:lnTo>
                    <a:pt x="3573" y="2959"/>
                  </a:lnTo>
                  <a:cubicBezTo>
                    <a:pt x="3573" y="2959"/>
                    <a:pt x="4093" y="2820"/>
                    <a:pt x="4239" y="2492"/>
                  </a:cubicBezTo>
                  <a:cubicBezTo>
                    <a:pt x="4384" y="2164"/>
                    <a:pt x="4456" y="1743"/>
                    <a:pt x="4456" y="1743"/>
                  </a:cubicBezTo>
                  <a:lnTo>
                    <a:pt x="165"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53"/>
            <p:cNvSpPr/>
            <p:nvPr/>
          </p:nvSpPr>
          <p:spPr>
            <a:xfrm>
              <a:off x="4120447" y="2201141"/>
              <a:ext cx="214437" cy="142413"/>
            </a:xfrm>
            <a:custGeom>
              <a:avLst/>
              <a:gdLst/>
              <a:ahLst/>
              <a:cxnLst/>
              <a:rect l="l" t="t" r="r" b="b"/>
              <a:pathLst>
                <a:path w="4457" h="2960" fill="none" extrusionOk="0">
                  <a:moveTo>
                    <a:pt x="1" y="300"/>
                  </a:moveTo>
                  <a:lnTo>
                    <a:pt x="3573" y="2959"/>
                  </a:lnTo>
                  <a:cubicBezTo>
                    <a:pt x="3573" y="2959"/>
                    <a:pt x="4093" y="2820"/>
                    <a:pt x="4239" y="2492"/>
                  </a:cubicBezTo>
                  <a:cubicBezTo>
                    <a:pt x="4384" y="2164"/>
                    <a:pt x="4456" y="1743"/>
                    <a:pt x="4456" y="1743"/>
                  </a:cubicBezTo>
                  <a:lnTo>
                    <a:pt x="165" y="1"/>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53"/>
            <p:cNvSpPr/>
            <p:nvPr/>
          </p:nvSpPr>
          <p:spPr>
            <a:xfrm>
              <a:off x="4242651" y="1988148"/>
              <a:ext cx="134523" cy="215207"/>
            </a:xfrm>
            <a:custGeom>
              <a:avLst/>
              <a:gdLst/>
              <a:ahLst/>
              <a:cxnLst/>
              <a:rect l="l" t="t" r="r" b="b"/>
              <a:pathLst>
                <a:path w="2796" h="4473" extrusionOk="0">
                  <a:moveTo>
                    <a:pt x="308" y="1"/>
                  </a:moveTo>
                  <a:lnTo>
                    <a:pt x="0" y="150"/>
                  </a:lnTo>
                  <a:lnTo>
                    <a:pt x="1371" y="4388"/>
                  </a:lnTo>
                  <a:cubicBezTo>
                    <a:pt x="1371" y="4388"/>
                    <a:pt x="1600" y="4473"/>
                    <a:pt x="1843" y="4473"/>
                  </a:cubicBezTo>
                  <a:cubicBezTo>
                    <a:pt x="1961" y="4473"/>
                    <a:pt x="2083" y="4452"/>
                    <a:pt x="2185" y="4392"/>
                  </a:cubicBezTo>
                  <a:cubicBezTo>
                    <a:pt x="2493" y="4209"/>
                    <a:pt x="2796" y="3908"/>
                    <a:pt x="2796" y="3908"/>
                  </a:cubicBezTo>
                  <a:lnTo>
                    <a:pt x="308" y="1"/>
                  </a:lnTo>
                  <a:close/>
                </a:path>
              </a:pathLst>
            </a:custGeom>
            <a:solidFill>
              <a:srgbClr val="60BBB9"/>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3"/>
            <p:cNvSpPr/>
            <p:nvPr/>
          </p:nvSpPr>
          <p:spPr>
            <a:xfrm>
              <a:off x="4242651" y="1988148"/>
              <a:ext cx="134523" cy="220163"/>
            </a:xfrm>
            <a:custGeom>
              <a:avLst/>
              <a:gdLst/>
              <a:ahLst/>
              <a:cxnLst/>
              <a:rect l="l" t="t" r="r" b="b"/>
              <a:pathLst>
                <a:path w="2796" h="4576" fill="none" extrusionOk="0">
                  <a:moveTo>
                    <a:pt x="0" y="150"/>
                  </a:moveTo>
                  <a:lnTo>
                    <a:pt x="1371" y="4388"/>
                  </a:lnTo>
                  <a:cubicBezTo>
                    <a:pt x="1371" y="4388"/>
                    <a:pt x="1876" y="4576"/>
                    <a:pt x="2185" y="4392"/>
                  </a:cubicBezTo>
                  <a:cubicBezTo>
                    <a:pt x="2493" y="4209"/>
                    <a:pt x="2796" y="3908"/>
                    <a:pt x="2796" y="3908"/>
                  </a:cubicBezTo>
                  <a:lnTo>
                    <a:pt x="308" y="1"/>
                  </a:lnTo>
                </a:path>
              </a:pathLst>
            </a:custGeom>
            <a:solidFill>
              <a:schemeClr val="accent2"/>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3"/>
            <p:cNvSpPr/>
            <p:nvPr/>
          </p:nvSpPr>
          <p:spPr>
            <a:xfrm>
              <a:off x="4175439" y="2032940"/>
              <a:ext cx="744589" cy="744637"/>
            </a:xfrm>
            <a:custGeom>
              <a:avLst/>
              <a:gdLst/>
              <a:ahLst/>
              <a:cxnLst/>
              <a:rect l="l" t="t" r="r" b="b"/>
              <a:pathLst>
                <a:path w="15476" h="15477" extrusionOk="0">
                  <a:moveTo>
                    <a:pt x="7738" y="1"/>
                  </a:moveTo>
                  <a:cubicBezTo>
                    <a:pt x="5686" y="1"/>
                    <a:pt x="3719" y="816"/>
                    <a:pt x="2267" y="2268"/>
                  </a:cubicBezTo>
                  <a:cubicBezTo>
                    <a:pt x="816" y="3719"/>
                    <a:pt x="1" y="5687"/>
                    <a:pt x="1" y="7739"/>
                  </a:cubicBezTo>
                  <a:cubicBezTo>
                    <a:pt x="1" y="9791"/>
                    <a:pt x="816" y="11759"/>
                    <a:pt x="2267" y="13211"/>
                  </a:cubicBezTo>
                  <a:cubicBezTo>
                    <a:pt x="3719" y="14662"/>
                    <a:pt x="5686" y="15476"/>
                    <a:pt x="7738" y="15476"/>
                  </a:cubicBezTo>
                  <a:cubicBezTo>
                    <a:pt x="9791" y="15476"/>
                    <a:pt x="11759" y="14662"/>
                    <a:pt x="13210" y="13211"/>
                  </a:cubicBezTo>
                  <a:cubicBezTo>
                    <a:pt x="14661" y="11759"/>
                    <a:pt x="15476" y="9791"/>
                    <a:pt x="15476" y="7739"/>
                  </a:cubicBezTo>
                  <a:cubicBezTo>
                    <a:pt x="15476" y="5687"/>
                    <a:pt x="14661" y="3719"/>
                    <a:pt x="13210" y="2268"/>
                  </a:cubicBezTo>
                  <a:cubicBezTo>
                    <a:pt x="11759" y="816"/>
                    <a:pt x="9791" y="1"/>
                    <a:pt x="7738"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3"/>
            <p:cNvSpPr/>
            <p:nvPr/>
          </p:nvSpPr>
          <p:spPr>
            <a:xfrm>
              <a:off x="4428698" y="2314012"/>
              <a:ext cx="91269" cy="91318"/>
            </a:xfrm>
            <a:custGeom>
              <a:avLst/>
              <a:gdLst/>
              <a:ahLst/>
              <a:cxnLst/>
              <a:rect l="l" t="t" r="r" b="b"/>
              <a:pathLst>
                <a:path w="1897" h="1898" extrusionOk="0">
                  <a:moveTo>
                    <a:pt x="948" y="1"/>
                  </a:moveTo>
                  <a:cubicBezTo>
                    <a:pt x="425" y="1"/>
                    <a:pt x="1" y="425"/>
                    <a:pt x="1" y="949"/>
                  </a:cubicBezTo>
                  <a:cubicBezTo>
                    <a:pt x="1" y="1473"/>
                    <a:pt x="425" y="1898"/>
                    <a:pt x="948" y="1898"/>
                  </a:cubicBezTo>
                  <a:cubicBezTo>
                    <a:pt x="1472" y="1898"/>
                    <a:pt x="1896" y="1472"/>
                    <a:pt x="1896" y="949"/>
                  </a:cubicBezTo>
                  <a:cubicBezTo>
                    <a:pt x="1896" y="425"/>
                    <a:pt x="1472" y="1"/>
                    <a:pt x="948" y="1"/>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3"/>
            <p:cNvSpPr/>
            <p:nvPr/>
          </p:nvSpPr>
          <p:spPr>
            <a:xfrm>
              <a:off x="4765961" y="2010953"/>
              <a:ext cx="154056" cy="170222"/>
            </a:xfrm>
            <a:custGeom>
              <a:avLst/>
              <a:gdLst/>
              <a:ahLst/>
              <a:cxnLst/>
              <a:rect l="l" t="t" r="r" b="b"/>
              <a:pathLst>
                <a:path w="3202" h="3538" extrusionOk="0">
                  <a:moveTo>
                    <a:pt x="3000" y="1"/>
                  </a:moveTo>
                  <a:lnTo>
                    <a:pt x="0" y="2754"/>
                  </a:lnTo>
                  <a:lnTo>
                    <a:pt x="671" y="3538"/>
                  </a:lnTo>
                  <a:lnTo>
                    <a:pt x="3202" y="158"/>
                  </a:lnTo>
                  <a:lnTo>
                    <a:pt x="3000" y="1"/>
                  </a:lnTo>
                  <a:close/>
                </a:path>
              </a:pathLst>
            </a:custGeom>
            <a:solidFill>
              <a:srgbClr val="60BBB9"/>
            </a:solidFill>
            <a:ln w="9525" cap="flat"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3"/>
            <p:cNvSpPr/>
            <p:nvPr/>
          </p:nvSpPr>
          <p:spPr>
            <a:xfrm>
              <a:off x="4765961" y="2010953"/>
              <a:ext cx="154056" cy="170222"/>
            </a:xfrm>
            <a:custGeom>
              <a:avLst/>
              <a:gdLst/>
              <a:ahLst/>
              <a:cxnLst/>
              <a:rect l="l" t="t" r="r" b="b"/>
              <a:pathLst>
                <a:path w="3202" h="3538" fill="none" extrusionOk="0">
                  <a:moveTo>
                    <a:pt x="0" y="2754"/>
                  </a:moveTo>
                  <a:lnTo>
                    <a:pt x="3000" y="1"/>
                  </a:lnTo>
                  <a:lnTo>
                    <a:pt x="3202" y="158"/>
                  </a:lnTo>
                  <a:lnTo>
                    <a:pt x="671" y="3538"/>
                  </a:lnTo>
                </a:path>
              </a:pathLst>
            </a:custGeom>
            <a:solidFill>
              <a:schemeClr val="accent2"/>
            </a:solidFill>
            <a:ln w="48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3"/>
            <p:cNvSpPr/>
            <p:nvPr/>
          </p:nvSpPr>
          <p:spPr>
            <a:xfrm>
              <a:off x="4839476" y="2391040"/>
              <a:ext cx="202698" cy="78664"/>
            </a:xfrm>
            <a:custGeom>
              <a:avLst/>
              <a:gdLst/>
              <a:ahLst/>
              <a:cxnLst/>
              <a:rect l="l" t="t" r="r" b="b"/>
              <a:pathLst>
                <a:path w="4213" h="1635" extrusionOk="0">
                  <a:moveTo>
                    <a:pt x="383" y="0"/>
                  </a:moveTo>
                  <a:lnTo>
                    <a:pt x="0" y="957"/>
                  </a:lnTo>
                  <a:lnTo>
                    <a:pt x="4167" y="1635"/>
                  </a:lnTo>
                  <a:lnTo>
                    <a:pt x="4212" y="1383"/>
                  </a:lnTo>
                  <a:lnTo>
                    <a:pt x="383"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3"/>
            <p:cNvSpPr/>
            <p:nvPr/>
          </p:nvSpPr>
          <p:spPr>
            <a:xfrm>
              <a:off x="5012341" y="2433619"/>
              <a:ext cx="86169" cy="75440"/>
            </a:xfrm>
            <a:custGeom>
              <a:avLst/>
              <a:gdLst/>
              <a:ahLst/>
              <a:cxnLst/>
              <a:rect l="l" t="t" r="r" b="b"/>
              <a:pathLst>
                <a:path w="1791" h="1568" extrusionOk="0">
                  <a:moveTo>
                    <a:pt x="894" y="0"/>
                  </a:moveTo>
                  <a:cubicBezTo>
                    <a:pt x="772" y="0"/>
                    <a:pt x="648" y="29"/>
                    <a:pt x="532" y="89"/>
                  </a:cubicBezTo>
                  <a:cubicBezTo>
                    <a:pt x="149" y="290"/>
                    <a:pt x="0" y="763"/>
                    <a:pt x="201" y="1147"/>
                  </a:cubicBezTo>
                  <a:cubicBezTo>
                    <a:pt x="341" y="1414"/>
                    <a:pt x="614" y="1567"/>
                    <a:pt x="896" y="1567"/>
                  </a:cubicBezTo>
                  <a:cubicBezTo>
                    <a:pt x="1018" y="1567"/>
                    <a:pt x="1143" y="1538"/>
                    <a:pt x="1259" y="1478"/>
                  </a:cubicBezTo>
                  <a:cubicBezTo>
                    <a:pt x="1642" y="1278"/>
                    <a:pt x="1791" y="804"/>
                    <a:pt x="1590" y="421"/>
                  </a:cubicBezTo>
                  <a:cubicBezTo>
                    <a:pt x="1449" y="153"/>
                    <a:pt x="1177" y="0"/>
                    <a:pt x="894"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3"/>
            <p:cNvSpPr/>
            <p:nvPr/>
          </p:nvSpPr>
          <p:spPr>
            <a:xfrm>
              <a:off x="4751961" y="2741104"/>
              <a:ext cx="84197" cy="75489"/>
            </a:xfrm>
            <a:custGeom>
              <a:avLst/>
              <a:gdLst/>
              <a:ahLst/>
              <a:cxnLst/>
              <a:rect l="l" t="t" r="r" b="b"/>
              <a:pathLst>
                <a:path w="1750" h="1569" extrusionOk="0">
                  <a:moveTo>
                    <a:pt x="875" y="1"/>
                  </a:moveTo>
                  <a:cubicBezTo>
                    <a:pt x="538" y="1"/>
                    <a:pt x="226" y="221"/>
                    <a:pt x="124" y="561"/>
                  </a:cubicBezTo>
                  <a:cubicBezTo>
                    <a:pt x="0" y="976"/>
                    <a:pt x="237" y="1412"/>
                    <a:pt x="652" y="1536"/>
                  </a:cubicBezTo>
                  <a:cubicBezTo>
                    <a:pt x="726" y="1558"/>
                    <a:pt x="801" y="1569"/>
                    <a:pt x="875" y="1569"/>
                  </a:cubicBezTo>
                  <a:cubicBezTo>
                    <a:pt x="1213" y="1569"/>
                    <a:pt x="1525" y="1349"/>
                    <a:pt x="1627" y="1009"/>
                  </a:cubicBezTo>
                  <a:cubicBezTo>
                    <a:pt x="1750" y="594"/>
                    <a:pt x="1514" y="158"/>
                    <a:pt x="1100" y="34"/>
                  </a:cubicBezTo>
                  <a:cubicBezTo>
                    <a:pt x="1025" y="12"/>
                    <a:pt x="949" y="1"/>
                    <a:pt x="875" y="1"/>
                  </a:cubicBezTo>
                  <a:close/>
                </a:path>
              </a:pathLst>
            </a:custGeom>
            <a:solidFill>
              <a:srgbClr val="9188C0"/>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3"/>
            <p:cNvSpPr/>
            <p:nvPr/>
          </p:nvSpPr>
          <p:spPr>
            <a:xfrm>
              <a:off x="4045489" y="2520991"/>
              <a:ext cx="84534" cy="75440"/>
            </a:xfrm>
            <a:custGeom>
              <a:avLst/>
              <a:gdLst/>
              <a:ahLst/>
              <a:cxnLst/>
              <a:rect l="l" t="t" r="r" b="b"/>
              <a:pathLst>
                <a:path w="1757" h="1568" extrusionOk="0">
                  <a:moveTo>
                    <a:pt x="878" y="1"/>
                  </a:moveTo>
                  <a:cubicBezTo>
                    <a:pt x="656" y="1"/>
                    <a:pt x="435" y="95"/>
                    <a:pt x="280" y="277"/>
                  </a:cubicBezTo>
                  <a:cubicBezTo>
                    <a:pt x="1" y="607"/>
                    <a:pt x="41" y="1102"/>
                    <a:pt x="372" y="1381"/>
                  </a:cubicBezTo>
                  <a:cubicBezTo>
                    <a:pt x="519" y="1506"/>
                    <a:pt x="699" y="1568"/>
                    <a:pt x="878" y="1568"/>
                  </a:cubicBezTo>
                  <a:cubicBezTo>
                    <a:pt x="1100" y="1568"/>
                    <a:pt x="1321" y="1473"/>
                    <a:pt x="1476" y="1290"/>
                  </a:cubicBezTo>
                  <a:cubicBezTo>
                    <a:pt x="1756" y="961"/>
                    <a:pt x="1715" y="467"/>
                    <a:pt x="1385" y="186"/>
                  </a:cubicBezTo>
                  <a:cubicBezTo>
                    <a:pt x="1237" y="62"/>
                    <a:pt x="1057" y="1"/>
                    <a:pt x="878" y="1"/>
                  </a:cubicBezTo>
                  <a:close/>
                </a:path>
              </a:pathLst>
            </a:custGeom>
            <a:solidFill>
              <a:srgbClr val="9188C0"/>
            </a:solidFill>
            <a:ln w="4825" cap="rnd" cmpd="sng">
              <a:solidFill>
                <a:srgbClr val="40266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3"/>
            <p:cNvSpPr/>
            <p:nvPr/>
          </p:nvSpPr>
          <p:spPr>
            <a:xfrm>
              <a:off x="4368848" y="2121323"/>
              <a:ext cx="65000" cy="65048"/>
            </a:xfrm>
            <a:custGeom>
              <a:avLst/>
              <a:gdLst/>
              <a:ahLst/>
              <a:cxnLst/>
              <a:rect l="l" t="t" r="r" b="b"/>
              <a:pathLst>
                <a:path w="1351" h="1352" extrusionOk="0">
                  <a:moveTo>
                    <a:pt x="676" y="1"/>
                  </a:moveTo>
                  <a:cubicBezTo>
                    <a:pt x="303" y="1"/>
                    <a:pt x="0" y="303"/>
                    <a:pt x="0" y="677"/>
                  </a:cubicBezTo>
                  <a:cubicBezTo>
                    <a:pt x="0" y="1049"/>
                    <a:pt x="303" y="1351"/>
                    <a:pt x="676" y="1351"/>
                  </a:cubicBezTo>
                  <a:cubicBezTo>
                    <a:pt x="1048" y="1351"/>
                    <a:pt x="1351" y="1049"/>
                    <a:pt x="1351" y="677"/>
                  </a:cubicBezTo>
                  <a:cubicBezTo>
                    <a:pt x="1351" y="303"/>
                    <a:pt x="1048" y="1"/>
                    <a:pt x="676"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3"/>
            <p:cNvSpPr/>
            <p:nvPr/>
          </p:nvSpPr>
          <p:spPr>
            <a:xfrm>
              <a:off x="4045489" y="2408023"/>
              <a:ext cx="851014" cy="494019"/>
            </a:xfrm>
            <a:custGeom>
              <a:avLst/>
              <a:gdLst/>
              <a:ahLst/>
              <a:cxnLst/>
              <a:rect l="l" t="t" r="r" b="b"/>
              <a:pathLst>
                <a:path w="17688" h="10268" extrusionOk="0">
                  <a:moveTo>
                    <a:pt x="2704" y="1"/>
                  </a:moveTo>
                  <a:cubicBezTo>
                    <a:pt x="2710" y="909"/>
                    <a:pt x="2873" y="1780"/>
                    <a:pt x="3167" y="2589"/>
                  </a:cubicBezTo>
                  <a:lnTo>
                    <a:pt x="1637" y="2940"/>
                  </a:lnTo>
                  <a:cubicBezTo>
                    <a:pt x="1598" y="2786"/>
                    <a:pt x="1514" y="2644"/>
                    <a:pt x="1385" y="2534"/>
                  </a:cubicBezTo>
                  <a:cubicBezTo>
                    <a:pt x="1238" y="2410"/>
                    <a:pt x="1058" y="2349"/>
                    <a:pt x="879" y="2349"/>
                  </a:cubicBezTo>
                  <a:cubicBezTo>
                    <a:pt x="657" y="2349"/>
                    <a:pt x="436" y="2443"/>
                    <a:pt x="281" y="2625"/>
                  </a:cubicBezTo>
                  <a:cubicBezTo>
                    <a:pt x="1" y="2955"/>
                    <a:pt x="41" y="3449"/>
                    <a:pt x="372" y="3729"/>
                  </a:cubicBezTo>
                  <a:cubicBezTo>
                    <a:pt x="519" y="3854"/>
                    <a:pt x="699" y="3915"/>
                    <a:pt x="878" y="3915"/>
                  </a:cubicBezTo>
                  <a:cubicBezTo>
                    <a:pt x="1100" y="3915"/>
                    <a:pt x="1321" y="3821"/>
                    <a:pt x="1476" y="3638"/>
                  </a:cubicBezTo>
                  <a:cubicBezTo>
                    <a:pt x="1567" y="3531"/>
                    <a:pt x="1620" y="3405"/>
                    <a:pt x="1645" y="3277"/>
                  </a:cubicBezTo>
                  <a:lnTo>
                    <a:pt x="3424" y="3206"/>
                  </a:lnTo>
                  <a:cubicBezTo>
                    <a:pt x="4348" y="5189"/>
                    <a:pt x="6085" y="6713"/>
                    <a:pt x="8208" y="7353"/>
                  </a:cubicBezTo>
                  <a:lnTo>
                    <a:pt x="7798" y="8478"/>
                  </a:lnTo>
                  <a:cubicBezTo>
                    <a:pt x="7754" y="8472"/>
                    <a:pt x="7710" y="8468"/>
                    <a:pt x="7666" y="8468"/>
                  </a:cubicBezTo>
                  <a:cubicBezTo>
                    <a:pt x="7337" y="8468"/>
                    <a:pt x="7021" y="8646"/>
                    <a:pt x="6863" y="8960"/>
                  </a:cubicBezTo>
                  <a:cubicBezTo>
                    <a:pt x="6638" y="9405"/>
                    <a:pt x="6817" y="9946"/>
                    <a:pt x="7261" y="10170"/>
                  </a:cubicBezTo>
                  <a:cubicBezTo>
                    <a:pt x="7391" y="10236"/>
                    <a:pt x="7530" y="10267"/>
                    <a:pt x="7667" y="10267"/>
                  </a:cubicBezTo>
                  <a:cubicBezTo>
                    <a:pt x="7996" y="10267"/>
                    <a:pt x="8313" y="10086"/>
                    <a:pt x="8471" y="9772"/>
                  </a:cubicBezTo>
                  <a:cubicBezTo>
                    <a:pt x="8664" y="9390"/>
                    <a:pt x="8558" y="8939"/>
                    <a:pt x="8243" y="8677"/>
                  </a:cubicBezTo>
                  <a:lnTo>
                    <a:pt x="9021" y="7549"/>
                  </a:lnTo>
                  <a:cubicBezTo>
                    <a:pt x="9482" y="7634"/>
                    <a:pt x="9955" y="7681"/>
                    <a:pt x="10440" y="7681"/>
                  </a:cubicBezTo>
                  <a:cubicBezTo>
                    <a:pt x="11977" y="7681"/>
                    <a:pt x="13407" y="7231"/>
                    <a:pt x="14611" y="6459"/>
                  </a:cubicBezTo>
                  <a:lnTo>
                    <a:pt x="15079" y="7092"/>
                  </a:lnTo>
                  <a:cubicBezTo>
                    <a:pt x="14955" y="7187"/>
                    <a:pt x="14857" y="7321"/>
                    <a:pt x="14808" y="7484"/>
                  </a:cubicBezTo>
                  <a:cubicBezTo>
                    <a:pt x="14686" y="7899"/>
                    <a:pt x="14921" y="8335"/>
                    <a:pt x="15336" y="8459"/>
                  </a:cubicBezTo>
                  <a:cubicBezTo>
                    <a:pt x="15410" y="8481"/>
                    <a:pt x="15485" y="8492"/>
                    <a:pt x="15559" y="8492"/>
                  </a:cubicBezTo>
                  <a:cubicBezTo>
                    <a:pt x="15897" y="8492"/>
                    <a:pt x="16209" y="8272"/>
                    <a:pt x="16311" y="7932"/>
                  </a:cubicBezTo>
                  <a:cubicBezTo>
                    <a:pt x="16435" y="7517"/>
                    <a:pt x="16198" y="7081"/>
                    <a:pt x="15784" y="6957"/>
                  </a:cubicBezTo>
                  <a:cubicBezTo>
                    <a:pt x="15712" y="6936"/>
                    <a:pt x="15640" y="6926"/>
                    <a:pt x="15570" y="6926"/>
                  </a:cubicBezTo>
                  <a:cubicBezTo>
                    <a:pt x="15507" y="6926"/>
                    <a:pt x="15445" y="6934"/>
                    <a:pt x="15384" y="6947"/>
                  </a:cubicBezTo>
                  <a:lnTo>
                    <a:pt x="15013" y="6184"/>
                  </a:lnTo>
                  <a:cubicBezTo>
                    <a:pt x="16218" y="5299"/>
                    <a:pt x="17156" y="4072"/>
                    <a:pt x="17687" y="2647"/>
                  </a:cubicBezTo>
                  <a:lnTo>
                    <a:pt x="17687" y="2647"/>
                  </a:lnTo>
                  <a:cubicBezTo>
                    <a:pt x="16711" y="3260"/>
                    <a:pt x="15671" y="3760"/>
                    <a:pt x="14605" y="4126"/>
                  </a:cubicBezTo>
                  <a:cubicBezTo>
                    <a:pt x="13580" y="4511"/>
                    <a:pt x="12545" y="4687"/>
                    <a:pt x="11525" y="4687"/>
                  </a:cubicBezTo>
                  <a:cubicBezTo>
                    <a:pt x="8371" y="4687"/>
                    <a:pt x="5360" y="3008"/>
                    <a:pt x="3248" y="632"/>
                  </a:cubicBezTo>
                  <a:cubicBezTo>
                    <a:pt x="3061" y="431"/>
                    <a:pt x="2880" y="219"/>
                    <a:pt x="2704"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3"/>
            <p:cNvSpPr/>
            <p:nvPr/>
          </p:nvSpPr>
          <p:spPr>
            <a:xfrm>
              <a:off x="4482439" y="1783046"/>
              <a:ext cx="86747" cy="86747"/>
            </a:xfrm>
            <a:custGeom>
              <a:avLst/>
              <a:gdLst/>
              <a:ahLst/>
              <a:cxnLst/>
              <a:rect l="l" t="t" r="r" b="b"/>
              <a:pathLst>
                <a:path w="1803" h="1803" extrusionOk="0">
                  <a:moveTo>
                    <a:pt x="901" y="1"/>
                  </a:moveTo>
                  <a:cubicBezTo>
                    <a:pt x="403" y="1"/>
                    <a:pt x="0" y="404"/>
                    <a:pt x="0" y="901"/>
                  </a:cubicBezTo>
                  <a:cubicBezTo>
                    <a:pt x="0" y="1399"/>
                    <a:pt x="403" y="1803"/>
                    <a:pt x="901" y="1803"/>
                  </a:cubicBezTo>
                  <a:cubicBezTo>
                    <a:pt x="1399" y="1803"/>
                    <a:pt x="1803" y="1399"/>
                    <a:pt x="1803" y="901"/>
                  </a:cubicBezTo>
                  <a:cubicBezTo>
                    <a:pt x="1803" y="404"/>
                    <a:pt x="1399" y="1"/>
                    <a:pt x="90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3"/>
            <p:cNvSpPr/>
            <p:nvPr/>
          </p:nvSpPr>
          <p:spPr>
            <a:xfrm>
              <a:off x="4061318" y="2160053"/>
              <a:ext cx="99160" cy="86795"/>
            </a:xfrm>
            <a:custGeom>
              <a:avLst/>
              <a:gdLst/>
              <a:ahLst/>
              <a:cxnLst/>
              <a:rect l="l" t="t" r="r" b="b"/>
              <a:pathLst>
                <a:path w="2061" h="1804" extrusionOk="0">
                  <a:moveTo>
                    <a:pt x="1031" y="1"/>
                  </a:moveTo>
                  <a:cubicBezTo>
                    <a:pt x="713" y="1"/>
                    <a:pt x="406" y="169"/>
                    <a:pt x="242" y="467"/>
                  </a:cubicBezTo>
                  <a:cubicBezTo>
                    <a:pt x="1" y="903"/>
                    <a:pt x="160" y="1452"/>
                    <a:pt x="596" y="1692"/>
                  </a:cubicBezTo>
                  <a:cubicBezTo>
                    <a:pt x="734" y="1768"/>
                    <a:pt x="883" y="1804"/>
                    <a:pt x="1030" y="1804"/>
                  </a:cubicBezTo>
                  <a:cubicBezTo>
                    <a:pt x="1348" y="1804"/>
                    <a:pt x="1655" y="1635"/>
                    <a:pt x="1819" y="1337"/>
                  </a:cubicBezTo>
                  <a:cubicBezTo>
                    <a:pt x="2061" y="901"/>
                    <a:pt x="1901" y="353"/>
                    <a:pt x="1465" y="113"/>
                  </a:cubicBezTo>
                  <a:cubicBezTo>
                    <a:pt x="1327" y="37"/>
                    <a:pt x="1178" y="1"/>
                    <a:pt x="1031"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3"/>
            <p:cNvSpPr/>
            <p:nvPr/>
          </p:nvSpPr>
          <p:spPr>
            <a:xfrm>
              <a:off x="4192422" y="1936572"/>
              <a:ext cx="98967" cy="86747"/>
            </a:xfrm>
            <a:custGeom>
              <a:avLst/>
              <a:gdLst/>
              <a:ahLst/>
              <a:cxnLst/>
              <a:rect l="l" t="t" r="r" b="b"/>
              <a:pathLst>
                <a:path w="2057" h="1803" extrusionOk="0">
                  <a:moveTo>
                    <a:pt x="1027" y="0"/>
                  </a:moveTo>
                  <a:cubicBezTo>
                    <a:pt x="896" y="0"/>
                    <a:pt x="763" y="29"/>
                    <a:pt x="637" y="89"/>
                  </a:cubicBezTo>
                  <a:cubicBezTo>
                    <a:pt x="189" y="306"/>
                    <a:pt x="1" y="845"/>
                    <a:pt x="216" y="1292"/>
                  </a:cubicBezTo>
                  <a:cubicBezTo>
                    <a:pt x="371" y="1615"/>
                    <a:pt x="693" y="1803"/>
                    <a:pt x="1028" y="1803"/>
                  </a:cubicBezTo>
                  <a:cubicBezTo>
                    <a:pt x="1160" y="1803"/>
                    <a:pt x="1293" y="1774"/>
                    <a:pt x="1419" y="1713"/>
                  </a:cubicBezTo>
                  <a:cubicBezTo>
                    <a:pt x="1868" y="1497"/>
                    <a:pt x="2056" y="958"/>
                    <a:pt x="1840" y="510"/>
                  </a:cubicBezTo>
                  <a:cubicBezTo>
                    <a:pt x="1684" y="188"/>
                    <a:pt x="1362" y="0"/>
                    <a:pt x="1027"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3"/>
            <p:cNvSpPr/>
            <p:nvPr/>
          </p:nvSpPr>
          <p:spPr>
            <a:xfrm>
              <a:off x="4890859" y="1967845"/>
              <a:ext cx="75440" cy="75537"/>
            </a:xfrm>
            <a:custGeom>
              <a:avLst/>
              <a:gdLst/>
              <a:ahLst/>
              <a:cxnLst/>
              <a:rect l="l" t="t" r="r" b="b"/>
              <a:pathLst>
                <a:path w="1568" h="1570" extrusionOk="0">
                  <a:moveTo>
                    <a:pt x="784" y="1"/>
                  </a:moveTo>
                  <a:cubicBezTo>
                    <a:pt x="352" y="1"/>
                    <a:pt x="1" y="352"/>
                    <a:pt x="1" y="785"/>
                  </a:cubicBezTo>
                  <a:cubicBezTo>
                    <a:pt x="1" y="1218"/>
                    <a:pt x="352" y="1569"/>
                    <a:pt x="784" y="1569"/>
                  </a:cubicBezTo>
                  <a:cubicBezTo>
                    <a:pt x="1217" y="1569"/>
                    <a:pt x="1568" y="1218"/>
                    <a:pt x="1568" y="785"/>
                  </a:cubicBezTo>
                  <a:cubicBezTo>
                    <a:pt x="1568" y="352"/>
                    <a:pt x="1217" y="1"/>
                    <a:pt x="784"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54"/>
          <p:cNvSpPr txBox="1">
            <a:spLocks noGrp="1"/>
          </p:cNvSpPr>
          <p:nvPr>
            <p:ph type="title"/>
          </p:nvPr>
        </p:nvSpPr>
        <p:spPr>
          <a:xfrm>
            <a:off x="3866100" y="2058707"/>
            <a:ext cx="1411800" cy="57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30%</a:t>
            </a:r>
            <a:endParaRPr/>
          </a:p>
        </p:txBody>
      </p:sp>
      <p:sp>
        <p:nvSpPr>
          <p:cNvPr id="1295" name="Google Shape;1295;p54"/>
          <p:cNvSpPr txBox="1">
            <a:spLocks noGrp="1"/>
          </p:cNvSpPr>
          <p:nvPr>
            <p:ph type="title" idx="2"/>
          </p:nvPr>
        </p:nvSpPr>
        <p:spPr>
          <a:xfrm>
            <a:off x="1262047" y="2058707"/>
            <a:ext cx="1411800" cy="57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45%</a:t>
            </a:r>
            <a:endParaRPr/>
          </a:p>
        </p:txBody>
      </p:sp>
      <p:sp>
        <p:nvSpPr>
          <p:cNvPr id="1296" name="Google Shape;1296;p54"/>
          <p:cNvSpPr txBox="1">
            <a:spLocks noGrp="1"/>
          </p:cNvSpPr>
          <p:nvPr>
            <p:ph type="title" idx="3"/>
          </p:nvPr>
        </p:nvSpPr>
        <p:spPr>
          <a:xfrm>
            <a:off x="6470153" y="2058707"/>
            <a:ext cx="1411800" cy="57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15%</a:t>
            </a:r>
            <a:endParaRPr/>
          </a:p>
        </p:txBody>
      </p:sp>
      <p:sp>
        <p:nvSpPr>
          <p:cNvPr id="1297" name="Google Shape;1297;p54"/>
          <p:cNvSpPr txBox="1">
            <a:spLocks noGrp="1"/>
          </p:cNvSpPr>
          <p:nvPr>
            <p:ph type="subTitle" idx="1"/>
          </p:nvPr>
        </p:nvSpPr>
        <p:spPr>
          <a:xfrm>
            <a:off x="717573" y="3557427"/>
            <a:ext cx="2404800" cy="40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LUNGS</a:t>
            </a:r>
            <a:endParaRPr dirty="0"/>
          </a:p>
        </p:txBody>
      </p:sp>
      <p:sp>
        <p:nvSpPr>
          <p:cNvPr id="1301" name="Google Shape;1301;p54"/>
          <p:cNvSpPr txBox="1">
            <a:spLocks noGrp="1"/>
          </p:cNvSpPr>
          <p:nvPr>
            <p:ph type="subTitle" idx="7"/>
          </p:nvPr>
        </p:nvSpPr>
        <p:spPr>
          <a:xfrm>
            <a:off x="3368550" y="3533981"/>
            <a:ext cx="2406900" cy="40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BLOOD</a:t>
            </a:r>
            <a:endParaRPr dirty="0"/>
          </a:p>
        </p:txBody>
      </p:sp>
      <p:sp>
        <p:nvSpPr>
          <p:cNvPr id="1302" name="Google Shape;1302;p54"/>
          <p:cNvSpPr txBox="1">
            <a:spLocks noGrp="1"/>
          </p:cNvSpPr>
          <p:nvPr>
            <p:ph type="subTitle" idx="8"/>
          </p:nvPr>
        </p:nvSpPr>
        <p:spPr>
          <a:xfrm>
            <a:off x="6021627" y="3475366"/>
            <a:ext cx="2404800" cy="40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HEAD</a:t>
            </a:r>
            <a:endParaRPr dirty="0"/>
          </a:p>
        </p:txBody>
      </p:sp>
      <p:sp>
        <p:nvSpPr>
          <p:cNvPr id="1303" name="Google Shape;1303;p54"/>
          <p:cNvSpPr txBox="1">
            <a:spLocks noGrp="1"/>
          </p:cNvSpPr>
          <p:nvPr>
            <p:ph type="title" idx="9"/>
          </p:nvPr>
        </p:nvSpPr>
        <p:spPr>
          <a:xfrm>
            <a:off x="720000" y="461825"/>
            <a:ext cx="7704000" cy="479700"/>
          </a:xfrm>
          <a:prstGeom prst="rect">
            <a:avLst/>
          </a:prstGeom>
        </p:spPr>
        <p:txBody>
          <a:bodyPr spcFirstLastPara="1" wrap="square" lIns="0" tIns="91425" rIns="0" bIns="91425" anchor="t" anchorCtr="0">
            <a:noAutofit/>
          </a:bodyPr>
          <a:lstStyle/>
          <a:p>
            <a:pPr marL="0" lvl="0" indent="0" algn="ctr" rtl="0">
              <a:spcBef>
                <a:spcPts val="0"/>
              </a:spcBef>
              <a:spcAft>
                <a:spcPts val="0"/>
              </a:spcAft>
              <a:buNone/>
            </a:pPr>
            <a:r>
              <a:rPr lang="en-US" dirty="0"/>
              <a:t>EFFECT OF </a:t>
            </a:r>
            <a:r>
              <a:rPr lang="en" dirty="0"/>
              <a:t>COVID-19</a:t>
            </a:r>
            <a:r>
              <a:rPr lang="en-US" dirty="0"/>
              <a:t> IN BODY </a:t>
            </a:r>
            <a:endParaRPr dirty="0"/>
          </a:p>
        </p:txBody>
      </p:sp>
      <p:grpSp>
        <p:nvGrpSpPr>
          <p:cNvPr id="1304" name="Google Shape;1304;p54"/>
          <p:cNvGrpSpPr/>
          <p:nvPr/>
        </p:nvGrpSpPr>
        <p:grpSpPr>
          <a:xfrm>
            <a:off x="3740110" y="1518070"/>
            <a:ext cx="1663779" cy="1661174"/>
            <a:chOff x="974700" y="1683376"/>
            <a:chExt cx="1829937" cy="1827072"/>
          </a:xfrm>
        </p:grpSpPr>
        <p:sp>
          <p:nvSpPr>
            <p:cNvPr id="1305" name="Google Shape;1305;p54"/>
            <p:cNvSpPr/>
            <p:nvPr/>
          </p:nvSpPr>
          <p:spPr>
            <a:xfrm>
              <a:off x="977637" y="1683447"/>
              <a:ext cx="1827000" cy="1827000"/>
            </a:xfrm>
            <a:prstGeom prst="donut">
              <a:avLst>
                <a:gd name="adj" fmla="val 19419"/>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4"/>
            <p:cNvSpPr/>
            <p:nvPr/>
          </p:nvSpPr>
          <p:spPr>
            <a:xfrm flipH="1">
              <a:off x="974700" y="1683376"/>
              <a:ext cx="1827000" cy="1827000"/>
            </a:xfrm>
            <a:prstGeom prst="blockArc">
              <a:avLst>
                <a:gd name="adj1" fmla="val 9192349"/>
                <a:gd name="adj2" fmla="val 16203859"/>
                <a:gd name="adj3" fmla="val 19528"/>
              </a:avLst>
            </a:prstGeom>
            <a:solidFill>
              <a:schemeClr val="lt2"/>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51038"/>
                </a:solidFill>
              </a:endParaRPr>
            </a:p>
          </p:txBody>
        </p:sp>
      </p:grpSp>
      <p:grpSp>
        <p:nvGrpSpPr>
          <p:cNvPr id="1307" name="Google Shape;1307;p54"/>
          <p:cNvGrpSpPr/>
          <p:nvPr/>
        </p:nvGrpSpPr>
        <p:grpSpPr>
          <a:xfrm>
            <a:off x="1101659" y="1479916"/>
            <a:ext cx="1737481" cy="1737481"/>
            <a:chOff x="3616362" y="1641317"/>
            <a:chExt cx="1911000" cy="1911000"/>
          </a:xfrm>
        </p:grpSpPr>
        <p:sp>
          <p:nvSpPr>
            <p:cNvPr id="1308" name="Google Shape;1308;p54"/>
            <p:cNvSpPr/>
            <p:nvPr/>
          </p:nvSpPr>
          <p:spPr>
            <a:xfrm>
              <a:off x="3658500" y="1683399"/>
              <a:ext cx="1827000" cy="1827000"/>
            </a:xfrm>
            <a:prstGeom prst="donut">
              <a:avLst>
                <a:gd name="adj" fmla="val 19419"/>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51038"/>
                </a:solidFill>
              </a:endParaRPr>
            </a:p>
          </p:txBody>
        </p:sp>
        <p:sp>
          <p:nvSpPr>
            <p:cNvPr id="1309" name="Google Shape;1309;p54"/>
            <p:cNvSpPr/>
            <p:nvPr/>
          </p:nvSpPr>
          <p:spPr>
            <a:xfrm rot="10637925" flipH="1">
              <a:off x="3658397" y="1683352"/>
              <a:ext cx="1826930" cy="1826930"/>
            </a:xfrm>
            <a:prstGeom prst="blockArc">
              <a:avLst>
                <a:gd name="adj1" fmla="val 17724738"/>
                <a:gd name="adj2" fmla="val 5272221"/>
                <a:gd name="adj3" fmla="val 19611"/>
              </a:avLst>
            </a:prstGeom>
            <a:solidFill>
              <a:schemeClr val="accent1"/>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54"/>
          <p:cNvGrpSpPr/>
          <p:nvPr/>
        </p:nvGrpSpPr>
        <p:grpSpPr>
          <a:xfrm>
            <a:off x="6347952" y="1518070"/>
            <a:ext cx="1661108" cy="1661174"/>
            <a:chOff x="6342300" y="1683275"/>
            <a:chExt cx="1827000" cy="1827072"/>
          </a:xfrm>
        </p:grpSpPr>
        <p:sp>
          <p:nvSpPr>
            <p:cNvPr id="1311" name="Google Shape;1311;p54"/>
            <p:cNvSpPr/>
            <p:nvPr/>
          </p:nvSpPr>
          <p:spPr>
            <a:xfrm>
              <a:off x="6342300" y="1683347"/>
              <a:ext cx="1827000" cy="1827000"/>
            </a:xfrm>
            <a:prstGeom prst="donut">
              <a:avLst>
                <a:gd name="adj" fmla="val 19419"/>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51038"/>
                </a:solidFill>
              </a:endParaRPr>
            </a:p>
          </p:txBody>
        </p:sp>
        <p:sp>
          <p:nvSpPr>
            <p:cNvPr id="1312" name="Google Shape;1312;p54"/>
            <p:cNvSpPr/>
            <p:nvPr/>
          </p:nvSpPr>
          <p:spPr>
            <a:xfrm flipH="1">
              <a:off x="6342300" y="1683275"/>
              <a:ext cx="1827000" cy="1827000"/>
            </a:xfrm>
            <a:prstGeom prst="blockArc">
              <a:avLst>
                <a:gd name="adj1" fmla="val 12617190"/>
                <a:gd name="adj2" fmla="val 16233252"/>
                <a:gd name="adj3" fmla="val 19368"/>
              </a:avLst>
            </a:prstGeom>
            <a:solidFill>
              <a:schemeClr val="accent2"/>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3" name="Google Shape;1313;p54"/>
          <p:cNvGrpSpPr/>
          <p:nvPr/>
        </p:nvGrpSpPr>
        <p:grpSpPr>
          <a:xfrm>
            <a:off x="4219202" y="4408338"/>
            <a:ext cx="705593" cy="362075"/>
            <a:chOff x="2339625" y="3726250"/>
            <a:chExt cx="850625" cy="362075"/>
          </a:xfrm>
        </p:grpSpPr>
        <p:sp>
          <p:nvSpPr>
            <p:cNvPr id="1314" name="Google Shape;1314;p54"/>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54"/>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6" name="Google Shape;1316;p54"/>
          <p:cNvGrpSpPr/>
          <p:nvPr/>
        </p:nvGrpSpPr>
        <p:grpSpPr>
          <a:xfrm>
            <a:off x="3094738" y="2155782"/>
            <a:ext cx="3038375" cy="385750"/>
            <a:chOff x="3094738" y="2155782"/>
            <a:chExt cx="3038375" cy="385750"/>
          </a:xfrm>
        </p:grpSpPr>
        <p:grpSp>
          <p:nvGrpSpPr>
            <p:cNvPr id="1317" name="Google Shape;1317;p54"/>
            <p:cNvGrpSpPr/>
            <p:nvPr/>
          </p:nvGrpSpPr>
          <p:grpSpPr>
            <a:xfrm>
              <a:off x="5743363" y="2155782"/>
              <a:ext cx="389750" cy="385750"/>
              <a:chOff x="3382475" y="1831100"/>
              <a:chExt cx="389750" cy="385750"/>
            </a:xfrm>
          </p:grpSpPr>
          <p:sp>
            <p:nvSpPr>
              <p:cNvPr id="1318" name="Google Shape;1318;p5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5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54"/>
            <p:cNvGrpSpPr/>
            <p:nvPr/>
          </p:nvGrpSpPr>
          <p:grpSpPr>
            <a:xfrm>
              <a:off x="3094738" y="2155782"/>
              <a:ext cx="389750" cy="385750"/>
              <a:chOff x="3382475" y="1831100"/>
              <a:chExt cx="389750" cy="385750"/>
            </a:xfrm>
          </p:grpSpPr>
          <p:sp>
            <p:nvSpPr>
              <p:cNvPr id="1323" name="Google Shape;1323;p5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7" name="Google Shape;1327;p54"/>
          <p:cNvGrpSpPr/>
          <p:nvPr/>
        </p:nvGrpSpPr>
        <p:grpSpPr>
          <a:xfrm>
            <a:off x="1569653" y="4408338"/>
            <a:ext cx="705593" cy="362075"/>
            <a:chOff x="2339625" y="3726250"/>
            <a:chExt cx="850625" cy="362075"/>
          </a:xfrm>
        </p:grpSpPr>
        <p:sp>
          <p:nvSpPr>
            <p:cNvPr id="1328" name="Google Shape;1328;p54"/>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4"/>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0" name="Google Shape;1330;p54"/>
          <p:cNvGrpSpPr/>
          <p:nvPr/>
        </p:nvGrpSpPr>
        <p:grpSpPr>
          <a:xfrm>
            <a:off x="6873708" y="4408338"/>
            <a:ext cx="705593" cy="362075"/>
            <a:chOff x="2339625" y="3726250"/>
            <a:chExt cx="850625" cy="362075"/>
          </a:xfrm>
        </p:grpSpPr>
        <p:sp>
          <p:nvSpPr>
            <p:cNvPr id="1331" name="Google Shape;1331;p54"/>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4"/>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33" name="Google Shape;1333;p54"/>
          <p:cNvCxnSpPr/>
          <p:nvPr/>
        </p:nvCxnSpPr>
        <p:spPr>
          <a:xfrm>
            <a:off x="1709700" y="1039975"/>
            <a:ext cx="57246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55"/>
          <p:cNvSpPr/>
          <p:nvPr/>
        </p:nvSpPr>
        <p:spPr>
          <a:xfrm>
            <a:off x="1704900" y="2965256"/>
            <a:ext cx="5734200" cy="464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55"/>
          <p:cNvSpPr txBox="1">
            <a:spLocks noGrp="1"/>
          </p:cNvSpPr>
          <p:nvPr>
            <p:ph type="subTitle" idx="1"/>
          </p:nvPr>
        </p:nvSpPr>
        <p:spPr>
          <a:xfrm>
            <a:off x="1947900" y="2965256"/>
            <a:ext cx="52482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THE NUMBER OF CASES IN SUADIA ARABIA LAST MONTHS </a:t>
            </a:r>
            <a:endParaRPr dirty="0"/>
          </a:p>
        </p:txBody>
      </p:sp>
      <p:sp>
        <p:nvSpPr>
          <p:cNvPr id="1340" name="Google Shape;1340;p55"/>
          <p:cNvSpPr txBox="1">
            <a:spLocks noGrp="1"/>
          </p:cNvSpPr>
          <p:nvPr>
            <p:ph type="title"/>
          </p:nvPr>
        </p:nvSpPr>
        <p:spPr>
          <a:xfrm>
            <a:off x="1281100" y="994288"/>
            <a:ext cx="6576000" cy="179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6,000</a:t>
            </a:r>
            <a:endParaRPr dirty="0"/>
          </a:p>
        </p:txBody>
      </p:sp>
      <p:cxnSp>
        <p:nvCxnSpPr>
          <p:cNvPr id="1341" name="Google Shape;1341;p55"/>
          <p:cNvCxnSpPr/>
          <p:nvPr/>
        </p:nvCxnSpPr>
        <p:spPr>
          <a:xfrm>
            <a:off x="1719300" y="2702906"/>
            <a:ext cx="5705400" cy="0"/>
          </a:xfrm>
          <a:prstGeom prst="straightConnector1">
            <a:avLst/>
          </a:prstGeom>
          <a:noFill/>
          <a:ln w="19050" cap="flat" cmpd="sng">
            <a:solidFill>
              <a:schemeClr val="accent3"/>
            </a:solidFill>
            <a:prstDash val="solid"/>
            <a:round/>
            <a:headEnd type="none" w="med" len="med"/>
            <a:tailEnd type="none" w="med" len="med"/>
          </a:ln>
        </p:spPr>
      </p:cxnSp>
      <p:sp>
        <p:nvSpPr>
          <p:cNvPr id="1342" name="Google Shape;1342;p55"/>
          <p:cNvSpPr/>
          <p:nvPr/>
        </p:nvSpPr>
        <p:spPr>
          <a:xfrm>
            <a:off x="7442161" y="3751969"/>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55"/>
          <p:cNvSpPr/>
          <p:nvPr/>
        </p:nvSpPr>
        <p:spPr>
          <a:xfrm>
            <a:off x="939920" y="3761255"/>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4" name="Google Shape;1344;p55"/>
          <p:cNvGrpSpPr/>
          <p:nvPr/>
        </p:nvGrpSpPr>
        <p:grpSpPr>
          <a:xfrm>
            <a:off x="656125" y="2372325"/>
            <a:ext cx="7831750" cy="398850"/>
            <a:chOff x="656125" y="2372325"/>
            <a:chExt cx="7831750" cy="398850"/>
          </a:xfrm>
        </p:grpSpPr>
        <p:grpSp>
          <p:nvGrpSpPr>
            <p:cNvPr id="1345" name="Google Shape;1345;p55"/>
            <p:cNvGrpSpPr/>
            <p:nvPr/>
          </p:nvGrpSpPr>
          <p:grpSpPr>
            <a:xfrm>
              <a:off x="8098125" y="2385425"/>
              <a:ext cx="389750" cy="385750"/>
              <a:chOff x="3382475" y="1831100"/>
              <a:chExt cx="389750" cy="385750"/>
            </a:xfrm>
          </p:grpSpPr>
          <p:sp>
            <p:nvSpPr>
              <p:cNvPr id="1346" name="Google Shape;1346;p5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55"/>
            <p:cNvGrpSpPr/>
            <p:nvPr/>
          </p:nvGrpSpPr>
          <p:grpSpPr>
            <a:xfrm>
              <a:off x="656125" y="2372325"/>
              <a:ext cx="389750" cy="385750"/>
              <a:chOff x="3382475" y="1831100"/>
              <a:chExt cx="389750" cy="385750"/>
            </a:xfrm>
          </p:grpSpPr>
          <p:sp>
            <p:nvSpPr>
              <p:cNvPr id="1351" name="Google Shape;1351;p55"/>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5"/>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5"/>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5"/>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5" name="Google Shape;1355;p55"/>
          <p:cNvSpPr/>
          <p:nvPr/>
        </p:nvSpPr>
        <p:spPr>
          <a:xfrm>
            <a:off x="7385825" y="535005"/>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6" name="Google Shape;1356;p55"/>
          <p:cNvGrpSpPr/>
          <p:nvPr/>
        </p:nvGrpSpPr>
        <p:grpSpPr>
          <a:xfrm>
            <a:off x="999449" y="467921"/>
            <a:ext cx="661597" cy="778153"/>
            <a:chOff x="2302650" y="4474650"/>
            <a:chExt cx="553175" cy="650575"/>
          </a:xfrm>
        </p:grpSpPr>
        <p:sp>
          <p:nvSpPr>
            <p:cNvPr id="1357" name="Google Shape;1357;p55"/>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5"/>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55"/>
          <p:cNvGrpSpPr/>
          <p:nvPr/>
        </p:nvGrpSpPr>
        <p:grpSpPr>
          <a:xfrm>
            <a:off x="4219203" y="3751969"/>
            <a:ext cx="705593" cy="362075"/>
            <a:chOff x="2339625" y="3726250"/>
            <a:chExt cx="850625" cy="362075"/>
          </a:xfrm>
        </p:grpSpPr>
        <p:sp>
          <p:nvSpPr>
            <p:cNvPr id="1360" name="Google Shape;1360;p55"/>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5"/>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1240;p26">
            <a:extLst>
              <a:ext uri="{FF2B5EF4-FFF2-40B4-BE49-F238E27FC236}">
                <a16:creationId xmlns:a16="http://schemas.microsoft.com/office/drawing/2014/main" id="{6681079A-B333-4E99-A2F7-43BD72B84EEA}"/>
              </a:ext>
            </a:extLst>
          </p:cNvPr>
          <p:cNvGrpSpPr/>
          <p:nvPr/>
        </p:nvGrpSpPr>
        <p:grpSpPr>
          <a:xfrm>
            <a:off x="452700" y="1569483"/>
            <a:ext cx="8247925" cy="2949842"/>
            <a:chOff x="452700" y="1569483"/>
            <a:chExt cx="8247925" cy="2949842"/>
          </a:xfrm>
        </p:grpSpPr>
        <p:sp>
          <p:nvSpPr>
            <p:cNvPr id="7" name="Google Shape;1242;p26">
              <a:extLst>
                <a:ext uri="{FF2B5EF4-FFF2-40B4-BE49-F238E27FC236}">
                  <a16:creationId xmlns:a16="http://schemas.microsoft.com/office/drawing/2014/main" id="{B1F62FC5-7F5C-4B96-A394-5FAFFDB75AE4}"/>
                </a:ext>
              </a:extLst>
            </p:cNvPr>
            <p:cNvSpPr txBox="1"/>
            <p:nvPr/>
          </p:nvSpPr>
          <p:spPr>
            <a:xfrm>
              <a:off x="1005207" y="4025388"/>
              <a:ext cx="1415100" cy="415800"/>
            </a:xfrm>
            <a:prstGeom prst="rect">
              <a:avLst/>
            </a:prstGeom>
            <a:noFill/>
            <a:ln>
              <a:noFill/>
            </a:ln>
          </p:spPr>
          <p:txBody>
            <a:bodyPr spcFirstLastPara="1" wrap="square" lIns="91425" tIns="91425" rIns="91425" bIns="91425" anchor="ctr" anchorCtr="0">
              <a:noAutofit/>
            </a:bodyPr>
            <a:lstStyle/>
            <a:p>
              <a:pPr algn="ctr"/>
              <a:r>
                <a:rPr lang="en-US" sz="1800" dirty="0">
                  <a:latin typeface="Fira Sans Extra Condensed Medium"/>
                </a:rPr>
                <a:t>cough</a:t>
              </a:r>
            </a:p>
            <a:p>
              <a:pPr marL="0" lvl="0" indent="0" algn="ctr" rtl="0">
                <a:spcBef>
                  <a:spcPts val="0"/>
                </a:spcBef>
                <a:spcAft>
                  <a:spcPts val="0"/>
                </a:spcAft>
                <a:buNone/>
              </a:pP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9" name="Google Shape;1244;p26">
              <a:extLst>
                <a:ext uri="{FF2B5EF4-FFF2-40B4-BE49-F238E27FC236}">
                  <a16:creationId xmlns:a16="http://schemas.microsoft.com/office/drawing/2014/main" id="{32C1A273-BB72-47DA-BDCC-13B05975EF0E}"/>
                </a:ext>
              </a:extLst>
            </p:cNvPr>
            <p:cNvSpPr txBox="1"/>
            <p:nvPr/>
          </p:nvSpPr>
          <p:spPr>
            <a:xfrm>
              <a:off x="4817544" y="4041784"/>
              <a:ext cx="1415100" cy="415800"/>
            </a:xfrm>
            <a:prstGeom prst="rect">
              <a:avLst/>
            </a:prstGeom>
            <a:noFill/>
            <a:ln>
              <a:noFill/>
            </a:ln>
          </p:spPr>
          <p:txBody>
            <a:bodyPr spcFirstLastPara="1" wrap="square" lIns="91425" tIns="91425" rIns="91425" bIns="91425" anchor="ctr" anchorCtr="0">
              <a:noAutofit/>
            </a:bodyPr>
            <a:lstStyle/>
            <a:p>
              <a:pPr algn="ctr"/>
              <a:r>
                <a:rPr lang="en-US" sz="1800" dirty="0">
                  <a:latin typeface="Fira Sans Extra Condensed Medium"/>
                </a:rPr>
                <a:t>headache</a:t>
              </a:r>
              <a:endParaRPr lang="en-US" dirty="0">
                <a:latin typeface="Fira Sans Extra Condensed Medium"/>
              </a:endParaRPr>
            </a:p>
            <a:p>
              <a:pPr marL="0" lvl="0" indent="0" algn="ctr" rtl="0">
                <a:spcBef>
                  <a:spcPts val="0"/>
                </a:spcBef>
                <a:spcAft>
                  <a:spcPts val="0"/>
                </a:spcAft>
                <a:buNone/>
              </a:pP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11" name="Google Shape;1246;p26">
              <a:extLst>
                <a:ext uri="{FF2B5EF4-FFF2-40B4-BE49-F238E27FC236}">
                  <a16:creationId xmlns:a16="http://schemas.microsoft.com/office/drawing/2014/main" id="{A2838AF6-3BA1-4BE9-93D4-DF22FF69B6A5}"/>
                </a:ext>
              </a:extLst>
            </p:cNvPr>
            <p:cNvSpPr txBox="1"/>
            <p:nvPr/>
          </p:nvSpPr>
          <p:spPr>
            <a:xfrm>
              <a:off x="6723693" y="3895027"/>
              <a:ext cx="1415100" cy="41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rgbClr val="000000"/>
                  </a:solidFill>
                  <a:latin typeface="Fira Sans Extra Condensed Medium"/>
                  <a:ea typeface="Fira Sans Extra Condensed Medium"/>
                  <a:cs typeface="Fira Sans Extra Condensed Medium"/>
                  <a:sym typeface="Fira Sans Extra Condensed Medium"/>
                </a:rPr>
                <a:t>Hard breath</a:t>
              </a:r>
              <a:endParaRPr sz="18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13" name="Google Shape;1248;p26">
              <a:extLst>
                <a:ext uri="{FF2B5EF4-FFF2-40B4-BE49-F238E27FC236}">
                  <a16:creationId xmlns:a16="http://schemas.microsoft.com/office/drawing/2014/main" id="{7D482DE6-2191-45D8-A519-55B21942CC6A}"/>
                </a:ext>
              </a:extLst>
            </p:cNvPr>
            <p:cNvSpPr txBox="1"/>
            <p:nvPr/>
          </p:nvSpPr>
          <p:spPr>
            <a:xfrm>
              <a:off x="2901371" y="4103525"/>
              <a:ext cx="1415100" cy="415800"/>
            </a:xfrm>
            <a:prstGeom prst="rect">
              <a:avLst/>
            </a:prstGeom>
            <a:noFill/>
            <a:ln>
              <a:noFill/>
            </a:ln>
          </p:spPr>
          <p:txBody>
            <a:bodyPr spcFirstLastPara="1" wrap="square" lIns="91425" tIns="91425" rIns="91425" bIns="91425" anchor="ctr" anchorCtr="0">
              <a:noAutofit/>
            </a:bodyPr>
            <a:lstStyle/>
            <a:p>
              <a:pPr lvl="0" algn="ctr">
                <a:lnSpc>
                  <a:spcPct val="107000"/>
                </a:lnSpc>
                <a:spcAft>
                  <a:spcPts val="800"/>
                </a:spcAft>
              </a:pPr>
              <a:r>
                <a:rPr lang="en-US" sz="2000" dirty="0">
                  <a:solidFill>
                    <a:schemeClr val="accent3">
                      <a:lumMod val="75000"/>
                    </a:schemeClr>
                  </a:solidFill>
                  <a:latin typeface="Fira Sans Extra Condensed Medium"/>
                  <a:ea typeface="Calibri" panose="020F0502020204030204" pitchFamily="34" charset="0"/>
                  <a:cs typeface="Arial" panose="020B0604020202020204" pitchFamily="34" charset="0"/>
                </a:rPr>
                <a:t>fever</a:t>
              </a:r>
              <a:endParaRPr lang="en-US" sz="1800" dirty="0">
                <a:solidFill>
                  <a:schemeClr val="accent3">
                    <a:lumMod val="75000"/>
                  </a:schemeClr>
                </a:solidFill>
                <a:latin typeface="Fira Sans Extra Condensed Medium"/>
                <a:ea typeface="Calibri" panose="020F0502020204030204" pitchFamily="34" charset="0"/>
                <a:cs typeface="Arial" panose="020B0604020202020204" pitchFamily="34" charset="0"/>
              </a:endParaRPr>
            </a:p>
            <a:p>
              <a:pPr marL="0" lvl="0" indent="0" algn="ctr" rtl="0">
                <a:spcBef>
                  <a:spcPts val="0"/>
                </a:spcBef>
                <a:spcAft>
                  <a:spcPts val="0"/>
                </a:spcAft>
                <a:buNone/>
              </a:pP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cxnSp>
          <p:nvCxnSpPr>
            <p:cNvPr id="14" name="Google Shape;1249;p26">
              <a:extLst>
                <a:ext uri="{FF2B5EF4-FFF2-40B4-BE49-F238E27FC236}">
                  <a16:creationId xmlns:a16="http://schemas.microsoft.com/office/drawing/2014/main" id="{B746E7F3-24CB-47A8-BDCC-EC8E41FBAB7A}"/>
                </a:ext>
              </a:extLst>
            </p:cNvPr>
            <p:cNvCxnSpPr/>
            <p:nvPr/>
          </p:nvCxnSpPr>
          <p:spPr>
            <a:xfrm>
              <a:off x="452700" y="2247900"/>
              <a:ext cx="574800" cy="0"/>
            </a:xfrm>
            <a:prstGeom prst="straightConnector1">
              <a:avLst/>
            </a:prstGeom>
            <a:noFill/>
            <a:ln w="19050" cap="flat" cmpd="sng">
              <a:solidFill>
                <a:schemeClr val="accent2"/>
              </a:solidFill>
              <a:prstDash val="dash"/>
              <a:round/>
              <a:headEnd type="none" w="med" len="med"/>
              <a:tailEnd type="none" w="med" len="med"/>
            </a:ln>
          </p:spPr>
        </p:cxnSp>
        <p:grpSp>
          <p:nvGrpSpPr>
            <p:cNvPr id="15" name="Google Shape;1250;p26">
              <a:extLst>
                <a:ext uri="{FF2B5EF4-FFF2-40B4-BE49-F238E27FC236}">
                  <a16:creationId xmlns:a16="http://schemas.microsoft.com/office/drawing/2014/main" id="{38820668-DE27-4F02-BC7F-9B7CCF477883}"/>
                </a:ext>
              </a:extLst>
            </p:cNvPr>
            <p:cNvGrpSpPr/>
            <p:nvPr/>
          </p:nvGrpSpPr>
          <p:grpSpPr>
            <a:xfrm>
              <a:off x="2935034" y="1569483"/>
              <a:ext cx="1367606" cy="1368358"/>
              <a:chOff x="3142689" y="1833554"/>
              <a:chExt cx="1316905" cy="1317629"/>
            </a:xfrm>
          </p:grpSpPr>
          <p:sp>
            <p:nvSpPr>
              <p:cNvPr id="55" name="Google Shape;1251;p26">
                <a:extLst>
                  <a:ext uri="{FF2B5EF4-FFF2-40B4-BE49-F238E27FC236}">
                    <a16:creationId xmlns:a16="http://schemas.microsoft.com/office/drawing/2014/main" id="{DF17CC05-4B33-42B5-A107-0C77BE41AB59}"/>
                  </a:ext>
                </a:extLst>
              </p:cNvPr>
              <p:cNvSpPr/>
              <p:nvPr/>
            </p:nvSpPr>
            <p:spPr>
              <a:xfrm>
                <a:off x="3142689" y="1833554"/>
                <a:ext cx="1316905" cy="1317629"/>
              </a:xfrm>
              <a:custGeom>
                <a:avLst/>
                <a:gdLst/>
                <a:ahLst/>
                <a:cxnLst/>
                <a:rect l="l" t="t" r="r" b="b"/>
                <a:pathLst>
                  <a:path w="41863" h="41886" extrusionOk="0">
                    <a:moveTo>
                      <a:pt x="20931" y="1"/>
                    </a:moveTo>
                    <a:cubicBezTo>
                      <a:pt x="9359" y="1"/>
                      <a:pt x="1" y="9382"/>
                      <a:pt x="1" y="20955"/>
                    </a:cubicBezTo>
                    <a:cubicBezTo>
                      <a:pt x="1" y="32504"/>
                      <a:pt x="9359" y="41885"/>
                      <a:pt x="20931" y="41885"/>
                    </a:cubicBezTo>
                    <a:cubicBezTo>
                      <a:pt x="32504" y="41885"/>
                      <a:pt x="41862" y="32504"/>
                      <a:pt x="41862" y="20955"/>
                    </a:cubicBezTo>
                    <a:cubicBezTo>
                      <a:pt x="41862" y="9382"/>
                      <a:pt x="32504" y="1"/>
                      <a:pt x="209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252;p26">
                <a:extLst>
                  <a:ext uri="{FF2B5EF4-FFF2-40B4-BE49-F238E27FC236}">
                    <a16:creationId xmlns:a16="http://schemas.microsoft.com/office/drawing/2014/main" id="{18AABC3E-1FCF-41AA-B13B-8C239B41E522}"/>
                  </a:ext>
                </a:extLst>
              </p:cNvPr>
              <p:cNvSpPr/>
              <p:nvPr/>
            </p:nvSpPr>
            <p:spPr>
              <a:xfrm>
                <a:off x="3142689" y="1833554"/>
                <a:ext cx="1316905" cy="1317629"/>
              </a:xfrm>
              <a:custGeom>
                <a:avLst/>
                <a:gdLst/>
                <a:ahLst/>
                <a:cxnLst/>
                <a:rect l="l" t="t" r="r" b="b"/>
                <a:pathLst>
                  <a:path w="41863" h="41886" fill="none" extrusionOk="0">
                    <a:moveTo>
                      <a:pt x="41862" y="20955"/>
                    </a:moveTo>
                    <a:cubicBezTo>
                      <a:pt x="41862" y="32504"/>
                      <a:pt x="32504" y="41885"/>
                      <a:pt x="20931" y="41885"/>
                    </a:cubicBezTo>
                    <a:cubicBezTo>
                      <a:pt x="9359" y="41885"/>
                      <a:pt x="1" y="32504"/>
                      <a:pt x="1" y="20955"/>
                    </a:cubicBezTo>
                    <a:cubicBezTo>
                      <a:pt x="1" y="9382"/>
                      <a:pt x="9359" y="1"/>
                      <a:pt x="20931" y="1"/>
                    </a:cubicBezTo>
                    <a:cubicBezTo>
                      <a:pt x="32504" y="1"/>
                      <a:pt x="41862" y="9382"/>
                      <a:pt x="41862" y="20955"/>
                    </a:cubicBezTo>
                    <a:close/>
                  </a:path>
                </a:pathLst>
              </a:custGeom>
              <a:noFill/>
              <a:ln w="188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253;p26">
                <a:extLst>
                  <a:ext uri="{FF2B5EF4-FFF2-40B4-BE49-F238E27FC236}">
                    <a16:creationId xmlns:a16="http://schemas.microsoft.com/office/drawing/2014/main" id="{45203B00-61EF-44A6-AFDA-270D67BD898F}"/>
                  </a:ext>
                </a:extLst>
              </p:cNvPr>
              <p:cNvSpPr/>
              <p:nvPr/>
            </p:nvSpPr>
            <p:spPr>
              <a:xfrm>
                <a:off x="3301392" y="1992980"/>
                <a:ext cx="999499" cy="998807"/>
              </a:xfrm>
              <a:custGeom>
                <a:avLst/>
                <a:gdLst/>
                <a:ahLst/>
                <a:cxnLst/>
                <a:rect l="l" t="t" r="r" b="b"/>
                <a:pathLst>
                  <a:path w="31773" h="31751" extrusionOk="0">
                    <a:moveTo>
                      <a:pt x="15886" y="0"/>
                    </a:moveTo>
                    <a:cubicBezTo>
                      <a:pt x="7122" y="0"/>
                      <a:pt x="0" y="7122"/>
                      <a:pt x="0" y="15887"/>
                    </a:cubicBezTo>
                    <a:cubicBezTo>
                      <a:pt x="0" y="24651"/>
                      <a:pt x="7122" y="31750"/>
                      <a:pt x="15886" y="31750"/>
                    </a:cubicBezTo>
                    <a:cubicBezTo>
                      <a:pt x="24651" y="31750"/>
                      <a:pt x="31773" y="24651"/>
                      <a:pt x="31773" y="15887"/>
                    </a:cubicBezTo>
                    <a:cubicBezTo>
                      <a:pt x="31773" y="7122"/>
                      <a:pt x="24651" y="0"/>
                      <a:pt x="158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254;p26">
                <a:extLst>
                  <a:ext uri="{FF2B5EF4-FFF2-40B4-BE49-F238E27FC236}">
                    <a16:creationId xmlns:a16="http://schemas.microsoft.com/office/drawing/2014/main" id="{E939CE36-37CA-4973-ACD1-A9B01C61949D}"/>
                  </a:ext>
                </a:extLst>
              </p:cNvPr>
              <p:cNvSpPr/>
              <p:nvPr/>
            </p:nvSpPr>
            <p:spPr>
              <a:xfrm>
                <a:off x="3470130" y="2041802"/>
                <a:ext cx="671366" cy="949985"/>
              </a:xfrm>
              <a:custGeom>
                <a:avLst/>
                <a:gdLst/>
                <a:ahLst/>
                <a:cxnLst/>
                <a:rect l="l" t="t" r="r" b="b"/>
                <a:pathLst>
                  <a:path w="21342" h="30199" fill="none" extrusionOk="0">
                    <a:moveTo>
                      <a:pt x="0" y="27916"/>
                    </a:moveTo>
                    <a:cubicBezTo>
                      <a:pt x="0" y="27916"/>
                      <a:pt x="4109" y="21433"/>
                      <a:pt x="4200" y="18192"/>
                    </a:cubicBezTo>
                    <a:cubicBezTo>
                      <a:pt x="4291" y="14951"/>
                      <a:pt x="2693" y="13650"/>
                      <a:pt x="1826" y="11025"/>
                    </a:cubicBezTo>
                    <a:cubicBezTo>
                      <a:pt x="890" y="8263"/>
                      <a:pt x="1940" y="5273"/>
                      <a:pt x="1940" y="5273"/>
                    </a:cubicBezTo>
                    <a:cubicBezTo>
                      <a:pt x="1940" y="5273"/>
                      <a:pt x="3059" y="0"/>
                      <a:pt x="10819" y="822"/>
                    </a:cubicBezTo>
                    <a:cubicBezTo>
                      <a:pt x="18580" y="1667"/>
                      <a:pt x="19379" y="6871"/>
                      <a:pt x="19105" y="9998"/>
                    </a:cubicBezTo>
                    <a:cubicBezTo>
                      <a:pt x="19105" y="9998"/>
                      <a:pt x="18717" y="10660"/>
                      <a:pt x="19858" y="12029"/>
                    </a:cubicBezTo>
                    <a:cubicBezTo>
                      <a:pt x="20999" y="13399"/>
                      <a:pt x="21342" y="13855"/>
                      <a:pt x="20771" y="14426"/>
                    </a:cubicBezTo>
                    <a:cubicBezTo>
                      <a:pt x="20200" y="14996"/>
                      <a:pt x="19675" y="15065"/>
                      <a:pt x="19675" y="15065"/>
                    </a:cubicBezTo>
                    <a:cubicBezTo>
                      <a:pt x="19675" y="15065"/>
                      <a:pt x="19995" y="16046"/>
                      <a:pt x="19949" y="16343"/>
                    </a:cubicBezTo>
                    <a:cubicBezTo>
                      <a:pt x="19904" y="16640"/>
                      <a:pt x="19379" y="16914"/>
                      <a:pt x="19379" y="16914"/>
                    </a:cubicBezTo>
                    <a:cubicBezTo>
                      <a:pt x="19379" y="16914"/>
                      <a:pt x="19904" y="17713"/>
                      <a:pt x="19014" y="18146"/>
                    </a:cubicBezTo>
                    <a:cubicBezTo>
                      <a:pt x="19014" y="18146"/>
                      <a:pt x="18762" y="18352"/>
                      <a:pt x="18808" y="19333"/>
                    </a:cubicBezTo>
                    <a:cubicBezTo>
                      <a:pt x="18854" y="20292"/>
                      <a:pt x="18283" y="20908"/>
                      <a:pt x="16617" y="20726"/>
                    </a:cubicBezTo>
                    <a:cubicBezTo>
                      <a:pt x="14951" y="20543"/>
                      <a:pt x="13764" y="20201"/>
                      <a:pt x="13102" y="21388"/>
                    </a:cubicBezTo>
                    <a:cubicBezTo>
                      <a:pt x="12440" y="22574"/>
                      <a:pt x="12097" y="23876"/>
                      <a:pt x="12349" y="25199"/>
                    </a:cubicBezTo>
                    <a:cubicBezTo>
                      <a:pt x="12622" y="26500"/>
                      <a:pt x="16252" y="30198"/>
                      <a:pt x="16252" y="30198"/>
                    </a:cubicBezTo>
                  </a:path>
                </a:pathLst>
              </a:custGeom>
              <a:noFill/>
              <a:ln w="188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255;p26">
                <a:extLst>
                  <a:ext uri="{FF2B5EF4-FFF2-40B4-BE49-F238E27FC236}">
                    <a16:creationId xmlns:a16="http://schemas.microsoft.com/office/drawing/2014/main" id="{A422526C-8593-462D-B052-E7F781544DB2}"/>
                  </a:ext>
                </a:extLst>
              </p:cNvPr>
              <p:cNvSpPr/>
              <p:nvPr/>
            </p:nvSpPr>
            <p:spPr>
              <a:xfrm>
                <a:off x="3692000" y="1985777"/>
                <a:ext cx="56749" cy="226211"/>
              </a:xfrm>
              <a:custGeom>
                <a:avLst/>
                <a:gdLst/>
                <a:ahLst/>
                <a:cxnLst/>
                <a:rect l="l" t="t" r="r" b="b"/>
                <a:pathLst>
                  <a:path w="1804" h="7191" extrusionOk="0">
                    <a:moveTo>
                      <a:pt x="1118" y="1"/>
                    </a:moveTo>
                    <a:lnTo>
                      <a:pt x="1118" y="1"/>
                    </a:lnTo>
                    <a:cubicBezTo>
                      <a:pt x="1118" y="1"/>
                      <a:pt x="1095" y="24"/>
                      <a:pt x="1027" y="24"/>
                    </a:cubicBezTo>
                    <a:cubicBezTo>
                      <a:pt x="982" y="47"/>
                      <a:pt x="890" y="69"/>
                      <a:pt x="776" y="115"/>
                    </a:cubicBezTo>
                    <a:cubicBezTo>
                      <a:pt x="571" y="229"/>
                      <a:pt x="297" y="457"/>
                      <a:pt x="137" y="868"/>
                    </a:cubicBezTo>
                    <a:cubicBezTo>
                      <a:pt x="69" y="1051"/>
                      <a:pt x="0" y="1279"/>
                      <a:pt x="0" y="1530"/>
                    </a:cubicBezTo>
                    <a:cubicBezTo>
                      <a:pt x="0" y="1781"/>
                      <a:pt x="23" y="2032"/>
                      <a:pt x="91" y="2283"/>
                    </a:cubicBezTo>
                    <a:cubicBezTo>
                      <a:pt x="160" y="2535"/>
                      <a:pt x="251" y="2763"/>
                      <a:pt x="365" y="3014"/>
                    </a:cubicBezTo>
                    <a:cubicBezTo>
                      <a:pt x="479" y="3242"/>
                      <a:pt x="616" y="3470"/>
                      <a:pt x="730" y="3676"/>
                    </a:cubicBezTo>
                    <a:cubicBezTo>
                      <a:pt x="845" y="3904"/>
                      <a:pt x="959" y="4109"/>
                      <a:pt x="1050" y="4338"/>
                    </a:cubicBezTo>
                    <a:cubicBezTo>
                      <a:pt x="1118" y="4543"/>
                      <a:pt x="1210" y="4771"/>
                      <a:pt x="1233" y="4954"/>
                    </a:cubicBezTo>
                    <a:cubicBezTo>
                      <a:pt x="1255" y="5091"/>
                      <a:pt x="1278" y="5159"/>
                      <a:pt x="1278" y="5274"/>
                    </a:cubicBezTo>
                    <a:cubicBezTo>
                      <a:pt x="1278" y="5365"/>
                      <a:pt x="1278" y="5479"/>
                      <a:pt x="1278" y="5570"/>
                    </a:cubicBezTo>
                    <a:cubicBezTo>
                      <a:pt x="1255" y="5776"/>
                      <a:pt x="1210" y="5958"/>
                      <a:pt x="1164" y="6118"/>
                    </a:cubicBezTo>
                    <a:cubicBezTo>
                      <a:pt x="1050" y="6460"/>
                      <a:pt x="890" y="6734"/>
                      <a:pt x="776" y="6917"/>
                    </a:cubicBezTo>
                    <a:cubicBezTo>
                      <a:pt x="639" y="7077"/>
                      <a:pt x="548" y="7191"/>
                      <a:pt x="548" y="7191"/>
                    </a:cubicBezTo>
                    <a:cubicBezTo>
                      <a:pt x="548" y="7191"/>
                      <a:pt x="571" y="7168"/>
                      <a:pt x="616" y="7145"/>
                    </a:cubicBezTo>
                    <a:cubicBezTo>
                      <a:pt x="685" y="7100"/>
                      <a:pt x="753" y="7077"/>
                      <a:pt x="845" y="7008"/>
                    </a:cubicBezTo>
                    <a:cubicBezTo>
                      <a:pt x="1050" y="6871"/>
                      <a:pt x="1301" y="6620"/>
                      <a:pt x="1484" y="6278"/>
                    </a:cubicBezTo>
                    <a:cubicBezTo>
                      <a:pt x="1598" y="6095"/>
                      <a:pt x="1689" y="5890"/>
                      <a:pt x="1735" y="5639"/>
                    </a:cubicBezTo>
                    <a:cubicBezTo>
                      <a:pt x="1758" y="5525"/>
                      <a:pt x="1780" y="5411"/>
                      <a:pt x="1780" y="5274"/>
                    </a:cubicBezTo>
                    <a:cubicBezTo>
                      <a:pt x="1803" y="5159"/>
                      <a:pt x="1803" y="5000"/>
                      <a:pt x="1780" y="4908"/>
                    </a:cubicBezTo>
                    <a:cubicBezTo>
                      <a:pt x="1758" y="4612"/>
                      <a:pt x="1712" y="4361"/>
                      <a:pt x="1598" y="4109"/>
                    </a:cubicBezTo>
                    <a:cubicBezTo>
                      <a:pt x="1507" y="3858"/>
                      <a:pt x="1392" y="3630"/>
                      <a:pt x="1278" y="3379"/>
                    </a:cubicBezTo>
                    <a:cubicBezTo>
                      <a:pt x="1164" y="3174"/>
                      <a:pt x="1027" y="2945"/>
                      <a:pt x="913" y="2740"/>
                    </a:cubicBezTo>
                    <a:cubicBezTo>
                      <a:pt x="799" y="2512"/>
                      <a:pt x="708" y="2306"/>
                      <a:pt x="616" y="2101"/>
                    </a:cubicBezTo>
                    <a:cubicBezTo>
                      <a:pt x="548" y="1895"/>
                      <a:pt x="479" y="1713"/>
                      <a:pt x="457" y="1507"/>
                    </a:cubicBezTo>
                    <a:cubicBezTo>
                      <a:pt x="434" y="1325"/>
                      <a:pt x="457" y="1142"/>
                      <a:pt x="479" y="960"/>
                    </a:cubicBezTo>
                    <a:cubicBezTo>
                      <a:pt x="548" y="617"/>
                      <a:pt x="708" y="366"/>
                      <a:pt x="845" y="206"/>
                    </a:cubicBezTo>
                    <a:cubicBezTo>
                      <a:pt x="936" y="138"/>
                      <a:pt x="1004" y="92"/>
                      <a:pt x="1050" y="47"/>
                    </a:cubicBezTo>
                    <a:cubicBezTo>
                      <a:pt x="1095" y="24"/>
                      <a:pt x="1118" y="1"/>
                      <a:pt x="11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56;p26">
                <a:extLst>
                  <a:ext uri="{FF2B5EF4-FFF2-40B4-BE49-F238E27FC236}">
                    <a16:creationId xmlns:a16="http://schemas.microsoft.com/office/drawing/2014/main" id="{E11F2D2E-D57A-4941-929F-454A01101C4E}"/>
                  </a:ext>
                </a:extLst>
              </p:cNvPr>
              <p:cNvSpPr/>
              <p:nvPr/>
            </p:nvSpPr>
            <p:spPr>
              <a:xfrm>
                <a:off x="3772405" y="1985777"/>
                <a:ext cx="57473" cy="226211"/>
              </a:xfrm>
              <a:custGeom>
                <a:avLst/>
                <a:gdLst/>
                <a:ahLst/>
                <a:cxnLst/>
                <a:rect l="l" t="t" r="r" b="b"/>
                <a:pathLst>
                  <a:path w="1827" h="7191" extrusionOk="0">
                    <a:moveTo>
                      <a:pt x="1142" y="1"/>
                    </a:moveTo>
                    <a:lnTo>
                      <a:pt x="1142" y="1"/>
                    </a:lnTo>
                    <a:cubicBezTo>
                      <a:pt x="1141" y="1"/>
                      <a:pt x="1118" y="24"/>
                      <a:pt x="1050" y="24"/>
                    </a:cubicBezTo>
                    <a:cubicBezTo>
                      <a:pt x="982" y="47"/>
                      <a:pt x="891" y="69"/>
                      <a:pt x="799" y="115"/>
                    </a:cubicBezTo>
                    <a:cubicBezTo>
                      <a:pt x="594" y="229"/>
                      <a:pt x="320" y="457"/>
                      <a:pt x="160" y="868"/>
                    </a:cubicBezTo>
                    <a:cubicBezTo>
                      <a:pt x="69" y="1051"/>
                      <a:pt x="0" y="1279"/>
                      <a:pt x="23" y="1530"/>
                    </a:cubicBezTo>
                    <a:cubicBezTo>
                      <a:pt x="0" y="1781"/>
                      <a:pt x="46" y="2032"/>
                      <a:pt x="115" y="2283"/>
                    </a:cubicBezTo>
                    <a:cubicBezTo>
                      <a:pt x="183" y="2535"/>
                      <a:pt x="274" y="2763"/>
                      <a:pt x="389" y="3014"/>
                    </a:cubicBezTo>
                    <a:cubicBezTo>
                      <a:pt x="503" y="3242"/>
                      <a:pt x="617" y="3470"/>
                      <a:pt x="731" y="3676"/>
                    </a:cubicBezTo>
                    <a:cubicBezTo>
                      <a:pt x="868" y="3904"/>
                      <a:pt x="959" y="4109"/>
                      <a:pt x="1050" y="4338"/>
                    </a:cubicBezTo>
                    <a:cubicBezTo>
                      <a:pt x="1142" y="4543"/>
                      <a:pt x="1210" y="4771"/>
                      <a:pt x="1256" y="4954"/>
                    </a:cubicBezTo>
                    <a:cubicBezTo>
                      <a:pt x="1279" y="5091"/>
                      <a:pt x="1279" y="5159"/>
                      <a:pt x="1279" y="5274"/>
                    </a:cubicBezTo>
                    <a:cubicBezTo>
                      <a:pt x="1302" y="5365"/>
                      <a:pt x="1302" y="5479"/>
                      <a:pt x="1279" y="5570"/>
                    </a:cubicBezTo>
                    <a:cubicBezTo>
                      <a:pt x="1256" y="5776"/>
                      <a:pt x="1233" y="5958"/>
                      <a:pt x="1165" y="6118"/>
                    </a:cubicBezTo>
                    <a:cubicBezTo>
                      <a:pt x="1073" y="6460"/>
                      <a:pt x="913" y="6734"/>
                      <a:pt x="777" y="6917"/>
                    </a:cubicBezTo>
                    <a:cubicBezTo>
                      <a:pt x="640" y="7077"/>
                      <a:pt x="548" y="7191"/>
                      <a:pt x="548" y="7191"/>
                    </a:cubicBezTo>
                    <a:cubicBezTo>
                      <a:pt x="548" y="7191"/>
                      <a:pt x="594" y="7168"/>
                      <a:pt x="640" y="7145"/>
                    </a:cubicBezTo>
                    <a:cubicBezTo>
                      <a:pt x="685" y="7100"/>
                      <a:pt x="777" y="7077"/>
                      <a:pt x="868" y="7008"/>
                    </a:cubicBezTo>
                    <a:cubicBezTo>
                      <a:pt x="1050" y="6871"/>
                      <a:pt x="1302" y="6620"/>
                      <a:pt x="1507" y="6278"/>
                    </a:cubicBezTo>
                    <a:cubicBezTo>
                      <a:pt x="1598" y="6095"/>
                      <a:pt x="1690" y="5890"/>
                      <a:pt x="1735" y="5639"/>
                    </a:cubicBezTo>
                    <a:cubicBezTo>
                      <a:pt x="1781" y="5525"/>
                      <a:pt x="1804" y="5411"/>
                      <a:pt x="1804" y="5274"/>
                    </a:cubicBezTo>
                    <a:cubicBezTo>
                      <a:pt x="1827" y="5159"/>
                      <a:pt x="1804" y="5000"/>
                      <a:pt x="1804" y="4908"/>
                    </a:cubicBezTo>
                    <a:cubicBezTo>
                      <a:pt x="1781" y="4612"/>
                      <a:pt x="1712" y="4361"/>
                      <a:pt x="1621" y="4109"/>
                    </a:cubicBezTo>
                    <a:cubicBezTo>
                      <a:pt x="1530" y="3858"/>
                      <a:pt x="1416" y="3630"/>
                      <a:pt x="1302" y="3379"/>
                    </a:cubicBezTo>
                    <a:cubicBezTo>
                      <a:pt x="1165" y="3174"/>
                      <a:pt x="1050" y="2945"/>
                      <a:pt x="936" y="2740"/>
                    </a:cubicBezTo>
                    <a:cubicBezTo>
                      <a:pt x="822" y="2512"/>
                      <a:pt x="708" y="2306"/>
                      <a:pt x="640" y="2101"/>
                    </a:cubicBezTo>
                    <a:cubicBezTo>
                      <a:pt x="571" y="1895"/>
                      <a:pt x="503" y="1713"/>
                      <a:pt x="480" y="1507"/>
                    </a:cubicBezTo>
                    <a:cubicBezTo>
                      <a:pt x="457" y="1325"/>
                      <a:pt x="457" y="1142"/>
                      <a:pt x="503" y="960"/>
                    </a:cubicBezTo>
                    <a:cubicBezTo>
                      <a:pt x="548" y="617"/>
                      <a:pt x="708" y="366"/>
                      <a:pt x="868" y="206"/>
                    </a:cubicBezTo>
                    <a:cubicBezTo>
                      <a:pt x="936" y="138"/>
                      <a:pt x="1005" y="92"/>
                      <a:pt x="1073" y="47"/>
                    </a:cubicBezTo>
                    <a:cubicBezTo>
                      <a:pt x="1119" y="24"/>
                      <a:pt x="1141" y="1"/>
                      <a:pt x="11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57;p26">
                <a:extLst>
                  <a:ext uri="{FF2B5EF4-FFF2-40B4-BE49-F238E27FC236}">
                    <a16:creationId xmlns:a16="http://schemas.microsoft.com/office/drawing/2014/main" id="{A9091504-2123-4FB1-B291-33386760363D}"/>
                  </a:ext>
                </a:extLst>
              </p:cNvPr>
              <p:cNvSpPr/>
              <p:nvPr/>
            </p:nvSpPr>
            <p:spPr>
              <a:xfrm>
                <a:off x="3853534" y="1985777"/>
                <a:ext cx="56749" cy="226211"/>
              </a:xfrm>
              <a:custGeom>
                <a:avLst/>
                <a:gdLst/>
                <a:ahLst/>
                <a:cxnLst/>
                <a:rect l="l" t="t" r="r" b="b"/>
                <a:pathLst>
                  <a:path w="1804" h="7191" extrusionOk="0">
                    <a:moveTo>
                      <a:pt x="1142" y="1"/>
                    </a:moveTo>
                    <a:cubicBezTo>
                      <a:pt x="1141" y="1"/>
                      <a:pt x="1096" y="24"/>
                      <a:pt x="1051" y="24"/>
                    </a:cubicBezTo>
                    <a:cubicBezTo>
                      <a:pt x="982" y="47"/>
                      <a:pt x="891" y="69"/>
                      <a:pt x="777" y="115"/>
                    </a:cubicBezTo>
                    <a:cubicBezTo>
                      <a:pt x="571" y="229"/>
                      <a:pt x="297" y="457"/>
                      <a:pt x="138" y="868"/>
                    </a:cubicBezTo>
                    <a:cubicBezTo>
                      <a:pt x="69" y="1051"/>
                      <a:pt x="1" y="1279"/>
                      <a:pt x="1" y="1530"/>
                    </a:cubicBezTo>
                    <a:cubicBezTo>
                      <a:pt x="1" y="1781"/>
                      <a:pt x="24" y="2032"/>
                      <a:pt x="92" y="2283"/>
                    </a:cubicBezTo>
                    <a:cubicBezTo>
                      <a:pt x="183" y="2535"/>
                      <a:pt x="252" y="2763"/>
                      <a:pt x="389" y="3014"/>
                    </a:cubicBezTo>
                    <a:cubicBezTo>
                      <a:pt x="480" y="3242"/>
                      <a:pt x="617" y="3470"/>
                      <a:pt x="731" y="3676"/>
                    </a:cubicBezTo>
                    <a:cubicBezTo>
                      <a:pt x="845" y="3904"/>
                      <a:pt x="959" y="4109"/>
                      <a:pt x="1051" y="4338"/>
                    </a:cubicBezTo>
                    <a:cubicBezTo>
                      <a:pt x="1142" y="4543"/>
                      <a:pt x="1210" y="4771"/>
                      <a:pt x="1233" y="4954"/>
                    </a:cubicBezTo>
                    <a:cubicBezTo>
                      <a:pt x="1256" y="5091"/>
                      <a:pt x="1279" y="5159"/>
                      <a:pt x="1279" y="5274"/>
                    </a:cubicBezTo>
                    <a:cubicBezTo>
                      <a:pt x="1279" y="5365"/>
                      <a:pt x="1279" y="5479"/>
                      <a:pt x="1279" y="5570"/>
                    </a:cubicBezTo>
                    <a:cubicBezTo>
                      <a:pt x="1256" y="5776"/>
                      <a:pt x="1210" y="5958"/>
                      <a:pt x="1165" y="6118"/>
                    </a:cubicBezTo>
                    <a:cubicBezTo>
                      <a:pt x="1051" y="6460"/>
                      <a:pt x="891" y="6734"/>
                      <a:pt x="777" y="6917"/>
                    </a:cubicBezTo>
                    <a:cubicBezTo>
                      <a:pt x="640" y="7077"/>
                      <a:pt x="549" y="7191"/>
                      <a:pt x="549" y="7191"/>
                    </a:cubicBezTo>
                    <a:cubicBezTo>
                      <a:pt x="549" y="7191"/>
                      <a:pt x="571" y="7168"/>
                      <a:pt x="640" y="7145"/>
                    </a:cubicBezTo>
                    <a:cubicBezTo>
                      <a:pt x="686" y="7100"/>
                      <a:pt x="754" y="7077"/>
                      <a:pt x="868" y="7008"/>
                    </a:cubicBezTo>
                    <a:cubicBezTo>
                      <a:pt x="1051" y="6871"/>
                      <a:pt x="1302" y="6620"/>
                      <a:pt x="1484" y="6278"/>
                    </a:cubicBezTo>
                    <a:cubicBezTo>
                      <a:pt x="1599" y="6095"/>
                      <a:pt x="1690" y="5890"/>
                      <a:pt x="1735" y="5639"/>
                    </a:cubicBezTo>
                    <a:cubicBezTo>
                      <a:pt x="1758" y="5525"/>
                      <a:pt x="1781" y="5411"/>
                      <a:pt x="1804" y="5274"/>
                    </a:cubicBezTo>
                    <a:cubicBezTo>
                      <a:pt x="1804" y="5159"/>
                      <a:pt x="1804" y="5000"/>
                      <a:pt x="1804" y="4908"/>
                    </a:cubicBezTo>
                    <a:cubicBezTo>
                      <a:pt x="1758" y="4612"/>
                      <a:pt x="1713" y="4361"/>
                      <a:pt x="1621" y="4109"/>
                    </a:cubicBezTo>
                    <a:cubicBezTo>
                      <a:pt x="1507" y="3858"/>
                      <a:pt x="1393" y="3630"/>
                      <a:pt x="1279" y="3379"/>
                    </a:cubicBezTo>
                    <a:cubicBezTo>
                      <a:pt x="1165" y="3174"/>
                      <a:pt x="1028" y="2945"/>
                      <a:pt x="914" y="2740"/>
                    </a:cubicBezTo>
                    <a:cubicBezTo>
                      <a:pt x="800" y="2512"/>
                      <a:pt x="708" y="2306"/>
                      <a:pt x="617" y="2101"/>
                    </a:cubicBezTo>
                    <a:cubicBezTo>
                      <a:pt x="549" y="1895"/>
                      <a:pt x="503" y="1713"/>
                      <a:pt x="457" y="1507"/>
                    </a:cubicBezTo>
                    <a:cubicBezTo>
                      <a:pt x="434" y="1325"/>
                      <a:pt x="457" y="1142"/>
                      <a:pt x="480" y="960"/>
                    </a:cubicBezTo>
                    <a:cubicBezTo>
                      <a:pt x="549" y="617"/>
                      <a:pt x="708" y="366"/>
                      <a:pt x="868" y="206"/>
                    </a:cubicBezTo>
                    <a:cubicBezTo>
                      <a:pt x="937" y="138"/>
                      <a:pt x="1005" y="92"/>
                      <a:pt x="1051" y="47"/>
                    </a:cubicBezTo>
                    <a:cubicBezTo>
                      <a:pt x="1096" y="24"/>
                      <a:pt x="1141" y="1"/>
                      <a:pt x="11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258;p26">
              <a:extLst>
                <a:ext uri="{FF2B5EF4-FFF2-40B4-BE49-F238E27FC236}">
                  <a16:creationId xmlns:a16="http://schemas.microsoft.com/office/drawing/2014/main" id="{6E270DC1-A2E2-4822-9AD2-C9F35E152F2A}"/>
                </a:ext>
              </a:extLst>
            </p:cNvPr>
            <p:cNvGrpSpPr/>
            <p:nvPr/>
          </p:nvGrpSpPr>
          <p:grpSpPr>
            <a:xfrm>
              <a:off x="1028524" y="1569483"/>
              <a:ext cx="1368358" cy="1368358"/>
              <a:chOff x="1600359" y="1833554"/>
              <a:chExt cx="1317629" cy="1317629"/>
            </a:xfrm>
          </p:grpSpPr>
          <p:sp>
            <p:nvSpPr>
              <p:cNvPr id="48" name="Google Shape;1259;p26">
                <a:extLst>
                  <a:ext uri="{FF2B5EF4-FFF2-40B4-BE49-F238E27FC236}">
                    <a16:creationId xmlns:a16="http://schemas.microsoft.com/office/drawing/2014/main" id="{44E3D341-FC58-4F5C-BE7F-0BB98D986622}"/>
                  </a:ext>
                </a:extLst>
              </p:cNvPr>
              <p:cNvSpPr/>
              <p:nvPr/>
            </p:nvSpPr>
            <p:spPr>
              <a:xfrm>
                <a:off x="1600359" y="1833554"/>
                <a:ext cx="1317629" cy="1317629"/>
              </a:xfrm>
              <a:custGeom>
                <a:avLst/>
                <a:gdLst/>
                <a:ahLst/>
                <a:cxnLst/>
                <a:rect l="l" t="t" r="r" b="b"/>
                <a:pathLst>
                  <a:path w="41886" h="41886" extrusionOk="0">
                    <a:moveTo>
                      <a:pt x="20932" y="1"/>
                    </a:moveTo>
                    <a:cubicBezTo>
                      <a:pt x="9382" y="1"/>
                      <a:pt x="1" y="9382"/>
                      <a:pt x="1" y="20955"/>
                    </a:cubicBezTo>
                    <a:cubicBezTo>
                      <a:pt x="1" y="32504"/>
                      <a:pt x="9382" y="41885"/>
                      <a:pt x="20932" y="41885"/>
                    </a:cubicBezTo>
                    <a:cubicBezTo>
                      <a:pt x="32504" y="41885"/>
                      <a:pt x="41885" y="32504"/>
                      <a:pt x="41885" y="20955"/>
                    </a:cubicBezTo>
                    <a:cubicBezTo>
                      <a:pt x="41885" y="9382"/>
                      <a:pt x="32504" y="1"/>
                      <a:pt x="209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260;p26">
                <a:extLst>
                  <a:ext uri="{FF2B5EF4-FFF2-40B4-BE49-F238E27FC236}">
                    <a16:creationId xmlns:a16="http://schemas.microsoft.com/office/drawing/2014/main" id="{9D1B3197-C6ED-4093-B6B8-65297763ABC4}"/>
                  </a:ext>
                </a:extLst>
              </p:cNvPr>
              <p:cNvSpPr/>
              <p:nvPr/>
            </p:nvSpPr>
            <p:spPr>
              <a:xfrm>
                <a:off x="1600359" y="1833554"/>
                <a:ext cx="1317629" cy="1317629"/>
              </a:xfrm>
              <a:custGeom>
                <a:avLst/>
                <a:gdLst/>
                <a:ahLst/>
                <a:cxnLst/>
                <a:rect l="l" t="t" r="r" b="b"/>
                <a:pathLst>
                  <a:path w="41886" h="41886" fill="none" extrusionOk="0">
                    <a:moveTo>
                      <a:pt x="41885" y="20955"/>
                    </a:moveTo>
                    <a:cubicBezTo>
                      <a:pt x="41885" y="32504"/>
                      <a:pt x="32504" y="41885"/>
                      <a:pt x="20932" y="41885"/>
                    </a:cubicBezTo>
                    <a:cubicBezTo>
                      <a:pt x="9382" y="41885"/>
                      <a:pt x="1" y="32504"/>
                      <a:pt x="1" y="20955"/>
                    </a:cubicBezTo>
                    <a:cubicBezTo>
                      <a:pt x="1" y="9382"/>
                      <a:pt x="9382" y="1"/>
                      <a:pt x="20932" y="1"/>
                    </a:cubicBezTo>
                    <a:cubicBezTo>
                      <a:pt x="32504" y="1"/>
                      <a:pt x="41885" y="9382"/>
                      <a:pt x="41885" y="20955"/>
                    </a:cubicBezTo>
                    <a:close/>
                  </a:path>
                </a:pathLst>
              </a:custGeom>
              <a:noFill/>
              <a:ln w="188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261;p26">
                <a:extLst>
                  <a:ext uri="{FF2B5EF4-FFF2-40B4-BE49-F238E27FC236}">
                    <a16:creationId xmlns:a16="http://schemas.microsoft.com/office/drawing/2014/main" id="{F5BC344A-FA44-46AF-B082-75440C0312D8}"/>
                  </a:ext>
                </a:extLst>
              </p:cNvPr>
              <p:cNvSpPr/>
              <p:nvPr/>
            </p:nvSpPr>
            <p:spPr>
              <a:xfrm>
                <a:off x="1759786" y="1992980"/>
                <a:ext cx="998807" cy="998807"/>
              </a:xfrm>
              <a:custGeom>
                <a:avLst/>
                <a:gdLst/>
                <a:ahLst/>
                <a:cxnLst/>
                <a:rect l="l" t="t" r="r" b="b"/>
                <a:pathLst>
                  <a:path w="31751" h="31751" extrusionOk="0">
                    <a:moveTo>
                      <a:pt x="15864" y="0"/>
                    </a:moveTo>
                    <a:cubicBezTo>
                      <a:pt x="7099" y="0"/>
                      <a:pt x="0" y="7122"/>
                      <a:pt x="0" y="15887"/>
                    </a:cubicBezTo>
                    <a:cubicBezTo>
                      <a:pt x="0" y="24651"/>
                      <a:pt x="7099" y="31750"/>
                      <a:pt x="15864" y="31750"/>
                    </a:cubicBezTo>
                    <a:cubicBezTo>
                      <a:pt x="24651" y="31750"/>
                      <a:pt x="31750" y="24651"/>
                      <a:pt x="31750" y="15887"/>
                    </a:cubicBezTo>
                    <a:cubicBezTo>
                      <a:pt x="31750" y="7122"/>
                      <a:pt x="24651" y="0"/>
                      <a:pt x="158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262;p26">
                <a:extLst>
                  <a:ext uri="{FF2B5EF4-FFF2-40B4-BE49-F238E27FC236}">
                    <a16:creationId xmlns:a16="http://schemas.microsoft.com/office/drawing/2014/main" id="{D37F0453-8F03-417F-94A3-051694D2A410}"/>
                  </a:ext>
                </a:extLst>
              </p:cNvPr>
              <p:cNvSpPr/>
              <p:nvPr/>
            </p:nvSpPr>
            <p:spPr>
              <a:xfrm>
                <a:off x="1927800" y="2041802"/>
                <a:ext cx="671366" cy="949985"/>
              </a:xfrm>
              <a:custGeom>
                <a:avLst/>
                <a:gdLst/>
                <a:ahLst/>
                <a:cxnLst/>
                <a:rect l="l" t="t" r="r" b="b"/>
                <a:pathLst>
                  <a:path w="21342" h="30199" fill="none" extrusionOk="0">
                    <a:moveTo>
                      <a:pt x="0" y="27916"/>
                    </a:moveTo>
                    <a:cubicBezTo>
                      <a:pt x="0" y="27916"/>
                      <a:pt x="4132" y="21433"/>
                      <a:pt x="4223" y="18192"/>
                    </a:cubicBezTo>
                    <a:cubicBezTo>
                      <a:pt x="4314" y="14951"/>
                      <a:pt x="2716" y="13650"/>
                      <a:pt x="1826" y="11025"/>
                    </a:cubicBezTo>
                    <a:cubicBezTo>
                      <a:pt x="913" y="8263"/>
                      <a:pt x="1963" y="5273"/>
                      <a:pt x="1963" y="5273"/>
                    </a:cubicBezTo>
                    <a:cubicBezTo>
                      <a:pt x="1963" y="5273"/>
                      <a:pt x="3082" y="0"/>
                      <a:pt x="10842" y="822"/>
                    </a:cubicBezTo>
                    <a:cubicBezTo>
                      <a:pt x="18603" y="1667"/>
                      <a:pt x="19379" y="6871"/>
                      <a:pt x="19128" y="9998"/>
                    </a:cubicBezTo>
                    <a:cubicBezTo>
                      <a:pt x="19128" y="9998"/>
                      <a:pt x="18717" y="10660"/>
                      <a:pt x="19858" y="12029"/>
                    </a:cubicBezTo>
                    <a:cubicBezTo>
                      <a:pt x="21000" y="13399"/>
                      <a:pt x="21342" y="13855"/>
                      <a:pt x="20794" y="14426"/>
                    </a:cubicBezTo>
                    <a:cubicBezTo>
                      <a:pt x="20223" y="14996"/>
                      <a:pt x="19699" y="15065"/>
                      <a:pt x="19699" y="15065"/>
                    </a:cubicBezTo>
                    <a:cubicBezTo>
                      <a:pt x="19699" y="15065"/>
                      <a:pt x="19995" y="16046"/>
                      <a:pt x="19950" y="16343"/>
                    </a:cubicBezTo>
                    <a:cubicBezTo>
                      <a:pt x="19904" y="16640"/>
                      <a:pt x="19379" y="16914"/>
                      <a:pt x="19379" y="16914"/>
                    </a:cubicBezTo>
                    <a:cubicBezTo>
                      <a:pt x="19379" y="16914"/>
                      <a:pt x="19904" y="17713"/>
                      <a:pt x="19037" y="18146"/>
                    </a:cubicBezTo>
                    <a:cubicBezTo>
                      <a:pt x="19037" y="18146"/>
                      <a:pt x="18763" y="18352"/>
                      <a:pt x="18808" y="19333"/>
                    </a:cubicBezTo>
                    <a:cubicBezTo>
                      <a:pt x="18854" y="20292"/>
                      <a:pt x="18283" y="20908"/>
                      <a:pt x="16617" y="20726"/>
                    </a:cubicBezTo>
                    <a:cubicBezTo>
                      <a:pt x="14951" y="20543"/>
                      <a:pt x="13764" y="20201"/>
                      <a:pt x="13125" y="21388"/>
                    </a:cubicBezTo>
                    <a:cubicBezTo>
                      <a:pt x="12463" y="22574"/>
                      <a:pt x="12098" y="23876"/>
                      <a:pt x="12372" y="25199"/>
                    </a:cubicBezTo>
                    <a:cubicBezTo>
                      <a:pt x="12623" y="26500"/>
                      <a:pt x="16275" y="30198"/>
                      <a:pt x="16275" y="30198"/>
                    </a:cubicBezTo>
                  </a:path>
                </a:pathLst>
              </a:custGeom>
              <a:noFill/>
              <a:ln w="188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263;p26">
                <a:extLst>
                  <a:ext uri="{FF2B5EF4-FFF2-40B4-BE49-F238E27FC236}">
                    <a16:creationId xmlns:a16="http://schemas.microsoft.com/office/drawing/2014/main" id="{1E32726C-C21A-4A02-BA6F-22BAD93A4A7C}"/>
                  </a:ext>
                </a:extLst>
              </p:cNvPr>
              <p:cNvSpPr/>
              <p:nvPr/>
            </p:nvSpPr>
            <p:spPr>
              <a:xfrm>
                <a:off x="2602753" y="2474060"/>
                <a:ext cx="193873" cy="84023"/>
              </a:xfrm>
              <a:custGeom>
                <a:avLst/>
                <a:gdLst/>
                <a:ahLst/>
                <a:cxnLst/>
                <a:rect l="l" t="t" r="r" b="b"/>
                <a:pathLst>
                  <a:path w="6163" h="2671" extrusionOk="0">
                    <a:moveTo>
                      <a:pt x="6163" y="0"/>
                    </a:moveTo>
                    <a:lnTo>
                      <a:pt x="3013" y="1438"/>
                    </a:lnTo>
                    <a:lnTo>
                      <a:pt x="3013" y="1438"/>
                    </a:lnTo>
                    <a:lnTo>
                      <a:pt x="3196" y="411"/>
                    </a:lnTo>
                    <a:lnTo>
                      <a:pt x="0" y="1917"/>
                    </a:lnTo>
                    <a:lnTo>
                      <a:pt x="0" y="1917"/>
                    </a:lnTo>
                    <a:lnTo>
                      <a:pt x="2420" y="1347"/>
                    </a:lnTo>
                    <a:lnTo>
                      <a:pt x="1963" y="2671"/>
                    </a:lnTo>
                    <a:lnTo>
                      <a:pt x="61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264;p26">
                <a:extLst>
                  <a:ext uri="{FF2B5EF4-FFF2-40B4-BE49-F238E27FC236}">
                    <a16:creationId xmlns:a16="http://schemas.microsoft.com/office/drawing/2014/main" id="{A751B341-6AF3-4D55-9828-CD69FE476594}"/>
                  </a:ext>
                </a:extLst>
              </p:cNvPr>
              <p:cNvSpPr/>
              <p:nvPr/>
            </p:nvSpPr>
            <p:spPr>
              <a:xfrm>
                <a:off x="2599135" y="2575290"/>
                <a:ext cx="201108" cy="48130"/>
              </a:xfrm>
              <a:custGeom>
                <a:avLst/>
                <a:gdLst/>
                <a:ahLst/>
                <a:cxnLst/>
                <a:rect l="l" t="t" r="r" b="b"/>
                <a:pathLst>
                  <a:path w="6393" h="1530" extrusionOk="0">
                    <a:moveTo>
                      <a:pt x="3539" y="0"/>
                    </a:moveTo>
                    <a:lnTo>
                      <a:pt x="1" y="46"/>
                    </a:lnTo>
                    <a:lnTo>
                      <a:pt x="2420" y="503"/>
                    </a:lnTo>
                    <a:lnTo>
                      <a:pt x="1462" y="1530"/>
                    </a:lnTo>
                    <a:lnTo>
                      <a:pt x="6392" y="822"/>
                    </a:lnTo>
                    <a:lnTo>
                      <a:pt x="2945" y="845"/>
                    </a:lnTo>
                    <a:lnTo>
                      <a:pt x="35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265;p26">
                <a:extLst>
                  <a:ext uri="{FF2B5EF4-FFF2-40B4-BE49-F238E27FC236}">
                    <a16:creationId xmlns:a16="http://schemas.microsoft.com/office/drawing/2014/main" id="{33A2C318-C3CB-437B-B5DA-C06B928FB1FE}"/>
                  </a:ext>
                </a:extLst>
              </p:cNvPr>
              <p:cNvSpPr/>
              <p:nvPr/>
            </p:nvSpPr>
            <p:spPr>
              <a:xfrm>
                <a:off x="2589824" y="2611183"/>
                <a:ext cx="173771" cy="106295"/>
              </a:xfrm>
              <a:custGeom>
                <a:avLst/>
                <a:gdLst/>
                <a:ahLst/>
                <a:cxnLst/>
                <a:rect l="l" t="t" r="r" b="b"/>
                <a:pathLst>
                  <a:path w="5524" h="3379" extrusionOk="0">
                    <a:moveTo>
                      <a:pt x="0" y="1"/>
                    </a:moveTo>
                    <a:lnTo>
                      <a:pt x="2032" y="1439"/>
                    </a:lnTo>
                    <a:lnTo>
                      <a:pt x="731" y="1987"/>
                    </a:lnTo>
                    <a:lnTo>
                      <a:pt x="5524" y="3379"/>
                    </a:lnTo>
                    <a:lnTo>
                      <a:pt x="2351" y="1964"/>
                    </a:lnTo>
                    <a:lnTo>
                      <a:pt x="3241" y="1416"/>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266;p26">
              <a:extLst>
                <a:ext uri="{FF2B5EF4-FFF2-40B4-BE49-F238E27FC236}">
                  <a16:creationId xmlns:a16="http://schemas.microsoft.com/office/drawing/2014/main" id="{4245B8A8-61DC-4EF6-B0F9-E944B6242FEA}"/>
                </a:ext>
              </a:extLst>
            </p:cNvPr>
            <p:cNvGrpSpPr/>
            <p:nvPr/>
          </p:nvGrpSpPr>
          <p:grpSpPr>
            <a:xfrm>
              <a:off x="4840792" y="1569483"/>
              <a:ext cx="1368358" cy="1368358"/>
              <a:chOff x="4684295" y="1833554"/>
              <a:chExt cx="1317629" cy="1317629"/>
            </a:xfrm>
          </p:grpSpPr>
          <p:sp>
            <p:nvSpPr>
              <p:cNvPr id="41" name="Google Shape;1267;p26">
                <a:extLst>
                  <a:ext uri="{FF2B5EF4-FFF2-40B4-BE49-F238E27FC236}">
                    <a16:creationId xmlns:a16="http://schemas.microsoft.com/office/drawing/2014/main" id="{F95810F7-CF40-439C-B891-56D70C7F9215}"/>
                  </a:ext>
                </a:extLst>
              </p:cNvPr>
              <p:cNvSpPr/>
              <p:nvPr/>
            </p:nvSpPr>
            <p:spPr>
              <a:xfrm>
                <a:off x="4684295" y="1833554"/>
                <a:ext cx="1317629" cy="1317629"/>
              </a:xfrm>
              <a:custGeom>
                <a:avLst/>
                <a:gdLst/>
                <a:ahLst/>
                <a:cxnLst/>
                <a:rect l="l" t="t" r="r" b="b"/>
                <a:pathLst>
                  <a:path w="41886" h="41886" extrusionOk="0">
                    <a:moveTo>
                      <a:pt x="20954" y="1"/>
                    </a:moveTo>
                    <a:cubicBezTo>
                      <a:pt x="9382" y="1"/>
                      <a:pt x="1" y="9382"/>
                      <a:pt x="1" y="20955"/>
                    </a:cubicBezTo>
                    <a:cubicBezTo>
                      <a:pt x="1" y="32504"/>
                      <a:pt x="9382" y="41885"/>
                      <a:pt x="20954" y="41885"/>
                    </a:cubicBezTo>
                    <a:cubicBezTo>
                      <a:pt x="32504" y="41885"/>
                      <a:pt x="41885" y="32504"/>
                      <a:pt x="41885" y="20955"/>
                    </a:cubicBezTo>
                    <a:cubicBezTo>
                      <a:pt x="41885" y="9382"/>
                      <a:pt x="32504" y="1"/>
                      <a:pt x="20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268;p26">
                <a:extLst>
                  <a:ext uri="{FF2B5EF4-FFF2-40B4-BE49-F238E27FC236}">
                    <a16:creationId xmlns:a16="http://schemas.microsoft.com/office/drawing/2014/main" id="{FBFFA105-E084-4DD1-A489-A0B7BC66CE2D}"/>
                  </a:ext>
                </a:extLst>
              </p:cNvPr>
              <p:cNvSpPr/>
              <p:nvPr/>
            </p:nvSpPr>
            <p:spPr>
              <a:xfrm>
                <a:off x="4684295" y="1833554"/>
                <a:ext cx="1317629" cy="1317629"/>
              </a:xfrm>
              <a:custGeom>
                <a:avLst/>
                <a:gdLst/>
                <a:ahLst/>
                <a:cxnLst/>
                <a:rect l="l" t="t" r="r" b="b"/>
                <a:pathLst>
                  <a:path w="41886" h="41886" fill="none" extrusionOk="0">
                    <a:moveTo>
                      <a:pt x="41885" y="20955"/>
                    </a:moveTo>
                    <a:cubicBezTo>
                      <a:pt x="41885" y="32504"/>
                      <a:pt x="32504" y="41885"/>
                      <a:pt x="20954" y="41885"/>
                    </a:cubicBezTo>
                    <a:cubicBezTo>
                      <a:pt x="9382" y="41885"/>
                      <a:pt x="1" y="32504"/>
                      <a:pt x="1" y="20955"/>
                    </a:cubicBezTo>
                    <a:cubicBezTo>
                      <a:pt x="1" y="9382"/>
                      <a:pt x="9382" y="1"/>
                      <a:pt x="20954" y="1"/>
                    </a:cubicBezTo>
                    <a:cubicBezTo>
                      <a:pt x="32504" y="1"/>
                      <a:pt x="41885" y="9382"/>
                      <a:pt x="41885" y="20955"/>
                    </a:cubicBezTo>
                    <a:close/>
                  </a:path>
                </a:pathLst>
              </a:custGeom>
              <a:noFill/>
              <a:ln w="188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269;p26">
                <a:extLst>
                  <a:ext uri="{FF2B5EF4-FFF2-40B4-BE49-F238E27FC236}">
                    <a16:creationId xmlns:a16="http://schemas.microsoft.com/office/drawing/2014/main" id="{91AE6449-959A-4685-97CD-09F0E6AB56B4}"/>
                  </a:ext>
                </a:extLst>
              </p:cNvPr>
              <p:cNvSpPr/>
              <p:nvPr/>
            </p:nvSpPr>
            <p:spPr>
              <a:xfrm>
                <a:off x="4843690" y="1992980"/>
                <a:ext cx="998807" cy="998807"/>
              </a:xfrm>
              <a:custGeom>
                <a:avLst/>
                <a:gdLst/>
                <a:ahLst/>
                <a:cxnLst/>
                <a:rect l="l" t="t" r="r" b="b"/>
                <a:pathLst>
                  <a:path w="31751" h="31751" extrusionOk="0">
                    <a:moveTo>
                      <a:pt x="15887" y="0"/>
                    </a:moveTo>
                    <a:cubicBezTo>
                      <a:pt x="7100" y="0"/>
                      <a:pt x="1" y="7122"/>
                      <a:pt x="1" y="15887"/>
                    </a:cubicBezTo>
                    <a:cubicBezTo>
                      <a:pt x="1" y="24651"/>
                      <a:pt x="7100" y="31750"/>
                      <a:pt x="15887" y="31750"/>
                    </a:cubicBezTo>
                    <a:cubicBezTo>
                      <a:pt x="24652" y="31750"/>
                      <a:pt x="31751" y="24651"/>
                      <a:pt x="31751" y="15887"/>
                    </a:cubicBezTo>
                    <a:cubicBezTo>
                      <a:pt x="31751" y="7122"/>
                      <a:pt x="24652" y="0"/>
                      <a:pt x="158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270;p26">
                <a:extLst>
                  <a:ext uri="{FF2B5EF4-FFF2-40B4-BE49-F238E27FC236}">
                    <a16:creationId xmlns:a16="http://schemas.microsoft.com/office/drawing/2014/main" id="{3AA498FD-C9D6-469A-A50C-94E67477EA35}"/>
                  </a:ext>
                </a:extLst>
              </p:cNvPr>
              <p:cNvSpPr/>
              <p:nvPr/>
            </p:nvSpPr>
            <p:spPr>
              <a:xfrm>
                <a:off x="5012429" y="2041802"/>
                <a:ext cx="671397" cy="949985"/>
              </a:xfrm>
              <a:custGeom>
                <a:avLst/>
                <a:gdLst/>
                <a:ahLst/>
                <a:cxnLst/>
                <a:rect l="l" t="t" r="r" b="b"/>
                <a:pathLst>
                  <a:path w="21343" h="30199" fill="none" extrusionOk="0">
                    <a:moveTo>
                      <a:pt x="1" y="27916"/>
                    </a:moveTo>
                    <a:cubicBezTo>
                      <a:pt x="1" y="27916"/>
                      <a:pt x="4109" y="21433"/>
                      <a:pt x="4201" y="18192"/>
                    </a:cubicBezTo>
                    <a:cubicBezTo>
                      <a:pt x="4292" y="14951"/>
                      <a:pt x="2694" y="13650"/>
                      <a:pt x="1804" y="11025"/>
                    </a:cubicBezTo>
                    <a:cubicBezTo>
                      <a:pt x="891" y="8263"/>
                      <a:pt x="1941" y="5273"/>
                      <a:pt x="1941" y="5273"/>
                    </a:cubicBezTo>
                    <a:cubicBezTo>
                      <a:pt x="1941" y="5273"/>
                      <a:pt x="3059" y="0"/>
                      <a:pt x="10820" y="822"/>
                    </a:cubicBezTo>
                    <a:cubicBezTo>
                      <a:pt x="18581" y="1667"/>
                      <a:pt x="19357" y="6871"/>
                      <a:pt x="19106" y="9998"/>
                    </a:cubicBezTo>
                    <a:cubicBezTo>
                      <a:pt x="19106" y="9998"/>
                      <a:pt x="18695" y="10660"/>
                      <a:pt x="19836" y="12029"/>
                    </a:cubicBezTo>
                    <a:cubicBezTo>
                      <a:pt x="20977" y="13399"/>
                      <a:pt x="21342" y="13855"/>
                      <a:pt x="20772" y="14426"/>
                    </a:cubicBezTo>
                    <a:cubicBezTo>
                      <a:pt x="20201" y="14996"/>
                      <a:pt x="19676" y="15065"/>
                      <a:pt x="19676" y="15065"/>
                    </a:cubicBezTo>
                    <a:cubicBezTo>
                      <a:pt x="19676" y="15065"/>
                      <a:pt x="19973" y="16046"/>
                      <a:pt x="19927" y="16343"/>
                    </a:cubicBezTo>
                    <a:cubicBezTo>
                      <a:pt x="19882" y="16640"/>
                      <a:pt x="19357" y="16914"/>
                      <a:pt x="19357" y="16914"/>
                    </a:cubicBezTo>
                    <a:cubicBezTo>
                      <a:pt x="19357" y="16914"/>
                      <a:pt x="19882" y="17713"/>
                      <a:pt x="19014" y="18146"/>
                    </a:cubicBezTo>
                    <a:cubicBezTo>
                      <a:pt x="19014" y="18146"/>
                      <a:pt x="18740" y="18352"/>
                      <a:pt x="18786" y="19333"/>
                    </a:cubicBezTo>
                    <a:cubicBezTo>
                      <a:pt x="18832" y="20292"/>
                      <a:pt x="18261" y="20908"/>
                      <a:pt x="16595" y="20726"/>
                    </a:cubicBezTo>
                    <a:cubicBezTo>
                      <a:pt x="14929" y="20543"/>
                      <a:pt x="13742" y="20201"/>
                      <a:pt x="13103" y="21388"/>
                    </a:cubicBezTo>
                    <a:cubicBezTo>
                      <a:pt x="12441" y="22574"/>
                      <a:pt x="12098" y="23876"/>
                      <a:pt x="12349" y="25199"/>
                    </a:cubicBezTo>
                    <a:cubicBezTo>
                      <a:pt x="12623" y="26500"/>
                      <a:pt x="16252" y="30198"/>
                      <a:pt x="16252" y="30198"/>
                    </a:cubicBezTo>
                  </a:path>
                </a:pathLst>
              </a:custGeom>
              <a:noFill/>
              <a:ln w="188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271;p26">
                <a:extLst>
                  <a:ext uri="{FF2B5EF4-FFF2-40B4-BE49-F238E27FC236}">
                    <a16:creationId xmlns:a16="http://schemas.microsoft.com/office/drawing/2014/main" id="{FF2493B4-A605-4FEA-B860-8B10BEF1FF77}"/>
                  </a:ext>
                </a:extLst>
              </p:cNvPr>
              <p:cNvSpPr/>
              <p:nvPr/>
            </p:nvSpPr>
            <p:spPr>
              <a:xfrm>
                <a:off x="5454029" y="1974295"/>
                <a:ext cx="59612" cy="181699"/>
              </a:xfrm>
              <a:custGeom>
                <a:avLst/>
                <a:gdLst/>
                <a:ahLst/>
                <a:cxnLst/>
                <a:rect l="l" t="t" r="r" b="b"/>
                <a:pathLst>
                  <a:path w="1895" h="5776" extrusionOk="0">
                    <a:moveTo>
                      <a:pt x="1712" y="1"/>
                    </a:moveTo>
                    <a:lnTo>
                      <a:pt x="320" y="1713"/>
                    </a:lnTo>
                    <a:lnTo>
                      <a:pt x="1142" y="3128"/>
                    </a:lnTo>
                    <a:lnTo>
                      <a:pt x="0" y="4086"/>
                    </a:lnTo>
                    <a:lnTo>
                      <a:pt x="160" y="5776"/>
                    </a:lnTo>
                    <a:lnTo>
                      <a:pt x="639" y="4474"/>
                    </a:lnTo>
                    <a:lnTo>
                      <a:pt x="1895" y="3356"/>
                    </a:lnTo>
                    <a:lnTo>
                      <a:pt x="1005" y="1758"/>
                    </a:lnTo>
                    <a:lnTo>
                      <a:pt x="17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272;p26">
                <a:extLst>
                  <a:ext uri="{FF2B5EF4-FFF2-40B4-BE49-F238E27FC236}">
                    <a16:creationId xmlns:a16="http://schemas.microsoft.com/office/drawing/2014/main" id="{001D5E85-A4E0-418A-8AD1-BE166B2EE8A9}"/>
                  </a:ext>
                </a:extLst>
              </p:cNvPr>
              <p:cNvSpPr/>
              <p:nvPr/>
            </p:nvSpPr>
            <p:spPr>
              <a:xfrm>
                <a:off x="5536605" y="2130827"/>
                <a:ext cx="169493" cy="80468"/>
              </a:xfrm>
              <a:custGeom>
                <a:avLst/>
                <a:gdLst/>
                <a:ahLst/>
                <a:cxnLst/>
                <a:rect l="l" t="t" r="r" b="b"/>
                <a:pathLst>
                  <a:path w="5388" h="2558" extrusionOk="0">
                    <a:moveTo>
                      <a:pt x="5387" y="1"/>
                    </a:moveTo>
                    <a:lnTo>
                      <a:pt x="3789" y="1005"/>
                    </a:lnTo>
                    <a:lnTo>
                      <a:pt x="2077" y="434"/>
                    </a:lnTo>
                    <a:lnTo>
                      <a:pt x="1187" y="1849"/>
                    </a:lnTo>
                    <a:lnTo>
                      <a:pt x="0" y="2557"/>
                    </a:lnTo>
                    <a:lnTo>
                      <a:pt x="0" y="2557"/>
                    </a:lnTo>
                    <a:lnTo>
                      <a:pt x="1667" y="2420"/>
                    </a:lnTo>
                    <a:lnTo>
                      <a:pt x="2420" y="1119"/>
                    </a:lnTo>
                    <a:lnTo>
                      <a:pt x="3949" y="1690"/>
                    </a:lnTo>
                    <a:lnTo>
                      <a:pt x="53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273;p26">
                <a:extLst>
                  <a:ext uri="{FF2B5EF4-FFF2-40B4-BE49-F238E27FC236}">
                    <a16:creationId xmlns:a16="http://schemas.microsoft.com/office/drawing/2014/main" id="{F42C1AB7-E408-4CC7-84EE-EEAA9ACFA4CF}"/>
                  </a:ext>
                </a:extLst>
              </p:cNvPr>
              <p:cNvSpPr/>
              <p:nvPr/>
            </p:nvSpPr>
            <p:spPr>
              <a:xfrm>
                <a:off x="5504990" y="2023117"/>
                <a:ext cx="92674" cy="132876"/>
              </a:xfrm>
              <a:custGeom>
                <a:avLst/>
                <a:gdLst/>
                <a:ahLst/>
                <a:cxnLst/>
                <a:rect l="l" t="t" r="r" b="b"/>
                <a:pathLst>
                  <a:path w="2946" h="4224" extrusionOk="0">
                    <a:moveTo>
                      <a:pt x="2945" y="1"/>
                    </a:moveTo>
                    <a:lnTo>
                      <a:pt x="1576" y="1325"/>
                    </a:lnTo>
                    <a:lnTo>
                      <a:pt x="1758" y="2557"/>
                    </a:lnTo>
                    <a:lnTo>
                      <a:pt x="1" y="4224"/>
                    </a:lnTo>
                    <a:lnTo>
                      <a:pt x="1" y="4224"/>
                    </a:lnTo>
                    <a:lnTo>
                      <a:pt x="2466" y="3014"/>
                    </a:lnTo>
                    <a:lnTo>
                      <a:pt x="2078" y="1530"/>
                    </a:lnTo>
                    <a:lnTo>
                      <a:pt x="29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274;p26">
              <a:extLst>
                <a:ext uri="{FF2B5EF4-FFF2-40B4-BE49-F238E27FC236}">
                  <a16:creationId xmlns:a16="http://schemas.microsoft.com/office/drawing/2014/main" id="{C4CC10DF-7DE6-4894-9485-17070291B0CD}"/>
                </a:ext>
              </a:extLst>
            </p:cNvPr>
            <p:cNvGrpSpPr/>
            <p:nvPr/>
          </p:nvGrpSpPr>
          <p:grpSpPr>
            <a:xfrm>
              <a:off x="6747301" y="1569483"/>
              <a:ext cx="1367574" cy="1368358"/>
              <a:chOff x="6226625" y="1833554"/>
              <a:chExt cx="1316874" cy="1317629"/>
            </a:xfrm>
          </p:grpSpPr>
          <p:sp>
            <p:nvSpPr>
              <p:cNvPr id="31" name="Google Shape;1275;p26">
                <a:extLst>
                  <a:ext uri="{FF2B5EF4-FFF2-40B4-BE49-F238E27FC236}">
                    <a16:creationId xmlns:a16="http://schemas.microsoft.com/office/drawing/2014/main" id="{FD818958-DD60-434D-AB2E-348AA427DA3A}"/>
                  </a:ext>
                </a:extLst>
              </p:cNvPr>
              <p:cNvSpPr/>
              <p:nvPr/>
            </p:nvSpPr>
            <p:spPr>
              <a:xfrm>
                <a:off x="6226625" y="1833554"/>
                <a:ext cx="1316874" cy="1317629"/>
              </a:xfrm>
              <a:custGeom>
                <a:avLst/>
                <a:gdLst/>
                <a:ahLst/>
                <a:cxnLst/>
                <a:rect l="l" t="t" r="r" b="b"/>
                <a:pathLst>
                  <a:path w="41862" h="41886" extrusionOk="0">
                    <a:moveTo>
                      <a:pt x="20931" y="1"/>
                    </a:moveTo>
                    <a:cubicBezTo>
                      <a:pt x="9359" y="1"/>
                      <a:pt x="0" y="9382"/>
                      <a:pt x="0" y="20955"/>
                    </a:cubicBezTo>
                    <a:cubicBezTo>
                      <a:pt x="0" y="32504"/>
                      <a:pt x="9359" y="41885"/>
                      <a:pt x="20931" y="41885"/>
                    </a:cubicBezTo>
                    <a:cubicBezTo>
                      <a:pt x="32504" y="41885"/>
                      <a:pt x="41862" y="32504"/>
                      <a:pt x="41862" y="20955"/>
                    </a:cubicBezTo>
                    <a:cubicBezTo>
                      <a:pt x="41862" y="9382"/>
                      <a:pt x="32504" y="1"/>
                      <a:pt x="209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76;p26">
                <a:extLst>
                  <a:ext uri="{FF2B5EF4-FFF2-40B4-BE49-F238E27FC236}">
                    <a16:creationId xmlns:a16="http://schemas.microsoft.com/office/drawing/2014/main" id="{DBA216F4-C1D3-400F-AF4C-ACABD9289FB8}"/>
                  </a:ext>
                </a:extLst>
              </p:cNvPr>
              <p:cNvSpPr/>
              <p:nvPr/>
            </p:nvSpPr>
            <p:spPr>
              <a:xfrm>
                <a:off x="6226625" y="1833554"/>
                <a:ext cx="1316874" cy="1317629"/>
              </a:xfrm>
              <a:custGeom>
                <a:avLst/>
                <a:gdLst/>
                <a:ahLst/>
                <a:cxnLst/>
                <a:rect l="l" t="t" r="r" b="b"/>
                <a:pathLst>
                  <a:path w="41862" h="41886" fill="none" extrusionOk="0">
                    <a:moveTo>
                      <a:pt x="41862" y="20955"/>
                    </a:moveTo>
                    <a:cubicBezTo>
                      <a:pt x="41862" y="32504"/>
                      <a:pt x="32504" y="41885"/>
                      <a:pt x="20931" y="41885"/>
                    </a:cubicBezTo>
                    <a:cubicBezTo>
                      <a:pt x="9359" y="41885"/>
                      <a:pt x="0" y="32504"/>
                      <a:pt x="0" y="20955"/>
                    </a:cubicBezTo>
                    <a:cubicBezTo>
                      <a:pt x="0" y="9382"/>
                      <a:pt x="9359" y="1"/>
                      <a:pt x="20931" y="1"/>
                    </a:cubicBezTo>
                    <a:cubicBezTo>
                      <a:pt x="32504" y="1"/>
                      <a:pt x="41862" y="9382"/>
                      <a:pt x="41862" y="20955"/>
                    </a:cubicBezTo>
                    <a:close/>
                  </a:path>
                </a:pathLst>
              </a:custGeom>
              <a:noFill/>
              <a:ln w="188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77;p26">
                <a:extLst>
                  <a:ext uri="{FF2B5EF4-FFF2-40B4-BE49-F238E27FC236}">
                    <a16:creationId xmlns:a16="http://schemas.microsoft.com/office/drawing/2014/main" id="{0D3FE957-03BA-4BB5-BEA5-C8CDC036F7CC}"/>
                  </a:ext>
                </a:extLst>
              </p:cNvPr>
              <p:cNvSpPr/>
              <p:nvPr/>
            </p:nvSpPr>
            <p:spPr>
              <a:xfrm>
                <a:off x="6386020" y="1992980"/>
                <a:ext cx="998807" cy="998807"/>
              </a:xfrm>
              <a:custGeom>
                <a:avLst/>
                <a:gdLst/>
                <a:ahLst/>
                <a:cxnLst/>
                <a:rect l="l" t="t" r="r" b="b"/>
                <a:pathLst>
                  <a:path w="31751" h="31751" extrusionOk="0">
                    <a:moveTo>
                      <a:pt x="15864" y="0"/>
                    </a:moveTo>
                    <a:cubicBezTo>
                      <a:pt x="7099" y="0"/>
                      <a:pt x="1" y="7122"/>
                      <a:pt x="1" y="15887"/>
                    </a:cubicBezTo>
                    <a:cubicBezTo>
                      <a:pt x="1" y="24651"/>
                      <a:pt x="7099" y="31750"/>
                      <a:pt x="15864" y="31750"/>
                    </a:cubicBezTo>
                    <a:cubicBezTo>
                      <a:pt x="24629" y="31750"/>
                      <a:pt x="31751" y="24651"/>
                      <a:pt x="31751" y="15887"/>
                    </a:cubicBezTo>
                    <a:cubicBezTo>
                      <a:pt x="31751" y="7122"/>
                      <a:pt x="24629" y="0"/>
                      <a:pt x="158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78;p26">
                <a:extLst>
                  <a:ext uri="{FF2B5EF4-FFF2-40B4-BE49-F238E27FC236}">
                    <a16:creationId xmlns:a16="http://schemas.microsoft.com/office/drawing/2014/main" id="{97377C53-C6CD-4F2F-89C2-1256E367006A}"/>
                  </a:ext>
                </a:extLst>
              </p:cNvPr>
              <p:cNvSpPr/>
              <p:nvPr/>
            </p:nvSpPr>
            <p:spPr>
              <a:xfrm>
                <a:off x="6554035" y="2041802"/>
                <a:ext cx="671397" cy="949985"/>
              </a:xfrm>
              <a:custGeom>
                <a:avLst/>
                <a:gdLst/>
                <a:ahLst/>
                <a:cxnLst/>
                <a:rect l="l" t="t" r="r" b="b"/>
                <a:pathLst>
                  <a:path w="21343" h="30199" fill="none" extrusionOk="0">
                    <a:moveTo>
                      <a:pt x="1" y="27916"/>
                    </a:moveTo>
                    <a:cubicBezTo>
                      <a:pt x="1" y="27916"/>
                      <a:pt x="4132" y="21433"/>
                      <a:pt x="4201" y="18192"/>
                    </a:cubicBezTo>
                    <a:cubicBezTo>
                      <a:pt x="4292" y="14951"/>
                      <a:pt x="2717" y="13650"/>
                      <a:pt x="1827" y="11025"/>
                    </a:cubicBezTo>
                    <a:cubicBezTo>
                      <a:pt x="914" y="8263"/>
                      <a:pt x="1964" y="5273"/>
                      <a:pt x="1964" y="5273"/>
                    </a:cubicBezTo>
                    <a:cubicBezTo>
                      <a:pt x="1964" y="5273"/>
                      <a:pt x="3082" y="0"/>
                      <a:pt x="10820" y="822"/>
                    </a:cubicBezTo>
                    <a:cubicBezTo>
                      <a:pt x="18581" y="1667"/>
                      <a:pt x="19379" y="6871"/>
                      <a:pt x="19106" y="9998"/>
                    </a:cubicBezTo>
                    <a:cubicBezTo>
                      <a:pt x="19106" y="9998"/>
                      <a:pt x="18717" y="10660"/>
                      <a:pt x="19859" y="12029"/>
                    </a:cubicBezTo>
                    <a:cubicBezTo>
                      <a:pt x="21000" y="13399"/>
                      <a:pt x="21342" y="13855"/>
                      <a:pt x="20772" y="14426"/>
                    </a:cubicBezTo>
                    <a:cubicBezTo>
                      <a:pt x="20201" y="14996"/>
                      <a:pt x="19676" y="15065"/>
                      <a:pt x="19676" y="15065"/>
                    </a:cubicBezTo>
                    <a:cubicBezTo>
                      <a:pt x="19676" y="15065"/>
                      <a:pt x="19996" y="16046"/>
                      <a:pt x="19950" y="16343"/>
                    </a:cubicBezTo>
                    <a:cubicBezTo>
                      <a:pt x="19904" y="16640"/>
                      <a:pt x="19379" y="16914"/>
                      <a:pt x="19379" y="16914"/>
                    </a:cubicBezTo>
                    <a:cubicBezTo>
                      <a:pt x="19379" y="16914"/>
                      <a:pt x="19904" y="17713"/>
                      <a:pt x="19014" y="18146"/>
                    </a:cubicBezTo>
                    <a:cubicBezTo>
                      <a:pt x="19014" y="18146"/>
                      <a:pt x="18763" y="18352"/>
                      <a:pt x="18809" y="19333"/>
                    </a:cubicBezTo>
                    <a:cubicBezTo>
                      <a:pt x="18854" y="20292"/>
                      <a:pt x="18284" y="20908"/>
                      <a:pt x="16618" y="20726"/>
                    </a:cubicBezTo>
                    <a:cubicBezTo>
                      <a:pt x="14951" y="20543"/>
                      <a:pt x="13764" y="20201"/>
                      <a:pt x="13102" y="21388"/>
                    </a:cubicBezTo>
                    <a:cubicBezTo>
                      <a:pt x="12441" y="22574"/>
                      <a:pt x="12098" y="23876"/>
                      <a:pt x="12372" y="25199"/>
                    </a:cubicBezTo>
                    <a:cubicBezTo>
                      <a:pt x="12623" y="26500"/>
                      <a:pt x="16275" y="30198"/>
                      <a:pt x="16275" y="30198"/>
                    </a:cubicBezTo>
                  </a:path>
                </a:pathLst>
              </a:custGeom>
              <a:noFill/>
              <a:ln w="188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79;p26">
                <a:extLst>
                  <a:ext uri="{FF2B5EF4-FFF2-40B4-BE49-F238E27FC236}">
                    <a16:creationId xmlns:a16="http://schemas.microsoft.com/office/drawing/2014/main" id="{BD564777-E0B8-4419-8E4A-ADA70C7AF39F}"/>
                  </a:ext>
                </a:extLst>
              </p:cNvPr>
              <p:cNvSpPr/>
              <p:nvPr/>
            </p:nvSpPr>
            <p:spPr>
              <a:xfrm>
                <a:off x="7201713" y="2500610"/>
                <a:ext cx="127120" cy="35547"/>
              </a:xfrm>
              <a:custGeom>
                <a:avLst/>
                <a:gdLst/>
                <a:ahLst/>
                <a:cxnLst/>
                <a:rect l="l" t="t" r="r" b="b"/>
                <a:pathLst>
                  <a:path w="4041" h="1130" extrusionOk="0">
                    <a:moveTo>
                      <a:pt x="4040" y="1"/>
                    </a:moveTo>
                    <a:lnTo>
                      <a:pt x="4040" y="1"/>
                    </a:lnTo>
                    <a:cubicBezTo>
                      <a:pt x="3378" y="275"/>
                      <a:pt x="2739" y="503"/>
                      <a:pt x="2077" y="640"/>
                    </a:cubicBezTo>
                    <a:cubicBezTo>
                      <a:pt x="1392" y="800"/>
                      <a:pt x="731" y="868"/>
                      <a:pt x="0" y="914"/>
                    </a:cubicBezTo>
                    <a:cubicBezTo>
                      <a:pt x="400" y="1060"/>
                      <a:pt x="823" y="1129"/>
                      <a:pt x="1247" y="1129"/>
                    </a:cubicBezTo>
                    <a:cubicBezTo>
                      <a:pt x="1549" y="1129"/>
                      <a:pt x="1851" y="1094"/>
                      <a:pt x="2146" y="1028"/>
                    </a:cubicBezTo>
                    <a:cubicBezTo>
                      <a:pt x="2853" y="868"/>
                      <a:pt x="3538" y="526"/>
                      <a:pt x="40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80;p26">
                <a:extLst>
                  <a:ext uri="{FF2B5EF4-FFF2-40B4-BE49-F238E27FC236}">
                    <a16:creationId xmlns:a16="http://schemas.microsoft.com/office/drawing/2014/main" id="{9169BB40-8B98-4772-B4B5-812452F3DA25}"/>
                  </a:ext>
                </a:extLst>
              </p:cNvPr>
              <p:cNvSpPr/>
              <p:nvPr/>
            </p:nvSpPr>
            <p:spPr>
              <a:xfrm>
                <a:off x="6887201" y="2519359"/>
                <a:ext cx="248483" cy="91132"/>
              </a:xfrm>
              <a:custGeom>
                <a:avLst/>
                <a:gdLst/>
                <a:ahLst/>
                <a:cxnLst/>
                <a:rect l="l" t="t" r="r" b="b"/>
                <a:pathLst>
                  <a:path w="7899" h="2897" extrusionOk="0">
                    <a:moveTo>
                      <a:pt x="5808" y="0"/>
                    </a:moveTo>
                    <a:cubicBezTo>
                      <a:pt x="5042" y="0"/>
                      <a:pt x="4272" y="127"/>
                      <a:pt x="3539" y="363"/>
                    </a:cubicBezTo>
                    <a:cubicBezTo>
                      <a:pt x="2146" y="820"/>
                      <a:pt x="845" y="1687"/>
                      <a:pt x="1" y="2897"/>
                    </a:cubicBezTo>
                    <a:cubicBezTo>
                      <a:pt x="1073" y="1893"/>
                      <a:pt x="2306" y="1162"/>
                      <a:pt x="3653" y="728"/>
                    </a:cubicBezTo>
                    <a:cubicBezTo>
                      <a:pt x="4611" y="420"/>
                      <a:pt x="5626" y="262"/>
                      <a:pt x="6650" y="262"/>
                    </a:cubicBezTo>
                    <a:cubicBezTo>
                      <a:pt x="7066" y="262"/>
                      <a:pt x="7483" y="288"/>
                      <a:pt x="7898" y="340"/>
                    </a:cubicBezTo>
                    <a:cubicBezTo>
                      <a:pt x="7227" y="110"/>
                      <a:pt x="6520" y="0"/>
                      <a:pt x="58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281;p26">
                <a:extLst>
                  <a:ext uri="{FF2B5EF4-FFF2-40B4-BE49-F238E27FC236}">
                    <a16:creationId xmlns:a16="http://schemas.microsoft.com/office/drawing/2014/main" id="{11A690D2-1AD8-4545-9392-9868F1ECB55B}"/>
                  </a:ext>
                </a:extLst>
              </p:cNvPr>
              <p:cNvSpPr/>
              <p:nvPr/>
            </p:nvSpPr>
            <p:spPr>
              <a:xfrm>
                <a:off x="6805349" y="2663591"/>
                <a:ext cx="52440" cy="228381"/>
              </a:xfrm>
              <a:custGeom>
                <a:avLst/>
                <a:gdLst/>
                <a:ahLst/>
                <a:cxnLst/>
                <a:rect l="l" t="t" r="r" b="b"/>
                <a:pathLst>
                  <a:path w="1667" h="7260" extrusionOk="0">
                    <a:moveTo>
                      <a:pt x="1667" y="1"/>
                    </a:moveTo>
                    <a:lnTo>
                      <a:pt x="1667" y="1"/>
                    </a:lnTo>
                    <a:cubicBezTo>
                      <a:pt x="891" y="1005"/>
                      <a:pt x="389" y="2238"/>
                      <a:pt x="183" y="3493"/>
                    </a:cubicBezTo>
                    <a:cubicBezTo>
                      <a:pt x="1" y="4749"/>
                      <a:pt x="69" y="6072"/>
                      <a:pt x="480" y="7259"/>
                    </a:cubicBezTo>
                    <a:cubicBezTo>
                      <a:pt x="366" y="6004"/>
                      <a:pt x="366" y="4771"/>
                      <a:pt x="571" y="3562"/>
                    </a:cubicBezTo>
                    <a:cubicBezTo>
                      <a:pt x="754" y="2329"/>
                      <a:pt x="1142" y="1142"/>
                      <a:pt x="16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282;p26">
                <a:extLst>
                  <a:ext uri="{FF2B5EF4-FFF2-40B4-BE49-F238E27FC236}">
                    <a16:creationId xmlns:a16="http://schemas.microsoft.com/office/drawing/2014/main" id="{C87A125D-A500-4376-A5B3-7B2E54A3ADA0}"/>
                  </a:ext>
                </a:extLst>
              </p:cNvPr>
              <p:cNvSpPr/>
              <p:nvPr/>
            </p:nvSpPr>
            <p:spPr>
              <a:xfrm>
                <a:off x="6915198" y="2483434"/>
                <a:ext cx="219039" cy="39479"/>
              </a:xfrm>
              <a:custGeom>
                <a:avLst/>
                <a:gdLst/>
                <a:ahLst/>
                <a:cxnLst/>
                <a:rect l="l" t="t" r="r" b="b"/>
                <a:pathLst>
                  <a:path w="6963" h="1255" extrusionOk="0">
                    <a:moveTo>
                      <a:pt x="3962" y="1"/>
                    </a:moveTo>
                    <a:cubicBezTo>
                      <a:pt x="3775" y="1"/>
                      <a:pt x="3588" y="8"/>
                      <a:pt x="3402" y="22"/>
                    </a:cubicBezTo>
                    <a:cubicBezTo>
                      <a:pt x="2192" y="136"/>
                      <a:pt x="982" y="524"/>
                      <a:pt x="1" y="1254"/>
                    </a:cubicBezTo>
                    <a:cubicBezTo>
                      <a:pt x="1119" y="798"/>
                      <a:pt x="2261" y="501"/>
                      <a:pt x="3447" y="410"/>
                    </a:cubicBezTo>
                    <a:cubicBezTo>
                      <a:pt x="3713" y="389"/>
                      <a:pt x="3978" y="379"/>
                      <a:pt x="4244" y="379"/>
                    </a:cubicBezTo>
                    <a:cubicBezTo>
                      <a:pt x="5144" y="379"/>
                      <a:pt x="6046" y="495"/>
                      <a:pt x="6963" y="706"/>
                    </a:cubicBezTo>
                    <a:cubicBezTo>
                      <a:pt x="6052" y="222"/>
                      <a:pt x="5010" y="1"/>
                      <a:pt x="39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283;p26">
                <a:extLst>
                  <a:ext uri="{FF2B5EF4-FFF2-40B4-BE49-F238E27FC236}">
                    <a16:creationId xmlns:a16="http://schemas.microsoft.com/office/drawing/2014/main" id="{53F071D0-5894-4F16-8FA8-3806204CE5FF}"/>
                  </a:ext>
                </a:extLst>
              </p:cNvPr>
              <p:cNvSpPr/>
              <p:nvPr/>
            </p:nvSpPr>
            <p:spPr>
              <a:xfrm>
                <a:off x="7208162" y="2535811"/>
                <a:ext cx="155117" cy="31332"/>
              </a:xfrm>
              <a:custGeom>
                <a:avLst/>
                <a:gdLst/>
                <a:ahLst/>
                <a:cxnLst/>
                <a:rect l="l" t="t" r="r" b="b"/>
                <a:pathLst>
                  <a:path w="4931" h="996" extrusionOk="0">
                    <a:moveTo>
                      <a:pt x="4931" y="0"/>
                    </a:moveTo>
                    <a:lnTo>
                      <a:pt x="4931" y="0"/>
                    </a:lnTo>
                    <a:cubicBezTo>
                      <a:pt x="4132" y="320"/>
                      <a:pt x="3333" y="548"/>
                      <a:pt x="2511" y="616"/>
                    </a:cubicBezTo>
                    <a:cubicBezTo>
                      <a:pt x="2324" y="632"/>
                      <a:pt x="2139" y="639"/>
                      <a:pt x="1954" y="639"/>
                    </a:cubicBezTo>
                    <a:cubicBezTo>
                      <a:pt x="1302" y="639"/>
                      <a:pt x="658" y="548"/>
                      <a:pt x="1" y="388"/>
                    </a:cubicBezTo>
                    <a:lnTo>
                      <a:pt x="1" y="388"/>
                    </a:lnTo>
                    <a:cubicBezTo>
                      <a:pt x="633" y="803"/>
                      <a:pt x="1401" y="995"/>
                      <a:pt x="2174" y="995"/>
                    </a:cubicBezTo>
                    <a:cubicBezTo>
                      <a:pt x="2294" y="995"/>
                      <a:pt x="2414" y="991"/>
                      <a:pt x="2534" y="982"/>
                    </a:cubicBezTo>
                    <a:cubicBezTo>
                      <a:pt x="3424" y="913"/>
                      <a:pt x="4292" y="594"/>
                      <a:pt x="49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284;p26">
                <a:extLst>
                  <a:ext uri="{FF2B5EF4-FFF2-40B4-BE49-F238E27FC236}">
                    <a16:creationId xmlns:a16="http://schemas.microsoft.com/office/drawing/2014/main" id="{AAEF2EBF-32AD-429E-B32F-A231C99F9755}"/>
                  </a:ext>
                </a:extLst>
              </p:cNvPr>
              <p:cNvSpPr/>
              <p:nvPr/>
            </p:nvSpPr>
            <p:spPr>
              <a:xfrm>
                <a:off x="6755080" y="2546570"/>
                <a:ext cx="129290" cy="254208"/>
              </a:xfrm>
              <a:custGeom>
                <a:avLst/>
                <a:gdLst/>
                <a:ahLst/>
                <a:cxnLst/>
                <a:rect l="l" t="t" r="r" b="b"/>
                <a:pathLst>
                  <a:path w="4110" h="8081" extrusionOk="0">
                    <a:moveTo>
                      <a:pt x="4109" y="0"/>
                    </a:moveTo>
                    <a:lnTo>
                      <a:pt x="4109" y="0"/>
                    </a:lnTo>
                    <a:cubicBezTo>
                      <a:pt x="3402" y="366"/>
                      <a:pt x="2763" y="845"/>
                      <a:pt x="2238" y="1438"/>
                    </a:cubicBezTo>
                    <a:cubicBezTo>
                      <a:pt x="1690" y="2009"/>
                      <a:pt x="1233" y="2694"/>
                      <a:pt x="914" y="3424"/>
                    </a:cubicBezTo>
                    <a:cubicBezTo>
                      <a:pt x="229" y="4885"/>
                      <a:pt x="1" y="6506"/>
                      <a:pt x="161" y="8081"/>
                    </a:cubicBezTo>
                    <a:cubicBezTo>
                      <a:pt x="298" y="6506"/>
                      <a:pt x="594" y="4976"/>
                      <a:pt x="1256" y="3584"/>
                    </a:cubicBezTo>
                    <a:cubicBezTo>
                      <a:pt x="1895" y="2192"/>
                      <a:pt x="2877" y="959"/>
                      <a:pt x="41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 name="Google Shape;1285;p26">
              <a:extLst>
                <a:ext uri="{FF2B5EF4-FFF2-40B4-BE49-F238E27FC236}">
                  <a16:creationId xmlns:a16="http://schemas.microsoft.com/office/drawing/2014/main" id="{DC7281D6-8FE0-4A43-AFD6-081BEE056AD6}"/>
                </a:ext>
              </a:extLst>
            </p:cNvPr>
            <p:cNvCxnSpPr>
              <a:cxnSpLocks/>
            </p:cNvCxnSpPr>
            <p:nvPr/>
          </p:nvCxnSpPr>
          <p:spPr>
            <a:xfrm flipV="1">
              <a:off x="1712757" y="3208488"/>
              <a:ext cx="0" cy="551058"/>
            </a:xfrm>
            <a:prstGeom prst="straightConnector1">
              <a:avLst/>
            </a:prstGeom>
            <a:noFill/>
            <a:ln w="19050" cap="flat" cmpd="sng">
              <a:solidFill>
                <a:schemeClr val="accent2"/>
              </a:solidFill>
              <a:prstDash val="solid"/>
              <a:round/>
              <a:headEnd type="oval" w="med" len="med"/>
              <a:tailEnd type="none" w="med" len="med"/>
            </a:ln>
          </p:spPr>
        </p:cxnSp>
        <p:cxnSp>
          <p:nvCxnSpPr>
            <p:cNvPr id="20" name="Google Shape;1286;p26">
              <a:extLst>
                <a:ext uri="{FF2B5EF4-FFF2-40B4-BE49-F238E27FC236}">
                  <a16:creationId xmlns:a16="http://schemas.microsoft.com/office/drawing/2014/main" id="{D5829B1C-203E-4973-ABF9-12F645A85139}"/>
                </a:ext>
              </a:extLst>
            </p:cNvPr>
            <p:cNvCxnSpPr/>
            <p:nvPr/>
          </p:nvCxnSpPr>
          <p:spPr>
            <a:xfrm rot="10800000">
              <a:off x="3618907" y="2942646"/>
              <a:ext cx="0" cy="816900"/>
            </a:xfrm>
            <a:prstGeom prst="straightConnector1">
              <a:avLst/>
            </a:prstGeom>
            <a:noFill/>
            <a:ln w="19050" cap="flat" cmpd="sng">
              <a:solidFill>
                <a:schemeClr val="accent2"/>
              </a:solidFill>
              <a:prstDash val="solid"/>
              <a:round/>
              <a:headEnd type="oval" w="med" len="med"/>
              <a:tailEnd type="none" w="med" len="med"/>
            </a:ln>
          </p:spPr>
        </p:cxnSp>
        <p:cxnSp>
          <p:nvCxnSpPr>
            <p:cNvPr id="21" name="Google Shape;1287;p26">
              <a:extLst>
                <a:ext uri="{FF2B5EF4-FFF2-40B4-BE49-F238E27FC236}">
                  <a16:creationId xmlns:a16="http://schemas.microsoft.com/office/drawing/2014/main" id="{23067F8A-09C2-4DE2-9D90-5F51464FF333}"/>
                </a:ext>
              </a:extLst>
            </p:cNvPr>
            <p:cNvCxnSpPr/>
            <p:nvPr/>
          </p:nvCxnSpPr>
          <p:spPr>
            <a:xfrm rot="10800000">
              <a:off x="5525107" y="2942646"/>
              <a:ext cx="0" cy="816900"/>
            </a:xfrm>
            <a:prstGeom prst="straightConnector1">
              <a:avLst/>
            </a:prstGeom>
            <a:noFill/>
            <a:ln w="19050" cap="flat" cmpd="sng">
              <a:solidFill>
                <a:schemeClr val="accent2"/>
              </a:solidFill>
              <a:prstDash val="solid"/>
              <a:round/>
              <a:headEnd type="oval" w="med" len="med"/>
              <a:tailEnd type="none" w="med" len="med"/>
            </a:ln>
          </p:spPr>
        </p:cxnSp>
        <p:cxnSp>
          <p:nvCxnSpPr>
            <p:cNvPr id="22" name="Google Shape;1288;p26">
              <a:extLst>
                <a:ext uri="{FF2B5EF4-FFF2-40B4-BE49-F238E27FC236}">
                  <a16:creationId xmlns:a16="http://schemas.microsoft.com/office/drawing/2014/main" id="{38BD9B1B-B71B-4F37-930F-47122698957A}"/>
                </a:ext>
              </a:extLst>
            </p:cNvPr>
            <p:cNvCxnSpPr/>
            <p:nvPr/>
          </p:nvCxnSpPr>
          <p:spPr>
            <a:xfrm rot="10800000">
              <a:off x="7431257" y="2942646"/>
              <a:ext cx="0" cy="816900"/>
            </a:xfrm>
            <a:prstGeom prst="straightConnector1">
              <a:avLst/>
            </a:prstGeom>
            <a:noFill/>
            <a:ln w="19050" cap="flat" cmpd="sng">
              <a:solidFill>
                <a:schemeClr val="accent2"/>
              </a:solidFill>
              <a:prstDash val="solid"/>
              <a:round/>
              <a:headEnd type="oval" w="med" len="med"/>
              <a:tailEnd type="none" w="med" len="med"/>
            </a:ln>
          </p:spPr>
        </p:cxnSp>
        <p:sp>
          <p:nvSpPr>
            <p:cNvPr id="23" name="Google Shape;1289;p26">
              <a:extLst>
                <a:ext uri="{FF2B5EF4-FFF2-40B4-BE49-F238E27FC236}">
                  <a16:creationId xmlns:a16="http://schemas.microsoft.com/office/drawing/2014/main" id="{996536BB-FF16-4F15-8E6D-52ED168D2B5D}"/>
                </a:ext>
              </a:extLst>
            </p:cNvPr>
            <p:cNvSpPr/>
            <p:nvPr/>
          </p:nvSpPr>
          <p:spPr>
            <a:xfrm>
              <a:off x="1550300" y="3145291"/>
              <a:ext cx="324900" cy="3249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latin typeface="Fira Sans Extra Condensed SemiBold"/>
                  <a:ea typeface="Fira Sans Extra Condensed SemiBold"/>
                  <a:cs typeface="Fira Sans Extra Condensed SemiBold"/>
                  <a:sym typeface="Fira Sans Extra Condensed SemiBold"/>
                </a:rPr>
                <a:t>1</a:t>
              </a:r>
              <a:endParaRPr sz="2000">
                <a:latin typeface="Fira Sans Extra Condensed SemiBold"/>
                <a:ea typeface="Fira Sans Extra Condensed SemiBold"/>
                <a:cs typeface="Fira Sans Extra Condensed SemiBold"/>
                <a:sym typeface="Fira Sans Extra Condensed SemiBold"/>
              </a:endParaRPr>
            </a:p>
          </p:txBody>
        </p:sp>
        <p:sp>
          <p:nvSpPr>
            <p:cNvPr id="24" name="Google Shape;1290;p26">
              <a:extLst>
                <a:ext uri="{FF2B5EF4-FFF2-40B4-BE49-F238E27FC236}">
                  <a16:creationId xmlns:a16="http://schemas.microsoft.com/office/drawing/2014/main" id="{A21A3018-705E-4F8B-856C-2BAEDB3AB04F}"/>
                </a:ext>
              </a:extLst>
            </p:cNvPr>
            <p:cNvSpPr/>
            <p:nvPr/>
          </p:nvSpPr>
          <p:spPr>
            <a:xfrm>
              <a:off x="3456475" y="3145291"/>
              <a:ext cx="324900" cy="3249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latin typeface="Fira Sans Extra Condensed SemiBold"/>
                  <a:ea typeface="Fira Sans Extra Condensed SemiBold"/>
                  <a:cs typeface="Fira Sans Extra Condensed SemiBold"/>
                  <a:sym typeface="Fira Sans Extra Condensed SemiBold"/>
                </a:rPr>
                <a:t>2</a:t>
              </a:r>
              <a:endParaRPr sz="2000">
                <a:latin typeface="Fira Sans Extra Condensed SemiBold"/>
                <a:ea typeface="Fira Sans Extra Condensed SemiBold"/>
                <a:cs typeface="Fira Sans Extra Condensed SemiBold"/>
                <a:sym typeface="Fira Sans Extra Condensed SemiBold"/>
              </a:endParaRPr>
            </a:p>
          </p:txBody>
        </p:sp>
        <p:sp>
          <p:nvSpPr>
            <p:cNvPr id="25" name="Google Shape;1291;p26">
              <a:extLst>
                <a:ext uri="{FF2B5EF4-FFF2-40B4-BE49-F238E27FC236}">
                  <a16:creationId xmlns:a16="http://schemas.microsoft.com/office/drawing/2014/main" id="{19518A88-060A-4EC7-A1E0-D8C799A956BB}"/>
                </a:ext>
              </a:extLst>
            </p:cNvPr>
            <p:cNvSpPr/>
            <p:nvPr/>
          </p:nvSpPr>
          <p:spPr>
            <a:xfrm>
              <a:off x="5362625" y="3145291"/>
              <a:ext cx="324900" cy="3249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latin typeface="Fira Sans Extra Condensed SemiBold"/>
                  <a:ea typeface="Fira Sans Extra Condensed SemiBold"/>
                  <a:cs typeface="Fira Sans Extra Condensed SemiBold"/>
                  <a:sym typeface="Fira Sans Extra Condensed SemiBold"/>
                </a:rPr>
                <a:t>3</a:t>
              </a:r>
              <a:endParaRPr sz="2000">
                <a:latin typeface="Fira Sans Extra Condensed SemiBold"/>
                <a:ea typeface="Fira Sans Extra Condensed SemiBold"/>
                <a:cs typeface="Fira Sans Extra Condensed SemiBold"/>
                <a:sym typeface="Fira Sans Extra Condensed SemiBold"/>
              </a:endParaRPr>
            </a:p>
          </p:txBody>
        </p:sp>
        <p:sp>
          <p:nvSpPr>
            <p:cNvPr id="26" name="Google Shape;1292;p26">
              <a:extLst>
                <a:ext uri="{FF2B5EF4-FFF2-40B4-BE49-F238E27FC236}">
                  <a16:creationId xmlns:a16="http://schemas.microsoft.com/office/drawing/2014/main" id="{3341A09D-A321-424B-94F6-A8ADA5C9D947}"/>
                </a:ext>
              </a:extLst>
            </p:cNvPr>
            <p:cNvSpPr/>
            <p:nvPr/>
          </p:nvSpPr>
          <p:spPr>
            <a:xfrm>
              <a:off x="7268775" y="3145291"/>
              <a:ext cx="324900" cy="3249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000">
                  <a:latin typeface="Fira Sans Extra Condensed SemiBold"/>
                  <a:ea typeface="Fira Sans Extra Condensed SemiBold"/>
                  <a:cs typeface="Fira Sans Extra Condensed SemiBold"/>
                  <a:sym typeface="Fira Sans Extra Condensed SemiBold"/>
                </a:rPr>
                <a:t>4</a:t>
              </a:r>
              <a:endParaRPr sz="2000">
                <a:latin typeface="Fira Sans Extra Condensed SemiBold"/>
                <a:ea typeface="Fira Sans Extra Condensed SemiBold"/>
                <a:cs typeface="Fira Sans Extra Condensed SemiBold"/>
                <a:sym typeface="Fira Sans Extra Condensed SemiBold"/>
              </a:endParaRPr>
            </a:p>
          </p:txBody>
        </p:sp>
        <p:cxnSp>
          <p:nvCxnSpPr>
            <p:cNvPr id="27" name="Google Shape;1293;p26">
              <a:extLst>
                <a:ext uri="{FF2B5EF4-FFF2-40B4-BE49-F238E27FC236}">
                  <a16:creationId xmlns:a16="http://schemas.microsoft.com/office/drawing/2014/main" id="{B23BF253-40C7-4F91-8313-B0C5D100D479}"/>
                </a:ext>
              </a:extLst>
            </p:cNvPr>
            <p:cNvCxnSpPr/>
            <p:nvPr/>
          </p:nvCxnSpPr>
          <p:spPr>
            <a:xfrm>
              <a:off x="2397950" y="2247900"/>
              <a:ext cx="538200" cy="0"/>
            </a:xfrm>
            <a:prstGeom prst="straightConnector1">
              <a:avLst/>
            </a:prstGeom>
            <a:noFill/>
            <a:ln w="19050" cap="flat" cmpd="sng">
              <a:solidFill>
                <a:schemeClr val="accent2"/>
              </a:solidFill>
              <a:prstDash val="dash"/>
              <a:round/>
              <a:headEnd type="none" w="med" len="med"/>
              <a:tailEnd type="none" w="med" len="med"/>
            </a:ln>
          </p:spPr>
        </p:cxnSp>
        <p:cxnSp>
          <p:nvCxnSpPr>
            <p:cNvPr id="28" name="Google Shape;1294;p26">
              <a:extLst>
                <a:ext uri="{FF2B5EF4-FFF2-40B4-BE49-F238E27FC236}">
                  <a16:creationId xmlns:a16="http://schemas.microsoft.com/office/drawing/2014/main" id="{37056C79-D257-46B2-92D7-8FFE1E830454}"/>
                </a:ext>
              </a:extLst>
            </p:cNvPr>
            <p:cNvCxnSpPr/>
            <p:nvPr/>
          </p:nvCxnSpPr>
          <p:spPr>
            <a:xfrm>
              <a:off x="4302900" y="2247900"/>
              <a:ext cx="538200" cy="0"/>
            </a:xfrm>
            <a:prstGeom prst="straightConnector1">
              <a:avLst/>
            </a:prstGeom>
            <a:noFill/>
            <a:ln w="19050" cap="flat" cmpd="sng">
              <a:solidFill>
                <a:schemeClr val="accent2"/>
              </a:solidFill>
              <a:prstDash val="dash"/>
              <a:round/>
              <a:headEnd type="none" w="med" len="med"/>
              <a:tailEnd type="none" w="med" len="med"/>
            </a:ln>
          </p:spPr>
        </p:cxnSp>
        <p:cxnSp>
          <p:nvCxnSpPr>
            <p:cNvPr id="29" name="Google Shape;1295;p26">
              <a:extLst>
                <a:ext uri="{FF2B5EF4-FFF2-40B4-BE49-F238E27FC236}">
                  <a16:creationId xmlns:a16="http://schemas.microsoft.com/office/drawing/2014/main" id="{DB91C569-0EAA-4E1B-AA3E-7B981F28042A}"/>
                </a:ext>
              </a:extLst>
            </p:cNvPr>
            <p:cNvCxnSpPr/>
            <p:nvPr/>
          </p:nvCxnSpPr>
          <p:spPr>
            <a:xfrm>
              <a:off x="6207850" y="2247900"/>
              <a:ext cx="538200" cy="0"/>
            </a:xfrm>
            <a:prstGeom prst="straightConnector1">
              <a:avLst/>
            </a:prstGeom>
            <a:noFill/>
            <a:ln w="19050" cap="flat" cmpd="sng">
              <a:solidFill>
                <a:schemeClr val="accent2"/>
              </a:solidFill>
              <a:prstDash val="dash"/>
              <a:round/>
              <a:headEnd type="none" w="med" len="med"/>
              <a:tailEnd type="none" w="med" len="med"/>
            </a:ln>
          </p:spPr>
        </p:cxnSp>
        <p:cxnSp>
          <p:nvCxnSpPr>
            <p:cNvPr id="30" name="Google Shape;1296;p26">
              <a:extLst>
                <a:ext uri="{FF2B5EF4-FFF2-40B4-BE49-F238E27FC236}">
                  <a16:creationId xmlns:a16="http://schemas.microsoft.com/office/drawing/2014/main" id="{E60E6132-FBC5-4CAC-9715-9945AE4AA983}"/>
                </a:ext>
              </a:extLst>
            </p:cNvPr>
            <p:cNvCxnSpPr/>
            <p:nvPr/>
          </p:nvCxnSpPr>
          <p:spPr>
            <a:xfrm>
              <a:off x="8125825" y="2247900"/>
              <a:ext cx="574800" cy="0"/>
            </a:xfrm>
            <a:prstGeom prst="straightConnector1">
              <a:avLst/>
            </a:prstGeom>
            <a:noFill/>
            <a:ln w="19050" cap="flat" cmpd="sng">
              <a:solidFill>
                <a:schemeClr val="accent2"/>
              </a:solidFill>
              <a:prstDash val="dash"/>
              <a:round/>
              <a:headEnd type="none" w="med" len="med"/>
              <a:tailEnd type="none" w="med" len="med"/>
            </a:ln>
          </p:spPr>
        </p:cxnSp>
      </p:grpSp>
      <p:cxnSp>
        <p:nvCxnSpPr>
          <p:cNvPr id="62" name="Google Shape;1402;p56">
            <a:extLst>
              <a:ext uri="{FF2B5EF4-FFF2-40B4-BE49-F238E27FC236}">
                <a16:creationId xmlns:a16="http://schemas.microsoft.com/office/drawing/2014/main" id="{A28E73BA-4ACA-4DDE-9D52-75464D94E834}"/>
              </a:ext>
            </a:extLst>
          </p:cNvPr>
          <p:cNvCxnSpPr/>
          <p:nvPr/>
        </p:nvCxnSpPr>
        <p:spPr>
          <a:xfrm>
            <a:off x="1381050" y="1039975"/>
            <a:ext cx="6381900" cy="0"/>
          </a:xfrm>
          <a:prstGeom prst="straightConnector1">
            <a:avLst/>
          </a:prstGeom>
          <a:noFill/>
          <a:ln w="19050" cap="flat" cmpd="sng">
            <a:solidFill>
              <a:schemeClr val="accent3"/>
            </a:solidFill>
            <a:prstDash val="solid"/>
            <a:round/>
            <a:headEnd type="none" w="med" len="med"/>
            <a:tailEnd type="none" w="med" len="med"/>
          </a:ln>
        </p:spPr>
      </p:cxnSp>
      <p:sp>
        <p:nvSpPr>
          <p:cNvPr id="63" name="Google Shape;1383;p56">
            <a:extLst>
              <a:ext uri="{FF2B5EF4-FFF2-40B4-BE49-F238E27FC236}">
                <a16:creationId xmlns:a16="http://schemas.microsoft.com/office/drawing/2014/main" id="{BC00FFBA-CCF5-471E-8D04-AA5BAD07A516}"/>
              </a:ext>
            </a:extLst>
          </p:cNvPr>
          <p:cNvSpPr txBox="1">
            <a:spLocks noGrp="1"/>
          </p:cNvSpPr>
          <p:nvPr>
            <p:ph type="title"/>
          </p:nvPr>
        </p:nvSpPr>
        <p:spPr>
          <a:xfrm>
            <a:off x="720725" y="461963"/>
            <a:ext cx="7702550" cy="479425"/>
          </a:xfrm>
          <a:prstGeom prst="rect">
            <a:avLst/>
          </a:prstGeom>
        </p:spPr>
        <p:txBody>
          <a:bodyPr spcFirstLastPara="1" wrap="square" lIns="91425" tIns="91425" rIns="91425" bIns="91425" anchor="t" anchorCtr="0">
            <a:noAutofit/>
          </a:bodyPr>
          <a:lstStyle/>
          <a:p>
            <a:pPr lvl="0"/>
            <a:r>
              <a:rPr lang="en" dirty="0"/>
              <a:t>COVID-19 </a:t>
            </a:r>
            <a:r>
              <a:rPr lang="en-US" dirty="0"/>
              <a:t>SYMPTOMS</a:t>
            </a:r>
            <a:endParaRPr dirty="0"/>
          </a:p>
        </p:txBody>
      </p:sp>
      <p:sp>
        <p:nvSpPr>
          <p:cNvPr id="65" name="Google Shape;1342;p55">
            <a:extLst>
              <a:ext uri="{FF2B5EF4-FFF2-40B4-BE49-F238E27FC236}">
                <a16:creationId xmlns:a16="http://schemas.microsoft.com/office/drawing/2014/main" id="{16D350DA-48D9-4624-A83A-5F9A0F141729}"/>
              </a:ext>
            </a:extLst>
          </p:cNvPr>
          <p:cNvSpPr/>
          <p:nvPr/>
        </p:nvSpPr>
        <p:spPr>
          <a:xfrm>
            <a:off x="8130241" y="4085410"/>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343;p55">
            <a:extLst>
              <a:ext uri="{FF2B5EF4-FFF2-40B4-BE49-F238E27FC236}">
                <a16:creationId xmlns:a16="http://schemas.microsoft.com/office/drawing/2014/main" id="{FD235EBC-95BB-4A84-94CB-C2E242D02472}"/>
              </a:ext>
            </a:extLst>
          </p:cNvPr>
          <p:cNvSpPr/>
          <p:nvPr/>
        </p:nvSpPr>
        <p:spPr>
          <a:xfrm>
            <a:off x="413433" y="3910812"/>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355;p55">
            <a:extLst>
              <a:ext uri="{FF2B5EF4-FFF2-40B4-BE49-F238E27FC236}">
                <a16:creationId xmlns:a16="http://schemas.microsoft.com/office/drawing/2014/main" id="{E14A4A33-3803-4DF9-BFCE-97D513E8FBE2}"/>
              </a:ext>
            </a:extLst>
          </p:cNvPr>
          <p:cNvSpPr/>
          <p:nvPr/>
        </p:nvSpPr>
        <p:spPr>
          <a:xfrm>
            <a:off x="8004097" y="381989"/>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1356;p55">
            <a:extLst>
              <a:ext uri="{FF2B5EF4-FFF2-40B4-BE49-F238E27FC236}">
                <a16:creationId xmlns:a16="http://schemas.microsoft.com/office/drawing/2014/main" id="{4A6EE9A9-C50F-4FE9-AFDF-A784A56D9060}"/>
              </a:ext>
            </a:extLst>
          </p:cNvPr>
          <p:cNvGrpSpPr/>
          <p:nvPr/>
        </p:nvGrpSpPr>
        <p:grpSpPr>
          <a:xfrm>
            <a:off x="532492" y="300743"/>
            <a:ext cx="661597" cy="778153"/>
            <a:chOff x="2302650" y="4474650"/>
            <a:chExt cx="553175" cy="650575"/>
          </a:xfrm>
        </p:grpSpPr>
        <p:sp>
          <p:nvSpPr>
            <p:cNvPr id="69" name="Google Shape;1357;p55">
              <a:extLst>
                <a:ext uri="{FF2B5EF4-FFF2-40B4-BE49-F238E27FC236}">
                  <a16:creationId xmlns:a16="http://schemas.microsoft.com/office/drawing/2014/main" id="{554922AA-0DA1-4521-A0E7-B443224B3E23}"/>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358;p55">
              <a:extLst>
                <a:ext uri="{FF2B5EF4-FFF2-40B4-BE49-F238E27FC236}">
                  <a16:creationId xmlns:a16="http://schemas.microsoft.com/office/drawing/2014/main" id="{555685C5-A9F8-4535-89B3-0EFCB7718EA7}"/>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9629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B8B0C-D129-46E9-AA21-2D2CFC9B13B2}"/>
              </a:ext>
            </a:extLst>
          </p:cNvPr>
          <p:cNvSpPr>
            <a:spLocks noGrp="1"/>
          </p:cNvSpPr>
          <p:nvPr>
            <p:ph type="title"/>
          </p:nvPr>
        </p:nvSpPr>
        <p:spPr/>
        <p:txBody>
          <a:bodyPr/>
          <a:lstStyle/>
          <a:p>
            <a:r>
              <a:rPr lang="en-US" dirty="0"/>
              <a:t>Personal protection </a:t>
            </a:r>
          </a:p>
        </p:txBody>
      </p:sp>
      <p:grpSp>
        <p:nvGrpSpPr>
          <p:cNvPr id="3" name="Google Shape;1130;p25">
            <a:extLst>
              <a:ext uri="{FF2B5EF4-FFF2-40B4-BE49-F238E27FC236}">
                <a16:creationId xmlns:a16="http://schemas.microsoft.com/office/drawing/2014/main" id="{6113A9C7-CB21-4B2D-9743-9D6861F8659B}"/>
              </a:ext>
            </a:extLst>
          </p:cNvPr>
          <p:cNvGrpSpPr/>
          <p:nvPr/>
        </p:nvGrpSpPr>
        <p:grpSpPr>
          <a:xfrm>
            <a:off x="564202" y="1148094"/>
            <a:ext cx="8042000" cy="3194756"/>
            <a:chOff x="564202" y="1148094"/>
            <a:chExt cx="8042000" cy="3194756"/>
          </a:xfrm>
        </p:grpSpPr>
        <p:sp>
          <p:nvSpPr>
            <p:cNvPr id="5" name="Google Shape;1132;p25">
              <a:extLst>
                <a:ext uri="{FF2B5EF4-FFF2-40B4-BE49-F238E27FC236}">
                  <a16:creationId xmlns:a16="http://schemas.microsoft.com/office/drawing/2014/main" id="{6C71C7BE-B462-4403-BF81-8E96DDDC794D}"/>
                </a:ext>
              </a:extLst>
            </p:cNvPr>
            <p:cNvSpPr txBox="1"/>
            <p:nvPr/>
          </p:nvSpPr>
          <p:spPr>
            <a:xfrm>
              <a:off x="3976500" y="3942350"/>
              <a:ext cx="13626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700" dirty="0">
                  <a:solidFill>
                    <a:srgbClr val="000000"/>
                  </a:solidFill>
                  <a:latin typeface="Fira Sans Extra Condensed Medium"/>
                  <a:ea typeface="Fira Sans Extra Condensed Medium"/>
                  <a:cs typeface="Fira Sans Extra Condensed Medium"/>
                  <a:sym typeface="Fira Sans Extra Condensed Medium"/>
                </a:rPr>
                <a:t>Don’t let it </a:t>
              </a:r>
            </a:p>
            <a:p>
              <a:pPr marL="0" lvl="0" indent="0" algn="ctr" rtl="0">
                <a:spcBef>
                  <a:spcPts val="0"/>
                </a:spcBef>
                <a:spcAft>
                  <a:spcPts val="0"/>
                </a:spcAft>
                <a:buNone/>
              </a:pPr>
              <a:r>
                <a:rPr lang="en-US" sz="1700" dirty="0">
                  <a:latin typeface="Fira Sans Extra Condensed Medium"/>
                  <a:ea typeface="Fira Sans Extra Condensed Medium"/>
                  <a:cs typeface="Fira Sans Extra Condensed Medium"/>
                  <a:sym typeface="Fira Sans Extra Condensed Medium"/>
                </a:rPr>
                <a:t>Long while</a:t>
              </a: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7" name="Google Shape;1134;p25">
              <a:extLst>
                <a:ext uri="{FF2B5EF4-FFF2-40B4-BE49-F238E27FC236}">
                  <a16:creationId xmlns:a16="http://schemas.microsoft.com/office/drawing/2014/main" id="{C685E090-7106-4023-87DE-7DF1EFD58A5E}"/>
                </a:ext>
              </a:extLst>
            </p:cNvPr>
            <p:cNvSpPr txBox="1"/>
            <p:nvPr/>
          </p:nvSpPr>
          <p:spPr>
            <a:xfrm>
              <a:off x="5600763" y="3942350"/>
              <a:ext cx="13626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700" dirty="0">
                  <a:solidFill>
                    <a:srgbClr val="000000"/>
                  </a:solidFill>
                  <a:latin typeface="Fira Sans Extra Condensed Medium"/>
                  <a:ea typeface="Fira Sans Extra Condensed Medium"/>
                  <a:cs typeface="Fira Sans Extra Condensed Medium"/>
                  <a:sym typeface="Fira Sans Extra Condensed Medium"/>
                </a:rPr>
                <a:t>Remove mask</a:t>
              </a: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9" name="Google Shape;1136;p25">
              <a:extLst>
                <a:ext uri="{FF2B5EF4-FFF2-40B4-BE49-F238E27FC236}">
                  <a16:creationId xmlns:a16="http://schemas.microsoft.com/office/drawing/2014/main" id="{0B569A74-F139-473F-9D86-E6AD06D5FD37}"/>
                </a:ext>
              </a:extLst>
            </p:cNvPr>
            <p:cNvSpPr txBox="1"/>
            <p:nvPr/>
          </p:nvSpPr>
          <p:spPr>
            <a:xfrm>
              <a:off x="667499" y="3942350"/>
              <a:ext cx="13626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700" dirty="0">
                  <a:solidFill>
                    <a:srgbClr val="000000"/>
                  </a:solidFill>
                  <a:latin typeface="Fira Sans Extra Condensed Medium"/>
                  <a:ea typeface="Fira Sans Extra Condensed Medium"/>
                  <a:cs typeface="Fira Sans Extra Condensed Medium"/>
                  <a:sym typeface="Fira Sans Extra Condensed Medium"/>
                </a:rPr>
                <a:t>Wash</a:t>
              </a:r>
            </a:p>
            <a:p>
              <a:pPr marL="0" lvl="0" indent="0" algn="ctr" rtl="0">
                <a:spcBef>
                  <a:spcPts val="0"/>
                </a:spcBef>
                <a:spcAft>
                  <a:spcPts val="0"/>
                </a:spcAft>
                <a:buNone/>
              </a:pPr>
              <a:r>
                <a:rPr lang="en-US" sz="1700" dirty="0">
                  <a:latin typeface="Fira Sans Extra Condensed Medium"/>
                  <a:ea typeface="Fira Sans Extra Condensed Medium"/>
                  <a:cs typeface="Fira Sans Extra Condensed Medium"/>
                  <a:sym typeface="Fira Sans Extra Condensed Medium"/>
                </a:rPr>
                <a:t>hands</a:t>
              </a: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11" name="Google Shape;1138;p25">
              <a:extLst>
                <a:ext uri="{FF2B5EF4-FFF2-40B4-BE49-F238E27FC236}">
                  <a16:creationId xmlns:a16="http://schemas.microsoft.com/office/drawing/2014/main" id="{E5D59C65-9187-471A-8423-053435B896CB}"/>
                </a:ext>
              </a:extLst>
            </p:cNvPr>
            <p:cNvSpPr txBox="1"/>
            <p:nvPr/>
          </p:nvSpPr>
          <p:spPr>
            <a:xfrm>
              <a:off x="2345876" y="3942350"/>
              <a:ext cx="13626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700" dirty="0">
                  <a:solidFill>
                    <a:srgbClr val="000000"/>
                  </a:solidFill>
                  <a:latin typeface="Fira Sans Extra Condensed Medium"/>
                  <a:ea typeface="Fira Sans Extra Condensed Medium"/>
                  <a:cs typeface="Fira Sans Extra Condensed Medium"/>
                  <a:sym typeface="Fira Sans Extra Condensed Medium"/>
                </a:rPr>
                <a:t>mask</a:t>
              </a: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sp>
          <p:nvSpPr>
            <p:cNvPr id="13" name="Google Shape;1140;p25">
              <a:extLst>
                <a:ext uri="{FF2B5EF4-FFF2-40B4-BE49-F238E27FC236}">
                  <a16:creationId xmlns:a16="http://schemas.microsoft.com/office/drawing/2014/main" id="{A657B62F-480C-4AF9-8719-7A39C8364CA9}"/>
                </a:ext>
              </a:extLst>
            </p:cNvPr>
            <p:cNvSpPr txBox="1"/>
            <p:nvPr/>
          </p:nvSpPr>
          <p:spPr>
            <a:xfrm>
              <a:off x="7243602" y="3942350"/>
              <a:ext cx="13626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700" dirty="0">
                  <a:solidFill>
                    <a:srgbClr val="000000"/>
                  </a:solidFill>
                  <a:latin typeface="Fira Sans Extra Condensed Medium"/>
                  <a:ea typeface="Fira Sans Extra Condensed Medium"/>
                  <a:cs typeface="Fira Sans Extra Condensed Medium"/>
                  <a:sym typeface="Fira Sans Extra Condensed Medium"/>
                </a:rPr>
                <a:t>New mask</a:t>
              </a:r>
              <a:endParaRPr sz="1700" dirty="0">
                <a:solidFill>
                  <a:srgbClr val="000000"/>
                </a:solidFill>
                <a:latin typeface="Fira Sans Extra Condensed Medium"/>
                <a:ea typeface="Fira Sans Extra Condensed Medium"/>
                <a:cs typeface="Fira Sans Extra Condensed Medium"/>
                <a:sym typeface="Fira Sans Extra Condensed Medium"/>
              </a:endParaRPr>
            </a:p>
          </p:txBody>
        </p:sp>
        <p:grpSp>
          <p:nvGrpSpPr>
            <p:cNvPr id="14" name="Google Shape;1141;p25">
              <a:extLst>
                <a:ext uri="{FF2B5EF4-FFF2-40B4-BE49-F238E27FC236}">
                  <a16:creationId xmlns:a16="http://schemas.microsoft.com/office/drawing/2014/main" id="{FFBA9F63-6B45-4B0F-ACCF-393440CE5CE8}"/>
                </a:ext>
              </a:extLst>
            </p:cNvPr>
            <p:cNvGrpSpPr/>
            <p:nvPr/>
          </p:nvGrpSpPr>
          <p:grpSpPr>
            <a:xfrm>
              <a:off x="5627082" y="1148094"/>
              <a:ext cx="1322583" cy="1321837"/>
              <a:chOff x="5627082" y="1452894"/>
              <a:chExt cx="1322583" cy="1321837"/>
            </a:xfrm>
          </p:grpSpPr>
          <p:sp>
            <p:nvSpPr>
              <p:cNvPr id="46" name="Google Shape;1142;p25">
                <a:extLst>
                  <a:ext uri="{FF2B5EF4-FFF2-40B4-BE49-F238E27FC236}">
                    <a16:creationId xmlns:a16="http://schemas.microsoft.com/office/drawing/2014/main" id="{C2AAE389-DDC5-4D65-9C21-963C3C139AB3}"/>
                  </a:ext>
                </a:extLst>
              </p:cNvPr>
              <p:cNvSpPr/>
              <p:nvPr/>
            </p:nvSpPr>
            <p:spPr>
              <a:xfrm>
                <a:off x="5638923" y="1464736"/>
                <a:ext cx="1310742" cy="1309996"/>
              </a:xfrm>
              <a:custGeom>
                <a:avLst/>
                <a:gdLst/>
                <a:ahLst/>
                <a:cxnLst/>
                <a:rect l="l" t="t" r="r" b="b"/>
                <a:pathLst>
                  <a:path w="40402" h="40379" extrusionOk="0">
                    <a:moveTo>
                      <a:pt x="20201" y="0"/>
                    </a:moveTo>
                    <a:cubicBezTo>
                      <a:pt x="9040" y="0"/>
                      <a:pt x="1" y="9039"/>
                      <a:pt x="1" y="20201"/>
                    </a:cubicBezTo>
                    <a:cubicBezTo>
                      <a:pt x="1" y="31339"/>
                      <a:pt x="9040" y="40378"/>
                      <a:pt x="20201" y="40378"/>
                    </a:cubicBezTo>
                    <a:cubicBezTo>
                      <a:pt x="31340" y="40378"/>
                      <a:pt x="40402" y="31339"/>
                      <a:pt x="40402" y="20201"/>
                    </a:cubicBezTo>
                    <a:cubicBezTo>
                      <a:pt x="40402" y="9039"/>
                      <a:pt x="31340" y="0"/>
                      <a:pt x="20201" y="0"/>
                    </a:cubicBezTo>
                    <a:close/>
                  </a:path>
                </a:pathLst>
              </a:custGeom>
              <a:solidFill>
                <a:srgbClr val="8D8D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43;p25">
                <a:extLst>
                  <a:ext uri="{FF2B5EF4-FFF2-40B4-BE49-F238E27FC236}">
                    <a16:creationId xmlns:a16="http://schemas.microsoft.com/office/drawing/2014/main" id="{1E4578C2-B65F-4460-AEFC-C3E4B920B76F}"/>
                  </a:ext>
                </a:extLst>
              </p:cNvPr>
              <p:cNvSpPr/>
              <p:nvPr/>
            </p:nvSpPr>
            <p:spPr>
              <a:xfrm>
                <a:off x="5627082" y="1452894"/>
                <a:ext cx="1309996" cy="1309996"/>
              </a:xfrm>
              <a:custGeom>
                <a:avLst/>
                <a:gdLst/>
                <a:ahLst/>
                <a:cxnLst/>
                <a:rect l="l" t="t" r="r" b="b"/>
                <a:pathLst>
                  <a:path w="40379" h="40379" extrusionOk="0">
                    <a:moveTo>
                      <a:pt x="20178" y="0"/>
                    </a:moveTo>
                    <a:cubicBezTo>
                      <a:pt x="9039" y="0"/>
                      <a:pt x="1" y="9039"/>
                      <a:pt x="1" y="20178"/>
                    </a:cubicBezTo>
                    <a:cubicBezTo>
                      <a:pt x="1" y="31339"/>
                      <a:pt x="9039" y="40378"/>
                      <a:pt x="20178" y="40378"/>
                    </a:cubicBezTo>
                    <a:cubicBezTo>
                      <a:pt x="31340" y="40378"/>
                      <a:pt x="40379" y="31339"/>
                      <a:pt x="40379" y="20178"/>
                    </a:cubicBezTo>
                    <a:cubicBezTo>
                      <a:pt x="40379" y="9039"/>
                      <a:pt x="31340" y="0"/>
                      <a:pt x="20178"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144;p25">
              <a:extLst>
                <a:ext uri="{FF2B5EF4-FFF2-40B4-BE49-F238E27FC236}">
                  <a16:creationId xmlns:a16="http://schemas.microsoft.com/office/drawing/2014/main" id="{C0E4BE1D-15C4-4A8A-950D-CFAE0B616748}"/>
                </a:ext>
              </a:extLst>
            </p:cNvPr>
            <p:cNvSpPr/>
            <p:nvPr/>
          </p:nvSpPr>
          <p:spPr>
            <a:xfrm>
              <a:off x="5511554" y="1312091"/>
              <a:ext cx="410300" cy="373251"/>
            </a:xfrm>
            <a:custGeom>
              <a:avLst/>
              <a:gdLst/>
              <a:ahLst/>
              <a:cxnLst/>
              <a:rect l="l" t="t" r="r" b="b"/>
              <a:pathLst>
                <a:path w="12647" h="11505" extrusionOk="0">
                  <a:moveTo>
                    <a:pt x="6323" y="1"/>
                  </a:moveTo>
                  <a:cubicBezTo>
                    <a:pt x="4851" y="1"/>
                    <a:pt x="3379" y="560"/>
                    <a:pt x="2261" y="1679"/>
                  </a:cubicBezTo>
                  <a:cubicBezTo>
                    <a:pt x="1" y="3938"/>
                    <a:pt x="1" y="7567"/>
                    <a:pt x="2261" y="9827"/>
                  </a:cubicBezTo>
                  <a:cubicBezTo>
                    <a:pt x="3379" y="10946"/>
                    <a:pt x="4851" y="11505"/>
                    <a:pt x="6323" y="11505"/>
                  </a:cubicBezTo>
                  <a:cubicBezTo>
                    <a:pt x="7796" y="11505"/>
                    <a:pt x="9268" y="10946"/>
                    <a:pt x="10386" y="9827"/>
                  </a:cubicBezTo>
                  <a:cubicBezTo>
                    <a:pt x="12646" y="7567"/>
                    <a:pt x="12646" y="3938"/>
                    <a:pt x="10386" y="1679"/>
                  </a:cubicBezTo>
                  <a:cubicBezTo>
                    <a:pt x="9268" y="560"/>
                    <a:pt x="7796" y="1"/>
                    <a:pt x="6323"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45;p25">
              <a:extLst>
                <a:ext uri="{FF2B5EF4-FFF2-40B4-BE49-F238E27FC236}">
                  <a16:creationId xmlns:a16="http://schemas.microsoft.com/office/drawing/2014/main" id="{A756DEBD-4139-412E-8D42-63209E8351CC}"/>
                </a:ext>
              </a:extLst>
            </p:cNvPr>
            <p:cNvSpPr/>
            <p:nvPr/>
          </p:nvSpPr>
          <p:spPr>
            <a:xfrm>
              <a:off x="5499712" y="1299698"/>
              <a:ext cx="409554" cy="373608"/>
            </a:xfrm>
            <a:custGeom>
              <a:avLst/>
              <a:gdLst/>
              <a:ahLst/>
              <a:cxnLst/>
              <a:rect l="l" t="t" r="r" b="b"/>
              <a:pathLst>
                <a:path w="12624" h="11516" extrusionOk="0">
                  <a:moveTo>
                    <a:pt x="6312" y="1"/>
                  </a:moveTo>
                  <a:cubicBezTo>
                    <a:pt x="4840" y="1"/>
                    <a:pt x="3367" y="566"/>
                    <a:pt x="2238" y="1695"/>
                  </a:cubicBezTo>
                  <a:cubicBezTo>
                    <a:pt x="1" y="3932"/>
                    <a:pt x="1" y="7584"/>
                    <a:pt x="2238" y="9821"/>
                  </a:cubicBezTo>
                  <a:cubicBezTo>
                    <a:pt x="3367" y="10951"/>
                    <a:pt x="4840" y="11516"/>
                    <a:pt x="6312" y="11516"/>
                  </a:cubicBezTo>
                  <a:cubicBezTo>
                    <a:pt x="7784" y="11516"/>
                    <a:pt x="9256" y="10951"/>
                    <a:pt x="10386" y="9821"/>
                  </a:cubicBezTo>
                  <a:cubicBezTo>
                    <a:pt x="12623" y="7584"/>
                    <a:pt x="12623" y="3932"/>
                    <a:pt x="10386" y="1695"/>
                  </a:cubicBezTo>
                  <a:cubicBezTo>
                    <a:pt x="9256" y="566"/>
                    <a:pt x="7784" y="1"/>
                    <a:pt x="6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900" dirty="0">
                  <a:solidFill>
                    <a:schemeClr val="lt1"/>
                  </a:solidFill>
                  <a:latin typeface="Fira Sans Extra Condensed SemiBold"/>
                  <a:ea typeface="Fira Sans Extra Condensed SemiBold"/>
                  <a:cs typeface="Fira Sans Extra Condensed SemiBold"/>
                  <a:sym typeface="Fira Sans Extra Condensed SemiBold"/>
                </a:rPr>
                <a:t>4</a:t>
              </a:r>
              <a:endParaRPr dirty="0"/>
            </a:p>
          </p:txBody>
        </p:sp>
        <p:grpSp>
          <p:nvGrpSpPr>
            <p:cNvPr id="17" name="Google Shape;1146;p25">
              <a:extLst>
                <a:ext uri="{FF2B5EF4-FFF2-40B4-BE49-F238E27FC236}">
                  <a16:creationId xmlns:a16="http://schemas.microsoft.com/office/drawing/2014/main" id="{516CE1B4-C034-4CD4-B9AC-3C315A1D50FD}"/>
                </a:ext>
              </a:extLst>
            </p:cNvPr>
            <p:cNvGrpSpPr/>
            <p:nvPr/>
          </p:nvGrpSpPr>
          <p:grpSpPr>
            <a:xfrm>
              <a:off x="691572" y="1982645"/>
              <a:ext cx="1322583" cy="1322583"/>
              <a:chOff x="691572" y="2287445"/>
              <a:chExt cx="1322583" cy="1322583"/>
            </a:xfrm>
          </p:grpSpPr>
          <p:sp>
            <p:nvSpPr>
              <p:cNvPr id="44" name="Google Shape;1147;p25">
                <a:extLst>
                  <a:ext uri="{FF2B5EF4-FFF2-40B4-BE49-F238E27FC236}">
                    <a16:creationId xmlns:a16="http://schemas.microsoft.com/office/drawing/2014/main" id="{D506B567-61CD-4956-A239-1D448EF6F160}"/>
                  </a:ext>
                </a:extLst>
              </p:cNvPr>
              <p:cNvSpPr/>
              <p:nvPr/>
            </p:nvSpPr>
            <p:spPr>
              <a:xfrm>
                <a:off x="704159" y="2300033"/>
                <a:ext cx="1309996" cy="1309996"/>
              </a:xfrm>
              <a:custGeom>
                <a:avLst/>
                <a:gdLst/>
                <a:ahLst/>
                <a:cxnLst/>
                <a:rect l="l" t="t" r="r" b="b"/>
                <a:pathLst>
                  <a:path w="40379" h="40379" extrusionOk="0">
                    <a:moveTo>
                      <a:pt x="20179" y="0"/>
                    </a:moveTo>
                    <a:cubicBezTo>
                      <a:pt x="9040" y="0"/>
                      <a:pt x="1" y="9039"/>
                      <a:pt x="1" y="20178"/>
                    </a:cubicBezTo>
                    <a:cubicBezTo>
                      <a:pt x="1" y="31339"/>
                      <a:pt x="9040" y="40378"/>
                      <a:pt x="20179" y="40378"/>
                    </a:cubicBezTo>
                    <a:cubicBezTo>
                      <a:pt x="31340" y="40378"/>
                      <a:pt x="40379" y="31339"/>
                      <a:pt x="40379" y="20178"/>
                    </a:cubicBezTo>
                    <a:cubicBezTo>
                      <a:pt x="40379" y="9039"/>
                      <a:pt x="31340" y="0"/>
                      <a:pt x="20179" y="0"/>
                    </a:cubicBezTo>
                    <a:close/>
                  </a:path>
                </a:pathLst>
              </a:custGeom>
              <a:solidFill>
                <a:srgbClr val="8D8D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48;p25">
                <a:extLst>
                  <a:ext uri="{FF2B5EF4-FFF2-40B4-BE49-F238E27FC236}">
                    <a16:creationId xmlns:a16="http://schemas.microsoft.com/office/drawing/2014/main" id="{B2FEBEA2-DC61-4C8D-86C8-6EA86689F166}"/>
                  </a:ext>
                </a:extLst>
              </p:cNvPr>
              <p:cNvSpPr/>
              <p:nvPr/>
            </p:nvSpPr>
            <p:spPr>
              <a:xfrm>
                <a:off x="691572" y="2287445"/>
                <a:ext cx="1309996" cy="1309996"/>
              </a:xfrm>
              <a:custGeom>
                <a:avLst/>
                <a:gdLst/>
                <a:ahLst/>
                <a:cxnLst/>
                <a:rect l="l" t="t" r="r" b="b"/>
                <a:pathLst>
                  <a:path w="40379" h="40379" extrusionOk="0">
                    <a:moveTo>
                      <a:pt x="20201" y="0"/>
                    </a:moveTo>
                    <a:cubicBezTo>
                      <a:pt x="9040" y="0"/>
                      <a:pt x="1" y="9039"/>
                      <a:pt x="1" y="20178"/>
                    </a:cubicBezTo>
                    <a:cubicBezTo>
                      <a:pt x="1" y="31339"/>
                      <a:pt x="9040" y="40378"/>
                      <a:pt x="20201" y="40378"/>
                    </a:cubicBezTo>
                    <a:cubicBezTo>
                      <a:pt x="31340" y="40378"/>
                      <a:pt x="40379" y="31339"/>
                      <a:pt x="40379" y="20178"/>
                    </a:cubicBezTo>
                    <a:cubicBezTo>
                      <a:pt x="40379" y="9039"/>
                      <a:pt x="31340" y="0"/>
                      <a:pt x="2020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149;p25">
              <a:extLst>
                <a:ext uri="{FF2B5EF4-FFF2-40B4-BE49-F238E27FC236}">
                  <a16:creationId xmlns:a16="http://schemas.microsoft.com/office/drawing/2014/main" id="{11401E3C-64D1-4085-B748-0165C5D96B68}"/>
                </a:ext>
              </a:extLst>
            </p:cNvPr>
            <p:cNvSpPr/>
            <p:nvPr/>
          </p:nvSpPr>
          <p:spPr>
            <a:xfrm>
              <a:off x="576076" y="2146837"/>
              <a:ext cx="410268" cy="373640"/>
            </a:xfrm>
            <a:custGeom>
              <a:avLst/>
              <a:gdLst/>
              <a:ahLst/>
              <a:cxnLst/>
              <a:rect l="l" t="t" r="r" b="b"/>
              <a:pathLst>
                <a:path w="12646" h="11517" extrusionOk="0">
                  <a:moveTo>
                    <a:pt x="6323" y="1"/>
                  </a:moveTo>
                  <a:cubicBezTo>
                    <a:pt x="4851" y="1"/>
                    <a:pt x="3378" y="566"/>
                    <a:pt x="2260" y="1695"/>
                  </a:cubicBezTo>
                  <a:cubicBezTo>
                    <a:pt x="0" y="3932"/>
                    <a:pt x="0" y="7584"/>
                    <a:pt x="2260" y="9821"/>
                  </a:cubicBezTo>
                  <a:cubicBezTo>
                    <a:pt x="3378" y="10951"/>
                    <a:pt x="4851" y="11516"/>
                    <a:pt x="6323" y="11516"/>
                  </a:cubicBezTo>
                  <a:cubicBezTo>
                    <a:pt x="7795" y="11516"/>
                    <a:pt x="9267" y="10951"/>
                    <a:pt x="10386" y="9821"/>
                  </a:cubicBezTo>
                  <a:cubicBezTo>
                    <a:pt x="12645" y="7584"/>
                    <a:pt x="12645" y="3932"/>
                    <a:pt x="10386" y="1695"/>
                  </a:cubicBezTo>
                  <a:cubicBezTo>
                    <a:pt x="9267" y="566"/>
                    <a:pt x="7795" y="1"/>
                    <a:pt x="6323"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50;p25">
              <a:extLst>
                <a:ext uri="{FF2B5EF4-FFF2-40B4-BE49-F238E27FC236}">
                  <a16:creationId xmlns:a16="http://schemas.microsoft.com/office/drawing/2014/main" id="{6F7E427F-BD9C-4C0D-B619-41163D0BF908}"/>
                </a:ext>
              </a:extLst>
            </p:cNvPr>
            <p:cNvSpPr/>
            <p:nvPr/>
          </p:nvSpPr>
          <p:spPr>
            <a:xfrm>
              <a:off x="564202" y="2134249"/>
              <a:ext cx="409554" cy="373640"/>
            </a:xfrm>
            <a:custGeom>
              <a:avLst/>
              <a:gdLst/>
              <a:ahLst/>
              <a:cxnLst/>
              <a:rect l="l" t="t" r="r" b="b"/>
              <a:pathLst>
                <a:path w="12624" h="11517" extrusionOk="0">
                  <a:moveTo>
                    <a:pt x="6312" y="1"/>
                  </a:moveTo>
                  <a:cubicBezTo>
                    <a:pt x="4840" y="1"/>
                    <a:pt x="3368" y="566"/>
                    <a:pt x="2238" y="1695"/>
                  </a:cubicBezTo>
                  <a:cubicBezTo>
                    <a:pt x="1" y="3932"/>
                    <a:pt x="1" y="7584"/>
                    <a:pt x="2238" y="9821"/>
                  </a:cubicBezTo>
                  <a:cubicBezTo>
                    <a:pt x="3368" y="10951"/>
                    <a:pt x="4840" y="11516"/>
                    <a:pt x="6312" y="11516"/>
                  </a:cubicBezTo>
                  <a:cubicBezTo>
                    <a:pt x="7784" y="11516"/>
                    <a:pt x="9257" y="10951"/>
                    <a:pt x="10386" y="9821"/>
                  </a:cubicBezTo>
                  <a:cubicBezTo>
                    <a:pt x="12623" y="7584"/>
                    <a:pt x="12623" y="3932"/>
                    <a:pt x="10386" y="1695"/>
                  </a:cubicBezTo>
                  <a:cubicBezTo>
                    <a:pt x="9257" y="566"/>
                    <a:pt x="7784" y="1"/>
                    <a:pt x="6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chemeClr val="lt1"/>
                  </a:solidFill>
                  <a:latin typeface="Fira Sans Extra Condensed SemiBold"/>
                  <a:ea typeface="Fira Sans Extra Condensed SemiBold"/>
                  <a:cs typeface="Fira Sans Extra Condensed SemiBold"/>
                  <a:sym typeface="Fira Sans Extra Condensed SemiBold"/>
                </a:rPr>
                <a:t>1</a:t>
              </a:r>
              <a:endParaRPr sz="19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20" name="Google Shape;1151;p25">
              <a:extLst>
                <a:ext uri="{FF2B5EF4-FFF2-40B4-BE49-F238E27FC236}">
                  <a16:creationId xmlns:a16="http://schemas.microsoft.com/office/drawing/2014/main" id="{74132190-6F1E-4408-8DD6-01E7B68A3F4A}"/>
                </a:ext>
              </a:extLst>
            </p:cNvPr>
            <p:cNvGrpSpPr/>
            <p:nvPr/>
          </p:nvGrpSpPr>
          <p:grpSpPr>
            <a:xfrm>
              <a:off x="2365864" y="1148094"/>
              <a:ext cx="1322583" cy="1321837"/>
              <a:chOff x="2365864" y="1452894"/>
              <a:chExt cx="1322583" cy="1321837"/>
            </a:xfrm>
          </p:grpSpPr>
          <p:sp>
            <p:nvSpPr>
              <p:cNvPr id="42" name="Google Shape;1152;p25">
                <a:extLst>
                  <a:ext uri="{FF2B5EF4-FFF2-40B4-BE49-F238E27FC236}">
                    <a16:creationId xmlns:a16="http://schemas.microsoft.com/office/drawing/2014/main" id="{259DE371-66E0-4826-AB89-BF121BBB649F}"/>
                  </a:ext>
                </a:extLst>
              </p:cNvPr>
              <p:cNvSpPr/>
              <p:nvPr/>
            </p:nvSpPr>
            <p:spPr>
              <a:xfrm>
                <a:off x="2377738" y="1464736"/>
                <a:ext cx="1310709" cy="1309996"/>
              </a:xfrm>
              <a:custGeom>
                <a:avLst/>
                <a:gdLst/>
                <a:ahLst/>
                <a:cxnLst/>
                <a:rect l="l" t="t" r="r" b="b"/>
                <a:pathLst>
                  <a:path w="40401" h="40379" extrusionOk="0">
                    <a:moveTo>
                      <a:pt x="20201" y="0"/>
                    </a:moveTo>
                    <a:cubicBezTo>
                      <a:pt x="9039" y="0"/>
                      <a:pt x="0" y="9039"/>
                      <a:pt x="0" y="20201"/>
                    </a:cubicBezTo>
                    <a:cubicBezTo>
                      <a:pt x="0" y="31339"/>
                      <a:pt x="9039" y="40378"/>
                      <a:pt x="20201" y="40378"/>
                    </a:cubicBezTo>
                    <a:cubicBezTo>
                      <a:pt x="31362" y="40378"/>
                      <a:pt x="40401" y="31339"/>
                      <a:pt x="40401" y="20201"/>
                    </a:cubicBezTo>
                    <a:cubicBezTo>
                      <a:pt x="40401" y="9039"/>
                      <a:pt x="31362" y="0"/>
                      <a:pt x="20201" y="0"/>
                    </a:cubicBezTo>
                    <a:close/>
                  </a:path>
                </a:pathLst>
              </a:custGeom>
              <a:solidFill>
                <a:srgbClr val="8D8D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53;p25">
                <a:extLst>
                  <a:ext uri="{FF2B5EF4-FFF2-40B4-BE49-F238E27FC236}">
                    <a16:creationId xmlns:a16="http://schemas.microsoft.com/office/drawing/2014/main" id="{AAB2556A-BEB8-4803-8BE2-AA0D41059392}"/>
                  </a:ext>
                </a:extLst>
              </p:cNvPr>
              <p:cNvSpPr/>
              <p:nvPr/>
            </p:nvSpPr>
            <p:spPr>
              <a:xfrm>
                <a:off x="2365864" y="1452894"/>
                <a:ext cx="1309996" cy="1309996"/>
              </a:xfrm>
              <a:custGeom>
                <a:avLst/>
                <a:gdLst/>
                <a:ahLst/>
                <a:cxnLst/>
                <a:rect l="l" t="t" r="r" b="b"/>
                <a:pathLst>
                  <a:path w="40379" h="40379" extrusionOk="0">
                    <a:moveTo>
                      <a:pt x="20179" y="0"/>
                    </a:moveTo>
                    <a:cubicBezTo>
                      <a:pt x="9040" y="0"/>
                      <a:pt x="1" y="9039"/>
                      <a:pt x="1" y="20178"/>
                    </a:cubicBezTo>
                    <a:cubicBezTo>
                      <a:pt x="1" y="31339"/>
                      <a:pt x="9040" y="40378"/>
                      <a:pt x="20179" y="40378"/>
                    </a:cubicBezTo>
                    <a:cubicBezTo>
                      <a:pt x="31340" y="40378"/>
                      <a:pt x="40379" y="31339"/>
                      <a:pt x="40379" y="20178"/>
                    </a:cubicBezTo>
                    <a:cubicBezTo>
                      <a:pt x="40379" y="9039"/>
                      <a:pt x="31340" y="0"/>
                      <a:pt x="20179"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1154;p25">
              <a:extLst>
                <a:ext uri="{FF2B5EF4-FFF2-40B4-BE49-F238E27FC236}">
                  <a16:creationId xmlns:a16="http://schemas.microsoft.com/office/drawing/2014/main" id="{0A86FB6C-6D66-4727-86F3-ACD52C2F19F7}"/>
                </a:ext>
              </a:extLst>
            </p:cNvPr>
            <p:cNvSpPr/>
            <p:nvPr/>
          </p:nvSpPr>
          <p:spPr>
            <a:xfrm>
              <a:off x="2250369" y="1312091"/>
              <a:ext cx="410268" cy="373251"/>
            </a:xfrm>
            <a:custGeom>
              <a:avLst/>
              <a:gdLst/>
              <a:ahLst/>
              <a:cxnLst/>
              <a:rect l="l" t="t" r="r" b="b"/>
              <a:pathLst>
                <a:path w="12646" h="11505" extrusionOk="0">
                  <a:moveTo>
                    <a:pt x="6323" y="1"/>
                  </a:moveTo>
                  <a:cubicBezTo>
                    <a:pt x="4851" y="1"/>
                    <a:pt x="3378" y="560"/>
                    <a:pt x="2260" y="1679"/>
                  </a:cubicBezTo>
                  <a:cubicBezTo>
                    <a:pt x="0" y="3938"/>
                    <a:pt x="0" y="7567"/>
                    <a:pt x="2260" y="9827"/>
                  </a:cubicBezTo>
                  <a:cubicBezTo>
                    <a:pt x="3378" y="10946"/>
                    <a:pt x="4851" y="11505"/>
                    <a:pt x="6323" y="11505"/>
                  </a:cubicBezTo>
                  <a:cubicBezTo>
                    <a:pt x="7795" y="11505"/>
                    <a:pt x="9267" y="10946"/>
                    <a:pt x="10386" y="9827"/>
                  </a:cubicBezTo>
                  <a:cubicBezTo>
                    <a:pt x="12645" y="7567"/>
                    <a:pt x="12645" y="3938"/>
                    <a:pt x="10386" y="1679"/>
                  </a:cubicBezTo>
                  <a:cubicBezTo>
                    <a:pt x="9267" y="560"/>
                    <a:pt x="7795" y="1"/>
                    <a:pt x="6323"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55;p25">
              <a:extLst>
                <a:ext uri="{FF2B5EF4-FFF2-40B4-BE49-F238E27FC236}">
                  <a16:creationId xmlns:a16="http://schemas.microsoft.com/office/drawing/2014/main" id="{CF85DEC8-F5CB-4547-94B6-7EB212F14DB1}"/>
                </a:ext>
              </a:extLst>
            </p:cNvPr>
            <p:cNvSpPr/>
            <p:nvPr/>
          </p:nvSpPr>
          <p:spPr>
            <a:xfrm>
              <a:off x="2238495" y="1299698"/>
              <a:ext cx="409554" cy="373608"/>
            </a:xfrm>
            <a:custGeom>
              <a:avLst/>
              <a:gdLst/>
              <a:ahLst/>
              <a:cxnLst/>
              <a:rect l="l" t="t" r="r" b="b"/>
              <a:pathLst>
                <a:path w="12624" h="11516" extrusionOk="0">
                  <a:moveTo>
                    <a:pt x="6312" y="1"/>
                  </a:moveTo>
                  <a:cubicBezTo>
                    <a:pt x="4840" y="1"/>
                    <a:pt x="3368" y="566"/>
                    <a:pt x="2238" y="1695"/>
                  </a:cubicBezTo>
                  <a:cubicBezTo>
                    <a:pt x="1" y="3932"/>
                    <a:pt x="1" y="7584"/>
                    <a:pt x="2238" y="9821"/>
                  </a:cubicBezTo>
                  <a:cubicBezTo>
                    <a:pt x="3368" y="10951"/>
                    <a:pt x="4840" y="11516"/>
                    <a:pt x="6312" y="11516"/>
                  </a:cubicBezTo>
                  <a:cubicBezTo>
                    <a:pt x="7784" y="11516"/>
                    <a:pt x="9257" y="10951"/>
                    <a:pt x="10387" y="9821"/>
                  </a:cubicBezTo>
                  <a:cubicBezTo>
                    <a:pt x="12623" y="7584"/>
                    <a:pt x="12623" y="3932"/>
                    <a:pt x="10387" y="1695"/>
                  </a:cubicBezTo>
                  <a:cubicBezTo>
                    <a:pt x="9257" y="566"/>
                    <a:pt x="7784" y="1"/>
                    <a:pt x="6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900">
                  <a:solidFill>
                    <a:schemeClr val="lt1"/>
                  </a:solidFill>
                  <a:latin typeface="Fira Sans Extra Condensed SemiBold"/>
                  <a:ea typeface="Fira Sans Extra Condensed SemiBold"/>
                  <a:cs typeface="Fira Sans Extra Condensed SemiBold"/>
                  <a:sym typeface="Fira Sans Extra Condensed SemiBold"/>
                </a:rPr>
                <a:t>2</a:t>
              </a:r>
              <a:endParaRPr/>
            </a:p>
          </p:txBody>
        </p:sp>
        <p:grpSp>
          <p:nvGrpSpPr>
            <p:cNvPr id="23" name="Google Shape;1156;p25">
              <a:extLst>
                <a:ext uri="{FF2B5EF4-FFF2-40B4-BE49-F238E27FC236}">
                  <a16:creationId xmlns:a16="http://schemas.microsoft.com/office/drawing/2014/main" id="{E7EA3AD2-0135-47C6-8644-9EA92E5C55B1}"/>
                </a:ext>
              </a:extLst>
            </p:cNvPr>
            <p:cNvGrpSpPr/>
            <p:nvPr/>
          </p:nvGrpSpPr>
          <p:grpSpPr>
            <a:xfrm>
              <a:off x="3996489" y="1982645"/>
              <a:ext cx="1322583" cy="1322583"/>
              <a:chOff x="3996489" y="2287445"/>
              <a:chExt cx="1322583" cy="1322583"/>
            </a:xfrm>
          </p:grpSpPr>
          <p:sp>
            <p:nvSpPr>
              <p:cNvPr id="40" name="Google Shape;1157;p25">
                <a:extLst>
                  <a:ext uri="{FF2B5EF4-FFF2-40B4-BE49-F238E27FC236}">
                    <a16:creationId xmlns:a16="http://schemas.microsoft.com/office/drawing/2014/main" id="{A082C88F-AEEE-4DF9-B1FA-902F7D6FFA11}"/>
                  </a:ext>
                </a:extLst>
              </p:cNvPr>
              <p:cNvSpPr/>
              <p:nvPr/>
            </p:nvSpPr>
            <p:spPr>
              <a:xfrm>
                <a:off x="4008331" y="2300033"/>
                <a:ext cx="1310742" cy="1309996"/>
              </a:xfrm>
              <a:custGeom>
                <a:avLst/>
                <a:gdLst/>
                <a:ahLst/>
                <a:cxnLst/>
                <a:rect l="l" t="t" r="r" b="b"/>
                <a:pathLst>
                  <a:path w="40402" h="40379" extrusionOk="0">
                    <a:moveTo>
                      <a:pt x="20201" y="0"/>
                    </a:moveTo>
                    <a:cubicBezTo>
                      <a:pt x="9039" y="0"/>
                      <a:pt x="0" y="9039"/>
                      <a:pt x="0" y="20178"/>
                    </a:cubicBezTo>
                    <a:cubicBezTo>
                      <a:pt x="0" y="31339"/>
                      <a:pt x="9039" y="40378"/>
                      <a:pt x="20201" y="40378"/>
                    </a:cubicBezTo>
                    <a:cubicBezTo>
                      <a:pt x="31340" y="40378"/>
                      <a:pt x="40401" y="31339"/>
                      <a:pt x="40401" y="20178"/>
                    </a:cubicBezTo>
                    <a:cubicBezTo>
                      <a:pt x="40401" y="9039"/>
                      <a:pt x="31340" y="0"/>
                      <a:pt x="20201" y="0"/>
                    </a:cubicBezTo>
                    <a:close/>
                  </a:path>
                </a:pathLst>
              </a:custGeom>
              <a:solidFill>
                <a:srgbClr val="8D8D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58;p25">
                <a:extLst>
                  <a:ext uri="{FF2B5EF4-FFF2-40B4-BE49-F238E27FC236}">
                    <a16:creationId xmlns:a16="http://schemas.microsoft.com/office/drawing/2014/main" id="{79803550-D677-403D-B94E-E8CAACDD78FA}"/>
                  </a:ext>
                </a:extLst>
              </p:cNvPr>
              <p:cNvSpPr/>
              <p:nvPr/>
            </p:nvSpPr>
            <p:spPr>
              <a:xfrm>
                <a:off x="3996489" y="2287445"/>
                <a:ext cx="1309996" cy="1309996"/>
              </a:xfrm>
              <a:custGeom>
                <a:avLst/>
                <a:gdLst/>
                <a:ahLst/>
                <a:cxnLst/>
                <a:rect l="l" t="t" r="r" b="b"/>
                <a:pathLst>
                  <a:path w="40379" h="40379" extrusionOk="0">
                    <a:moveTo>
                      <a:pt x="20178" y="0"/>
                    </a:moveTo>
                    <a:cubicBezTo>
                      <a:pt x="9039" y="0"/>
                      <a:pt x="0" y="9039"/>
                      <a:pt x="0" y="20178"/>
                    </a:cubicBezTo>
                    <a:cubicBezTo>
                      <a:pt x="0" y="31339"/>
                      <a:pt x="9039" y="40378"/>
                      <a:pt x="20178" y="40378"/>
                    </a:cubicBezTo>
                    <a:cubicBezTo>
                      <a:pt x="31339" y="40378"/>
                      <a:pt x="40378" y="31339"/>
                      <a:pt x="40378" y="20178"/>
                    </a:cubicBezTo>
                    <a:cubicBezTo>
                      <a:pt x="40378" y="9039"/>
                      <a:pt x="31339" y="0"/>
                      <a:pt x="20178"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1159;p25">
              <a:extLst>
                <a:ext uri="{FF2B5EF4-FFF2-40B4-BE49-F238E27FC236}">
                  <a16:creationId xmlns:a16="http://schemas.microsoft.com/office/drawing/2014/main" id="{D79FDA10-3392-4632-B745-B9CDF2B389F2}"/>
                </a:ext>
              </a:extLst>
            </p:cNvPr>
            <p:cNvSpPr/>
            <p:nvPr/>
          </p:nvSpPr>
          <p:spPr>
            <a:xfrm>
              <a:off x="3880961" y="2146837"/>
              <a:ext cx="410268" cy="373640"/>
            </a:xfrm>
            <a:custGeom>
              <a:avLst/>
              <a:gdLst/>
              <a:ahLst/>
              <a:cxnLst/>
              <a:rect l="l" t="t" r="r" b="b"/>
              <a:pathLst>
                <a:path w="12646" h="11517" extrusionOk="0">
                  <a:moveTo>
                    <a:pt x="6323" y="1"/>
                  </a:moveTo>
                  <a:cubicBezTo>
                    <a:pt x="4851" y="1"/>
                    <a:pt x="3379" y="566"/>
                    <a:pt x="2260" y="1695"/>
                  </a:cubicBezTo>
                  <a:cubicBezTo>
                    <a:pt x="1" y="3932"/>
                    <a:pt x="1" y="7584"/>
                    <a:pt x="2260" y="9821"/>
                  </a:cubicBezTo>
                  <a:cubicBezTo>
                    <a:pt x="3379" y="10951"/>
                    <a:pt x="4851" y="11516"/>
                    <a:pt x="6323" y="11516"/>
                  </a:cubicBezTo>
                  <a:cubicBezTo>
                    <a:pt x="7795" y="11516"/>
                    <a:pt x="9268" y="10951"/>
                    <a:pt x="10386" y="9821"/>
                  </a:cubicBezTo>
                  <a:cubicBezTo>
                    <a:pt x="12646" y="7584"/>
                    <a:pt x="12646" y="3932"/>
                    <a:pt x="10386" y="1695"/>
                  </a:cubicBezTo>
                  <a:cubicBezTo>
                    <a:pt x="9268" y="566"/>
                    <a:pt x="7795" y="1"/>
                    <a:pt x="6323"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60;p25">
              <a:extLst>
                <a:ext uri="{FF2B5EF4-FFF2-40B4-BE49-F238E27FC236}">
                  <a16:creationId xmlns:a16="http://schemas.microsoft.com/office/drawing/2014/main" id="{F68D4D4A-067D-4B58-A53D-5C6FC0A75E44}"/>
                </a:ext>
              </a:extLst>
            </p:cNvPr>
            <p:cNvSpPr/>
            <p:nvPr/>
          </p:nvSpPr>
          <p:spPr>
            <a:xfrm>
              <a:off x="3869120" y="2134249"/>
              <a:ext cx="409522" cy="373640"/>
            </a:xfrm>
            <a:custGeom>
              <a:avLst/>
              <a:gdLst/>
              <a:ahLst/>
              <a:cxnLst/>
              <a:rect l="l" t="t" r="r" b="b"/>
              <a:pathLst>
                <a:path w="12623" h="11517" extrusionOk="0">
                  <a:moveTo>
                    <a:pt x="6312" y="1"/>
                  </a:moveTo>
                  <a:cubicBezTo>
                    <a:pt x="4839" y="1"/>
                    <a:pt x="3367" y="566"/>
                    <a:pt x="2237" y="1695"/>
                  </a:cubicBezTo>
                  <a:cubicBezTo>
                    <a:pt x="0" y="3932"/>
                    <a:pt x="0" y="7584"/>
                    <a:pt x="2237" y="9821"/>
                  </a:cubicBezTo>
                  <a:cubicBezTo>
                    <a:pt x="3367" y="10951"/>
                    <a:pt x="4839" y="11516"/>
                    <a:pt x="6312" y="11516"/>
                  </a:cubicBezTo>
                  <a:cubicBezTo>
                    <a:pt x="7784" y="11516"/>
                    <a:pt x="9256" y="10951"/>
                    <a:pt x="10386" y="9821"/>
                  </a:cubicBezTo>
                  <a:cubicBezTo>
                    <a:pt x="12623" y="7584"/>
                    <a:pt x="12623" y="3932"/>
                    <a:pt x="10386" y="1695"/>
                  </a:cubicBezTo>
                  <a:cubicBezTo>
                    <a:pt x="9256" y="566"/>
                    <a:pt x="7784" y="1"/>
                    <a:pt x="6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900">
                  <a:solidFill>
                    <a:schemeClr val="lt1"/>
                  </a:solidFill>
                  <a:latin typeface="Fira Sans Extra Condensed SemiBold"/>
                  <a:ea typeface="Fira Sans Extra Condensed SemiBold"/>
                  <a:cs typeface="Fira Sans Extra Condensed SemiBold"/>
                  <a:sym typeface="Fira Sans Extra Condensed SemiBold"/>
                </a:rPr>
                <a:t>3</a:t>
              </a:r>
              <a:endParaRPr/>
            </a:p>
          </p:txBody>
        </p:sp>
        <p:grpSp>
          <p:nvGrpSpPr>
            <p:cNvPr id="26" name="Google Shape;1161;p25">
              <a:extLst>
                <a:ext uri="{FF2B5EF4-FFF2-40B4-BE49-F238E27FC236}">
                  <a16:creationId xmlns:a16="http://schemas.microsoft.com/office/drawing/2014/main" id="{F8C7D0FF-F308-416F-9B35-9CE8E11A2EC9}"/>
                </a:ext>
              </a:extLst>
            </p:cNvPr>
            <p:cNvGrpSpPr/>
            <p:nvPr/>
          </p:nvGrpSpPr>
          <p:grpSpPr>
            <a:xfrm>
              <a:off x="7257674" y="1982645"/>
              <a:ext cx="1322583" cy="1322583"/>
              <a:chOff x="7257674" y="2287445"/>
              <a:chExt cx="1322583" cy="1322583"/>
            </a:xfrm>
          </p:grpSpPr>
          <p:sp>
            <p:nvSpPr>
              <p:cNvPr id="38" name="Google Shape;1162;p25">
                <a:extLst>
                  <a:ext uri="{FF2B5EF4-FFF2-40B4-BE49-F238E27FC236}">
                    <a16:creationId xmlns:a16="http://schemas.microsoft.com/office/drawing/2014/main" id="{1C6392CF-D7A7-4AC2-A8BE-0D7455AAD21E}"/>
                  </a:ext>
                </a:extLst>
              </p:cNvPr>
              <p:cNvSpPr/>
              <p:nvPr/>
            </p:nvSpPr>
            <p:spPr>
              <a:xfrm>
                <a:off x="7269548" y="2300033"/>
                <a:ext cx="1310709" cy="1309996"/>
              </a:xfrm>
              <a:custGeom>
                <a:avLst/>
                <a:gdLst/>
                <a:ahLst/>
                <a:cxnLst/>
                <a:rect l="l" t="t" r="r" b="b"/>
                <a:pathLst>
                  <a:path w="40401" h="40379" extrusionOk="0">
                    <a:moveTo>
                      <a:pt x="20201" y="0"/>
                    </a:moveTo>
                    <a:cubicBezTo>
                      <a:pt x="9039" y="0"/>
                      <a:pt x="0" y="9039"/>
                      <a:pt x="0" y="20178"/>
                    </a:cubicBezTo>
                    <a:cubicBezTo>
                      <a:pt x="0" y="31339"/>
                      <a:pt x="9039" y="40378"/>
                      <a:pt x="20201" y="40378"/>
                    </a:cubicBezTo>
                    <a:cubicBezTo>
                      <a:pt x="31339" y="40378"/>
                      <a:pt x="40401" y="31339"/>
                      <a:pt x="40401" y="20178"/>
                    </a:cubicBezTo>
                    <a:cubicBezTo>
                      <a:pt x="40401" y="9039"/>
                      <a:pt x="31339" y="0"/>
                      <a:pt x="20201" y="0"/>
                    </a:cubicBezTo>
                    <a:close/>
                  </a:path>
                </a:pathLst>
              </a:custGeom>
              <a:solidFill>
                <a:srgbClr val="8D8D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63;p25">
                <a:extLst>
                  <a:ext uri="{FF2B5EF4-FFF2-40B4-BE49-F238E27FC236}">
                    <a16:creationId xmlns:a16="http://schemas.microsoft.com/office/drawing/2014/main" id="{32534DFC-9394-4944-AE71-46AB9C10F1C9}"/>
                  </a:ext>
                </a:extLst>
              </p:cNvPr>
              <p:cNvSpPr/>
              <p:nvPr/>
            </p:nvSpPr>
            <p:spPr>
              <a:xfrm>
                <a:off x="7257674" y="2287445"/>
                <a:ext cx="1309996" cy="1309996"/>
              </a:xfrm>
              <a:custGeom>
                <a:avLst/>
                <a:gdLst/>
                <a:ahLst/>
                <a:cxnLst/>
                <a:rect l="l" t="t" r="r" b="b"/>
                <a:pathLst>
                  <a:path w="40379" h="40379" extrusionOk="0">
                    <a:moveTo>
                      <a:pt x="20178" y="0"/>
                    </a:moveTo>
                    <a:cubicBezTo>
                      <a:pt x="9040" y="0"/>
                      <a:pt x="1" y="9039"/>
                      <a:pt x="1" y="20178"/>
                    </a:cubicBezTo>
                    <a:cubicBezTo>
                      <a:pt x="1" y="31339"/>
                      <a:pt x="9040" y="40378"/>
                      <a:pt x="20178" y="40378"/>
                    </a:cubicBezTo>
                    <a:cubicBezTo>
                      <a:pt x="31340" y="40378"/>
                      <a:pt x="40379" y="31339"/>
                      <a:pt x="40379" y="20178"/>
                    </a:cubicBezTo>
                    <a:cubicBezTo>
                      <a:pt x="40379" y="9039"/>
                      <a:pt x="31340" y="0"/>
                      <a:pt x="20178"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1164;p25">
              <a:extLst>
                <a:ext uri="{FF2B5EF4-FFF2-40B4-BE49-F238E27FC236}">
                  <a16:creationId xmlns:a16="http://schemas.microsoft.com/office/drawing/2014/main" id="{4EB18920-B646-4B69-B9EB-347932923A28}"/>
                </a:ext>
              </a:extLst>
            </p:cNvPr>
            <p:cNvSpPr/>
            <p:nvPr/>
          </p:nvSpPr>
          <p:spPr>
            <a:xfrm>
              <a:off x="7142179" y="2146837"/>
              <a:ext cx="410268" cy="373640"/>
            </a:xfrm>
            <a:custGeom>
              <a:avLst/>
              <a:gdLst/>
              <a:ahLst/>
              <a:cxnLst/>
              <a:rect l="l" t="t" r="r" b="b"/>
              <a:pathLst>
                <a:path w="12646" h="11517" extrusionOk="0">
                  <a:moveTo>
                    <a:pt x="6323" y="1"/>
                  </a:moveTo>
                  <a:cubicBezTo>
                    <a:pt x="4851" y="1"/>
                    <a:pt x="3378" y="566"/>
                    <a:pt x="2260" y="1695"/>
                  </a:cubicBezTo>
                  <a:cubicBezTo>
                    <a:pt x="0" y="3932"/>
                    <a:pt x="0" y="7584"/>
                    <a:pt x="2260" y="9821"/>
                  </a:cubicBezTo>
                  <a:cubicBezTo>
                    <a:pt x="3378" y="10951"/>
                    <a:pt x="4851" y="11516"/>
                    <a:pt x="6323" y="11516"/>
                  </a:cubicBezTo>
                  <a:cubicBezTo>
                    <a:pt x="7795" y="11516"/>
                    <a:pt x="9267" y="10951"/>
                    <a:pt x="10386" y="9821"/>
                  </a:cubicBezTo>
                  <a:cubicBezTo>
                    <a:pt x="12645" y="7584"/>
                    <a:pt x="12645" y="3932"/>
                    <a:pt x="10386" y="1695"/>
                  </a:cubicBezTo>
                  <a:cubicBezTo>
                    <a:pt x="9267" y="566"/>
                    <a:pt x="7795" y="1"/>
                    <a:pt x="6323"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65;p25">
              <a:extLst>
                <a:ext uri="{FF2B5EF4-FFF2-40B4-BE49-F238E27FC236}">
                  <a16:creationId xmlns:a16="http://schemas.microsoft.com/office/drawing/2014/main" id="{76EA4B63-2FD4-45C8-8796-3D3BA95C245D}"/>
                </a:ext>
              </a:extLst>
            </p:cNvPr>
            <p:cNvSpPr/>
            <p:nvPr/>
          </p:nvSpPr>
          <p:spPr>
            <a:xfrm>
              <a:off x="7130305" y="2134249"/>
              <a:ext cx="409554" cy="373640"/>
            </a:xfrm>
            <a:custGeom>
              <a:avLst/>
              <a:gdLst/>
              <a:ahLst/>
              <a:cxnLst/>
              <a:rect l="l" t="t" r="r" b="b"/>
              <a:pathLst>
                <a:path w="12624" h="11517" extrusionOk="0">
                  <a:moveTo>
                    <a:pt x="6312" y="1"/>
                  </a:moveTo>
                  <a:cubicBezTo>
                    <a:pt x="4840" y="1"/>
                    <a:pt x="3368" y="566"/>
                    <a:pt x="2238" y="1695"/>
                  </a:cubicBezTo>
                  <a:cubicBezTo>
                    <a:pt x="1" y="3932"/>
                    <a:pt x="1" y="7584"/>
                    <a:pt x="2238" y="9821"/>
                  </a:cubicBezTo>
                  <a:cubicBezTo>
                    <a:pt x="3368" y="10951"/>
                    <a:pt x="4840" y="11516"/>
                    <a:pt x="6312" y="11516"/>
                  </a:cubicBezTo>
                  <a:cubicBezTo>
                    <a:pt x="7784" y="11516"/>
                    <a:pt x="9257" y="10951"/>
                    <a:pt x="10386" y="9821"/>
                  </a:cubicBezTo>
                  <a:cubicBezTo>
                    <a:pt x="12623" y="7584"/>
                    <a:pt x="12623" y="3932"/>
                    <a:pt x="10386" y="1695"/>
                  </a:cubicBezTo>
                  <a:cubicBezTo>
                    <a:pt x="9257" y="566"/>
                    <a:pt x="7784" y="1"/>
                    <a:pt x="6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900">
                  <a:solidFill>
                    <a:schemeClr val="lt1"/>
                  </a:solidFill>
                  <a:latin typeface="Fira Sans Extra Condensed SemiBold"/>
                  <a:ea typeface="Fira Sans Extra Condensed SemiBold"/>
                  <a:cs typeface="Fira Sans Extra Condensed SemiBold"/>
                  <a:sym typeface="Fira Sans Extra Condensed SemiBold"/>
                </a:rPr>
                <a:t>5</a:t>
              </a:r>
              <a:endParaRPr/>
            </a:p>
          </p:txBody>
        </p:sp>
        <p:sp>
          <p:nvSpPr>
            <p:cNvPr id="29" name="Google Shape;1166;p25">
              <a:extLst>
                <a:ext uri="{FF2B5EF4-FFF2-40B4-BE49-F238E27FC236}">
                  <a16:creationId xmlns:a16="http://schemas.microsoft.com/office/drawing/2014/main" id="{F287A5AD-BC79-4F20-A76E-32F79512AA2C}"/>
                </a:ext>
              </a:extLst>
            </p:cNvPr>
            <p:cNvSpPr/>
            <p:nvPr/>
          </p:nvSpPr>
          <p:spPr>
            <a:xfrm>
              <a:off x="1760877" y="1684953"/>
              <a:ext cx="264406" cy="268851"/>
            </a:xfrm>
            <a:custGeom>
              <a:avLst/>
              <a:gdLst/>
              <a:ahLst/>
              <a:cxnLst/>
              <a:rect l="l" t="t" r="r" b="b"/>
              <a:pathLst>
                <a:path w="8150" h="8287" extrusionOk="0">
                  <a:moveTo>
                    <a:pt x="5821" y="0"/>
                  </a:moveTo>
                  <a:cubicBezTo>
                    <a:pt x="5935" y="206"/>
                    <a:pt x="6027" y="434"/>
                    <a:pt x="6141" y="640"/>
                  </a:cubicBezTo>
                  <a:cubicBezTo>
                    <a:pt x="3379" y="2055"/>
                    <a:pt x="1165" y="4497"/>
                    <a:pt x="1" y="7373"/>
                  </a:cubicBezTo>
                  <a:cubicBezTo>
                    <a:pt x="754" y="7624"/>
                    <a:pt x="1484" y="7921"/>
                    <a:pt x="2169" y="8286"/>
                  </a:cubicBezTo>
                  <a:cubicBezTo>
                    <a:pt x="2763" y="5593"/>
                    <a:pt x="4406" y="3173"/>
                    <a:pt x="6711" y="1644"/>
                  </a:cubicBezTo>
                  <a:cubicBezTo>
                    <a:pt x="6780" y="1735"/>
                    <a:pt x="6825" y="1849"/>
                    <a:pt x="6894" y="1941"/>
                  </a:cubicBezTo>
                  <a:cubicBezTo>
                    <a:pt x="7259" y="1370"/>
                    <a:pt x="7670" y="799"/>
                    <a:pt x="8149" y="297"/>
                  </a:cubicBezTo>
                  <a:cubicBezTo>
                    <a:pt x="7373" y="115"/>
                    <a:pt x="6597" y="0"/>
                    <a:pt x="5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67;p25">
              <a:extLst>
                <a:ext uri="{FF2B5EF4-FFF2-40B4-BE49-F238E27FC236}">
                  <a16:creationId xmlns:a16="http://schemas.microsoft.com/office/drawing/2014/main" id="{023CA32A-6E32-49B9-9DA7-C196E6EC67DE}"/>
                </a:ext>
              </a:extLst>
            </p:cNvPr>
            <p:cNvSpPr/>
            <p:nvPr/>
          </p:nvSpPr>
          <p:spPr>
            <a:xfrm>
              <a:off x="3929106" y="1684953"/>
              <a:ext cx="269565" cy="263660"/>
            </a:xfrm>
            <a:custGeom>
              <a:avLst/>
              <a:gdLst/>
              <a:ahLst/>
              <a:cxnLst/>
              <a:rect l="l" t="t" r="r" b="b"/>
              <a:pathLst>
                <a:path w="8309" h="8127" extrusionOk="0">
                  <a:moveTo>
                    <a:pt x="913" y="0"/>
                  </a:moveTo>
                  <a:cubicBezTo>
                    <a:pt x="685" y="754"/>
                    <a:pt x="365" y="1484"/>
                    <a:pt x="0" y="2169"/>
                  </a:cubicBezTo>
                  <a:cubicBezTo>
                    <a:pt x="2694" y="2739"/>
                    <a:pt x="5136" y="4406"/>
                    <a:pt x="6642" y="6688"/>
                  </a:cubicBezTo>
                  <a:cubicBezTo>
                    <a:pt x="6551" y="6757"/>
                    <a:pt x="6437" y="6825"/>
                    <a:pt x="6346" y="6894"/>
                  </a:cubicBezTo>
                  <a:cubicBezTo>
                    <a:pt x="6939" y="7259"/>
                    <a:pt x="7487" y="7670"/>
                    <a:pt x="8012" y="8126"/>
                  </a:cubicBezTo>
                  <a:cubicBezTo>
                    <a:pt x="8194" y="7373"/>
                    <a:pt x="8286" y="6597"/>
                    <a:pt x="8309" y="5821"/>
                  </a:cubicBezTo>
                  <a:lnTo>
                    <a:pt x="8309" y="5821"/>
                  </a:lnTo>
                  <a:cubicBezTo>
                    <a:pt x="8080" y="5912"/>
                    <a:pt x="7875" y="6026"/>
                    <a:pt x="7647" y="6118"/>
                  </a:cubicBezTo>
                  <a:cubicBezTo>
                    <a:pt x="6231" y="3379"/>
                    <a:pt x="3789" y="1165"/>
                    <a:pt x="9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68;p25">
              <a:extLst>
                <a:ext uri="{FF2B5EF4-FFF2-40B4-BE49-F238E27FC236}">
                  <a16:creationId xmlns:a16="http://schemas.microsoft.com/office/drawing/2014/main" id="{765EC50D-E4CE-4B7B-8638-F5C39DDBAABC}"/>
                </a:ext>
              </a:extLst>
            </p:cNvPr>
            <p:cNvSpPr/>
            <p:nvPr/>
          </p:nvSpPr>
          <p:spPr>
            <a:xfrm>
              <a:off x="5109462" y="1684953"/>
              <a:ext cx="263660" cy="268851"/>
            </a:xfrm>
            <a:custGeom>
              <a:avLst/>
              <a:gdLst/>
              <a:ahLst/>
              <a:cxnLst/>
              <a:rect l="l" t="t" r="r" b="b"/>
              <a:pathLst>
                <a:path w="8127" h="8287" extrusionOk="0">
                  <a:moveTo>
                    <a:pt x="5821" y="0"/>
                  </a:moveTo>
                  <a:cubicBezTo>
                    <a:pt x="5912" y="206"/>
                    <a:pt x="6004" y="434"/>
                    <a:pt x="6118" y="640"/>
                  </a:cubicBezTo>
                  <a:cubicBezTo>
                    <a:pt x="3356" y="2055"/>
                    <a:pt x="1142" y="4497"/>
                    <a:pt x="1" y="7373"/>
                  </a:cubicBezTo>
                  <a:cubicBezTo>
                    <a:pt x="731" y="7624"/>
                    <a:pt x="1462" y="7921"/>
                    <a:pt x="2169" y="8286"/>
                  </a:cubicBezTo>
                  <a:cubicBezTo>
                    <a:pt x="2740" y="5593"/>
                    <a:pt x="4406" y="3173"/>
                    <a:pt x="6689" y="1644"/>
                  </a:cubicBezTo>
                  <a:cubicBezTo>
                    <a:pt x="6757" y="1735"/>
                    <a:pt x="6825" y="1849"/>
                    <a:pt x="6894" y="1941"/>
                  </a:cubicBezTo>
                  <a:cubicBezTo>
                    <a:pt x="7259" y="1370"/>
                    <a:pt x="7670" y="799"/>
                    <a:pt x="8127" y="297"/>
                  </a:cubicBezTo>
                  <a:cubicBezTo>
                    <a:pt x="7373" y="115"/>
                    <a:pt x="6597" y="0"/>
                    <a:pt x="58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69;p25">
              <a:extLst>
                <a:ext uri="{FF2B5EF4-FFF2-40B4-BE49-F238E27FC236}">
                  <a16:creationId xmlns:a16="http://schemas.microsoft.com/office/drawing/2014/main" id="{55E6F813-2AF6-4AC2-993D-60F56F490658}"/>
                </a:ext>
              </a:extLst>
            </p:cNvPr>
            <p:cNvSpPr/>
            <p:nvPr/>
          </p:nvSpPr>
          <p:spPr>
            <a:xfrm>
              <a:off x="7277691" y="1684953"/>
              <a:ext cx="268819" cy="263660"/>
            </a:xfrm>
            <a:custGeom>
              <a:avLst/>
              <a:gdLst/>
              <a:ahLst/>
              <a:cxnLst/>
              <a:rect l="l" t="t" r="r" b="b"/>
              <a:pathLst>
                <a:path w="8286" h="8127" extrusionOk="0">
                  <a:moveTo>
                    <a:pt x="913" y="0"/>
                  </a:moveTo>
                  <a:cubicBezTo>
                    <a:pt x="662" y="754"/>
                    <a:pt x="365" y="1484"/>
                    <a:pt x="0" y="2169"/>
                  </a:cubicBezTo>
                  <a:cubicBezTo>
                    <a:pt x="2671" y="2739"/>
                    <a:pt x="5113" y="4406"/>
                    <a:pt x="6642" y="6688"/>
                  </a:cubicBezTo>
                  <a:cubicBezTo>
                    <a:pt x="6528" y="6757"/>
                    <a:pt x="6437" y="6825"/>
                    <a:pt x="6323" y="6894"/>
                  </a:cubicBezTo>
                  <a:cubicBezTo>
                    <a:pt x="6916" y="7259"/>
                    <a:pt x="7487" y="7670"/>
                    <a:pt x="7989" y="8126"/>
                  </a:cubicBezTo>
                  <a:cubicBezTo>
                    <a:pt x="8172" y="7373"/>
                    <a:pt x="8263" y="6597"/>
                    <a:pt x="8286" y="5821"/>
                  </a:cubicBezTo>
                  <a:lnTo>
                    <a:pt x="8286" y="5821"/>
                  </a:lnTo>
                  <a:cubicBezTo>
                    <a:pt x="8058" y="5912"/>
                    <a:pt x="7852" y="6026"/>
                    <a:pt x="7647" y="6118"/>
                  </a:cubicBezTo>
                  <a:cubicBezTo>
                    <a:pt x="6209" y="3379"/>
                    <a:pt x="3766" y="1165"/>
                    <a:pt x="9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 name="Google Shape;1170;p25">
              <a:extLst>
                <a:ext uri="{FF2B5EF4-FFF2-40B4-BE49-F238E27FC236}">
                  <a16:creationId xmlns:a16="http://schemas.microsoft.com/office/drawing/2014/main" id="{FDB5D787-E47D-4CCA-8FD0-A6B3CEA37DC4}"/>
                </a:ext>
              </a:extLst>
            </p:cNvPr>
            <p:cNvCxnSpPr/>
            <p:nvPr/>
          </p:nvCxnSpPr>
          <p:spPr>
            <a:xfrm rot="10800000">
              <a:off x="1348799" y="3298550"/>
              <a:ext cx="0" cy="567600"/>
            </a:xfrm>
            <a:prstGeom prst="straightConnector1">
              <a:avLst/>
            </a:prstGeom>
            <a:noFill/>
            <a:ln w="19050" cap="flat" cmpd="sng">
              <a:solidFill>
                <a:schemeClr val="accent1"/>
              </a:solidFill>
              <a:prstDash val="solid"/>
              <a:round/>
              <a:headEnd type="oval" w="med" len="med"/>
              <a:tailEnd type="none" w="med" len="med"/>
            </a:ln>
          </p:spPr>
        </p:cxnSp>
        <p:cxnSp>
          <p:nvCxnSpPr>
            <p:cNvPr id="34" name="Google Shape;1171;p25">
              <a:extLst>
                <a:ext uri="{FF2B5EF4-FFF2-40B4-BE49-F238E27FC236}">
                  <a16:creationId xmlns:a16="http://schemas.microsoft.com/office/drawing/2014/main" id="{81CD09B7-D81D-4CAB-B03B-92F68F630613}"/>
                </a:ext>
              </a:extLst>
            </p:cNvPr>
            <p:cNvCxnSpPr/>
            <p:nvPr/>
          </p:nvCxnSpPr>
          <p:spPr>
            <a:xfrm rot="10800000">
              <a:off x="4642224" y="3298550"/>
              <a:ext cx="0" cy="567600"/>
            </a:xfrm>
            <a:prstGeom prst="straightConnector1">
              <a:avLst/>
            </a:prstGeom>
            <a:noFill/>
            <a:ln w="19050" cap="flat" cmpd="sng">
              <a:solidFill>
                <a:schemeClr val="accent1"/>
              </a:solidFill>
              <a:prstDash val="solid"/>
              <a:round/>
              <a:headEnd type="oval" w="med" len="med"/>
              <a:tailEnd type="none" w="med" len="med"/>
            </a:ln>
          </p:spPr>
        </p:cxnSp>
        <p:cxnSp>
          <p:nvCxnSpPr>
            <p:cNvPr id="35" name="Google Shape;1172;p25">
              <a:extLst>
                <a:ext uri="{FF2B5EF4-FFF2-40B4-BE49-F238E27FC236}">
                  <a16:creationId xmlns:a16="http://schemas.microsoft.com/office/drawing/2014/main" id="{91B79E5D-EF16-4364-BAD3-8EAA7F9225C0}"/>
                </a:ext>
              </a:extLst>
            </p:cNvPr>
            <p:cNvCxnSpPr/>
            <p:nvPr/>
          </p:nvCxnSpPr>
          <p:spPr>
            <a:xfrm rot="10800000">
              <a:off x="7918961" y="3298550"/>
              <a:ext cx="0" cy="567600"/>
            </a:xfrm>
            <a:prstGeom prst="straightConnector1">
              <a:avLst/>
            </a:prstGeom>
            <a:noFill/>
            <a:ln w="19050" cap="flat" cmpd="sng">
              <a:solidFill>
                <a:schemeClr val="accent1"/>
              </a:solidFill>
              <a:prstDash val="solid"/>
              <a:round/>
              <a:headEnd type="oval" w="med" len="med"/>
              <a:tailEnd type="none" w="med" len="med"/>
            </a:ln>
          </p:spPr>
        </p:cxnSp>
        <p:cxnSp>
          <p:nvCxnSpPr>
            <p:cNvPr id="36" name="Google Shape;1173;p25">
              <a:extLst>
                <a:ext uri="{FF2B5EF4-FFF2-40B4-BE49-F238E27FC236}">
                  <a16:creationId xmlns:a16="http://schemas.microsoft.com/office/drawing/2014/main" id="{B45F56D2-F93C-4F1B-9A01-55F2AC1FDE4E}"/>
                </a:ext>
              </a:extLst>
            </p:cNvPr>
            <p:cNvCxnSpPr/>
            <p:nvPr/>
          </p:nvCxnSpPr>
          <p:spPr>
            <a:xfrm rot="10800000">
              <a:off x="3027176" y="2468450"/>
              <a:ext cx="0" cy="1397700"/>
            </a:xfrm>
            <a:prstGeom prst="straightConnector1">
              <a:avLst/>
            </a:prstGeom>
            <a:noFill/>
            <a:ln w="19050" cap="flat" cmpd="sng">
              <a:solidFill>
                <a:schemeClr val="accent5"/>
              </a:solidFill>
              <a:prstDash val="solid"/>
              <a:round/>
              <a:headEnd type="oval" w="med" len="med"/>
              <a:tailEnd type="none" w="med" len="med"/>
            </a:ln>
          </p:spPr>
        </p:cxnSp>
        <p:cxnSp>
          <p:nvCxnSpPr>
            <p:cNvPr id="37" name="Google Shape;1174;p25">
              <a:extLst>
                <a:ext uri="{FF2B5EF4-FFF2-40B4-BE49-F238E27FC236}">
                  <a16:creationId xmlns:a16="http://schemas.microsoft.com/office/drawing/2014/main" id="{F41016ED-498C-4C70-88DC-5E1C10A47F38}"/>
                </a:ext>
              </a:extLst>
            </p:cNvPr>
            <p:cNvCxnSpPr/>
            <p:nvPr/>
          </p:nvCxnSpPr>
          <p:spPr>
            <a:xfrm rot="10800000">
              <a:off x="6284726" y="2468450"/>
              <a:ext cx="0" cy="1397700"/>
            </a:xfrm>
            <a:prstGeom prst="straightConnector1">
              <a:avLst/>
            </a:prstGeom>
            <a:noFill/>
            <a:ln w="19050" cap="flat" cmpd="sng">
              <a:solidFill>
                <a:schemeClr val="accent5"/>
              </a:solidFill>
              <a:prstDash val="solid"/>
              <a:round/>
              <a:headEnd type="oval" w="med" len="med"/>
              <a:tailEnd type="none" w="med" len="med"/>
            </a:ln>
          </p:spPr>
        </p:cxnSp>
      </p:grpSp>
      <p:grpSp>
        <p:nvGrpSpPr>
          <p:cNvPr id="49" name="Google Shape;1176;p25">
            <a:extLst>
              <a:ext uri="{FF2B5EF4-FFF2-40B4-BE49-F238E27FC236}">
                <a16:creationId xmlns:a16="http://schemas.microsoft.com/office/drawing/2014/main" id="{AB5A2247-E231-4D43-BAB4-889F7AE7B9A1}"/>
              </a:ext>
            </a:extLst>
          </p:cNvPr>
          <p:cNvGrpSpPr/>
          <p:nvPr/>
        </p:nvGrpSpPr>
        <p:grpSpPr>
          <a:xfrm>
            <a:off x="1103300" y="2120169"/>
            <a:ext cx="489525" cy="921237"/>
            <a:chOff x="1103300" y="2120169"/>
            <a:chExt cx="489525" cy="921237"/>
          </a:xfrm>
          <a:solidFill>
            <a:schemeClr val="accent3"/>
          </a:solidFill>
        </p:grpSpPr>
        <p:sp>
          <p:nvSpPr>
            <p:cNvPr id="50" name="Google Shape;1177;p25">
              <a:extLst>
                <a:ext uri="{FF2B5EF4-FFF2-40B4-BE49-F238E27FC236}">
                  <a16:creationId xmlns:a16="http://schemas.microsoft.com/office/drawing/2014/main" id="{9C74A790-6A46-467C-AE4C-83764404C0B7}"/>
                </a:ext>
              </a:extLst>
            </p:cNvPr>
            <p:cNvSpPr/>
            <p:nvPr/>
          </p:nvSpPr>
          <p:spPr>
            <a:xfrm>
              <a:off x="1397293" y="2565150"/>
              <a:ext cx="104432" cy="134766"/>
            </a:xfrm>
            <a:custGeom>
              <a:avLst/>
              <a:gdLst/>
              <a:ahLst/>
              <a:cxnLst/>
              <a:rect l="l" t="t" r="r" b="b"/>
              <a:pathLst>
                <a:path w="3219" h="4154" extrusionOk="0">
                  <a:moveTo>
                    <a:pt x="1676" y="0"/>
                  </a:moveTo>
                  <a:cubicBezTo>
                    <a:pt x="1389" y="0"/>
                    <a:pt x="1093" y="58"/>
                    <a:pt x="822" y="146"/>
                  </a:cubicBezTo>
                  <a:cubicBezTo>
                    <a:pt x="1005" y="625"/>
                    <a:pt x="1096" y="1104"/>
                    <a:pt x="1119" y="1606"/>
                  </a:cubicBezTo>
                  <a:cubicBezTo>
                    <a:pt x="1233" y="1469"/>
                    <a:pt x="1324" y="1355"/>
                    <a:pt x="1438" y="1241"/>
                  </a:cubicBezTo>
                  <a:cubicBezTo>
                    <a:pt x="1456" y="1224"/>
                    <a:pt x="1476" y="1217"/>
                    <a:pt x="1495" y="1217"/>
                  </a:cubicBezTo>
                  <a:cubicBezTo>
                    <a:pt x="1554" y="1217"/>
                    <a:pt x="1610" y="1281"/>
                    <a:pt x="1575" y="1333"/>
                  </a:cubicBezTo>
                  <a:cubicBezTo>
                    <a:pt x="1119" y="1926"/>
                    <a:pt x="662" y="2565"/>
                    <a:pt x="320" y="3227"/>
                  </a:cubicBezTo>
                  <a:cubicBezTo>
                    <a:pt x="229" y="3387"/>
                    <a:pt x="137" y="3569"/>
                    <a:pt x="69" y="3752"/>
                  </a:cubicBezTo>
                  <a:cubicBezTo>
                    <a:pt x="46" y="3820"/>
                    <a:pt x="23" y="3889"/>
                    <a:pt x="0" y="3957"/>
                  </a:cubicBezTo>
                  <a:cubicBezTo>
                    <a:pt x="0" y="4026"/>
                    <a:pt x="0" y="4026"/>
                    <a:pt x="23" y="4094"/>
                  </a:cubicBezTo>
                  <a:cubicBezTo>
                    <a:pt x="52" y="4138"/>
                    <a:pt x="63" y="4154"/>
                    <a:pt x="90" y="4154"/>
                  </a:cubicBezTo>
                  <a:cubicBezTo>
                    <a:pt x="106" y="4154"/>
                    <a:pt x="127" y="4148"/>
                    <a:pt x="160" y="4140"/>
                  </a:cubicBezTo>
                  <a:cubicBezTo>
                    <a:pt x="503" y="4049"/>
                    <a:pt x="845" y="3843"/>
                    <a:pt x="1119" y="3661"/>
                  </a:cubicBezTo>
                  <a:cubicBezTo>
                    <a:pt x="1735" y="3273"/>
                    <a:pt x="2283" y="2839"/>
                    <a:pt x="2648" y="2246"/>
                  </a:cubicBezTo>
                  <a:cubicBezTo>
                    <a:pt x="2991" y="1698"/>
                    <a:pt x="3219" y="922"/>
                    <a:pt x="2717" y="397"/>
                  </a:cubicBezTo>
                  <a:cubicBezTo>
                    <a:pt x="2441" y="108"/>
                    <a:pt x="2066" y="0"/>
                    <a:pt x="16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78;p25">
              <a:extLst>
                <a:ext uri="{FF2B5EF4-FFF2-40B4-BE49-F238E27FC236}">
                  <a16:creationId xmlns:a16="http://schemas.microsoft.com/office/drawing/2014/main" id="{260B9954-6DA1-481D-B47E-A452CB922166}"/>
                </a:ext>
              </a:extLst>
            </p:cNvPr>
            <p:cNvSpPr/>
            <p:nvPr/>
          </p:nvSpPr>
          <p:spPr>
            <a:xfrm>
              <a:off x="1436549" y="2694272"/>
              <a:ext cx="94797" cy="110369"/>
            </a:xfrm>
            <a:custGeom>
              <a:avLst/>
              <a:gdLst/>
              <a:ahLst/>
              <a:cxnLst/>
              <a:rect l="l" t="t" r="r" b="b"/>
              <a:pathLst>
                <a:path w="2922" h="3402" extrusionOk="0">
                  <a:moveTo>
                    <a:pt x="2534" y="0"/>
                  </a:moveTo>
                  <a:cubicBezTo>
                    <a:pt x="2328" y="251"/>
                    <a:pt x="2100" y="502"/>
                    <a:pt x="1872" y="708"/>
                  </a:cubicBezTo>
                  <a:cubicBezTo>
                    <a:pt x="1507" y="1050"/>
                    <a:pt x="1096" y="1370"/>
                    <a:pt x="662" y="1644"/>
                  </a:cubicBezTo>
                  <a:cubicBezTo>
                    <a:pt x="502" y="1940"/>
                    <a:pt x="343" y="2237"/>
                    <a:pt x="206" y="2557"/>
                  </a:cubicBezTo>
                  <a:cubicBezTo>
                    <a:pt x="114" y="2808"/>
                    <a:pt x="0" y="3127"/>
                    <a:pt x="23" y="3401"/>
                  </a:cubicBezTo>
                  <a:cubicBezTo>
                    <a:pt x="206" y="3356"/>
                    <a:pt x="388" y="3241"/>
                    <a:pt x="525" y="3173"/>
                  </a:cubicBezTo>
                  <a:cubicBezTo>
                    <a:pt x="731" y="3059"/>
                    <a:pt x="913" y="2922"/>
                    <a:pt x="1096" y="2785"/>
                  </a:cubicBezTo>
                  <a:cubicBezTo>
                    <a:pt x="1415" y="2557"/>
                    <a:pt x="1735" y="2306"/>
                    <a:pt x="2009" y="2032"/>
                  </a:cubicBezTo>
                  <a:cubicBezTo>
                    <a:pt x="2283" y="1735"/>
                    <a:pt x="2579" y="1393"/>
                    <a:pt x="2716" y="1027"/>
                  </a:cubicBezTo>
                  <a:cubicBezTo>
                    <a:pt x="2808" y="708"/>
                    <a:pt x="2922" y="114"/>
                    <a:pt x="25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79;p25">
              <a:extLst>
                <a:ext uri="{FF2B5EF4-FFF2-40B4-BE49-F238E27FC236}">
                  <a16:creationId xmlns:a16="http://schemas.microsoft.com/office/drawing/2014/main" id="{4717151E-5D28-48F1-97CE-11BC46BB45EA}"/>
                </a:ext>
              </a:extLst>
            </p:cNvPr>
            <p:cNvSpPr/>
            <p:nvPr/>
          </p:nvSpPr>
          <p:spPr>
            <a:xfrm>
              <a:off x="1410627" y="2624650"/>
              <a:ext cx="117020" cy="131619"/>
            </a:xfrm>
            <a:custGeom>
              <a:avLst/>
              <a:gdLst/>
              <a:ahLst/>
              <a:cxnLst/>
              <a:rect l="l" t="t" r="r" b="b"/>
              <a:pathLst>
                <a:path w="3607" h="4057" extrusionOk="0">
                  <a:moveTo>
                    <a:pt x="2853" y="1"/>
                  </a:moveTo>
                  <a:cubicBezTo>
                    <a:pt x="2739" y="297"/>
                    <a:pt x="2602" y="594"/>
                    <a:pt x="2420" y="845"/>
                  </a:cubicBezTo>
                  <a:cubicBezTo>
                    <a:pt x="2169" y="1210"/>
                    <a:pt x="1826" y="1507"/>
                    <a:pt x="1461" y="1781"/>
                  </a:cubicBezTo>
                  <a:cubicBezTo>
                    <a:pt x="1233" y="1941"/>
                    <a:pt x="1027" y="2078"/>
                    <a:pt x="776" y="2215"/>
                  </a:cubicBezTo>
                  <a:cubicBezTo>
                    <a:pt x="617" y="2466"/>
                    <a:pt x="457" y="2717"/>
                    <a:pt x="343" y="2991"/>
                  </a:cubicBezTo>
                  <a:cubicBezTo>
                    <a:pt x="251" y="3173"/>
                    <a:pt x="160" y="3356"/>
                    <a:pt x="114" y="3561"/>
                  </a:cubicBezTo>
                  <a:cubicBezTo>
                    <a:pt x="92" y="3630"/>
                    <a:pt x="69" y="3698"/>
                    <a:pt x="69" y="3744"/>
                  </a:cubicBezTo>
                  <a:cubicBezTo>
                    <a:pt x="46" y="3790"/>
                    <a:pt x="0" y="4018"/>
                    <a:pt x="23" y="4041"/>
                  </a:cubicBezTo>
                  <a:cubicBezTo>
                    <a:pt x="34" y="4052"/>
                    <a:pt x="53" y="4056"/>
                    <a:pt x="76" y="4056"/>
                  </a:cubicBezTo>
                  <a:cubicBezTo>
                    <a:pt x="149" y="4056"/>
                    <a:pt x="262" y="4012"/>
                    <a:pt x="297" y="3995"/>
                  </a:cubicBezTo>
                  <a:cubicBezTo>
                    <a:pt x="388" y="3972"/>
                    <a:pt x="457" y="3927"/>
                    <a:pt x="548" y="3904"/>
                  </a:cubicBezTo>
                  <a:cubicBezTo>
                    <a:pt x="708" y="3813"/>
                    <a:pt x="890" y="3721"/>
                    <a:pt x="1050" y="3607"/>
                  </a:cubicBezTo>
                  <a:cubicBezTo>
                    <a:pt x="1347" y="3424"/>
                    <a:pt x="1644" y="3196"/>
                    <a:pt x="1940" y="2991"/>
                  </a:cubicBezTo>
                  <a:cubicBezTo>
                    <a:pt x="2465" y="2557"/>
                    <a:pt x="2990" y="2101"/>
                    <a:pt x="3310" y="1530"/>
                  </a:cubicBezTo>
                  <a:cubicBezTo>
                    <a:pt x="3493" y="1210"/>
                    <a:pt x="3607" y="822"/>
                    <a:pt x="3447" y="480"/>
                  </a:cubicBezTo>
                  <a:cubicBezTo>
                    <a:pt x="3333" y="252"/>
                    <a:pt x="3105" y="115"/>
                    <a:pt x="285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80;p25">
              <a:extLst>
                <a:ext uri="{FF2B5EF4-FFF2-40B4-BE49-F238E27FC236}">
                  <a16:creationId xmlns:a16="http://schemas.microsoft.com/office/drawing/2014/main" id="{80817FAE-63F3-4440-929E-9C20EA1F3A1D}"/>
                </a:ext>
              </a:extLst>
            </p:cNvPr>
            <p:cNvSpPr/>
            <p:nvPr/>
          </p:nvSpPr>
          <p:spPr>
            <a:xfrm>
              <a:off x="1226970" y="2594835"/>
              <a:ext cx="141482" cy="154653"/>
            </a:xfrm>
            <a:custGeom>
              <a:avLst/>
              <a:gdLst/>
              <a:ahLst/>
              <a:cxnLst/>
              <a:rect l="l" t="t" r="r" b="b"/>
              <a:pathLst>
                <a:path w="4361" h="4767" extrusionOk="0">
                  <a:moveTo>
                    <a:pt x="4088" y="0"/>
                  </a:moveTo>
                  <a:cubicBezTo>
                    <a:pt x="4022" y="0"/>
                    <a:pt x="3936" y="34"/>
                    <a:pt x="3881" y="52"/>
                  </a:cubicBezTo>
                  <a:cubicBezTo>
                    <a:pt x="3675" y="121"/>
                    <a:pt x="3516" y="212"/>
                    <a:pt x="3333" y="303"/>
                  </a:cubicBezTo>
                  <a:cubicBezTo>
                    <a:pt x="2626" y="623"/>
                    <a:pt x="1986" y="1057"/>
                    <a:pt x="1393" y="1513"/>
                  </a:cubicBezTo>
                  <a:cubicBezTo>
                    <a:pt x="1096" y="1719"/>
                    <a:pt x="822" y="1947"/>
                    <a:pt x="548" y="2198"/>
                  </a:cubicBezTo>
                  <a:cubicBezTo>
                    <a:pt x="366" y="2358"/>
                    <a:pt x="206" y="2540"/>
                    <a:pt x="1" y="2654"/>
                  </a:cubicBezTo>
                  <a:cubicBezTo>
                    <a:pt x="183" y="2997"/>
                    <a:pt x="343" y="3339"/>
                    <a:pt x="480" y="3682"/>
                  </a:cubicBezTo>
                  <a:cubicBezTo>
                    <a:pt x="566" y="3853"/>
                    <a:pt x="912" y="4767"/>
                    <a:pt x="1256" y="4767"/>
                  </a:cubicBezTo>
                  <a:cubicBezTo>
                    <a:pt x="1279" y="4767"/>
                    <a:pt x="1302" y="4763"/>
                    <a:pt x="1324" y="4754"/>
                  </a:cubicBezTo>
                  <a:cubicBezTo>
                    <a:pt x="1484" y="4047"/>
                    <a:pt x="1827" y="3408"/>
                    <a:pt x="2283" y="2837"/>
                  </a:cubicBezTo>
                  <a:cubicBezTo>
                    <a:pt x="2489" y="2563"/>
                    <a:pt x="2694" y="2335"/>
                    <a:pt x="2922" y="2084"/>
                  </a:cubicBezTo>
                  <a:cubicBezTo>
                    <a:pt x="3173" y="1833"/>
                    <a:pt x="3447" y="1627"/>
                    <a:pt x="3698" y="1353"/>
                  </a:cubicBezTo>
                  <a:cubicBezTo>
                    <a:pt x="3927" y="1079"/>
                    <a:pt x="4155" y="783"/>
                    <a:pt x="4246" y="418"/>
                  </a:cubicBezTo>
                  <a:cubicBezTo>
                    <a:pt x="4269" y="303"/>
                    <a:pt x="4360" y="30"/>
                    <a:pt x="4132" y="7"/>
                  </a:cubicBezTo>
                  <a:cubicBezTo>
                    <a:pt x="4119" y="2"/>
                    <a:pt x="4104" y="0"/>
                    <a:pt x="4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81;p25">
              <a:extLst>
                <a:ext uri="{FF2B5EF4-FFF2-40B4-BE49-F238E27FC236}">
                  <a16:creationId xmlns:a16="http://schemas.microsoft.com/office/drawing/2014/main" id="{802FBD38-52D4-48A4-8392-974494BC330B}"/>
                </a:ext>
              </a:extLst>
            </p:cNvPr>
            <p:cNvSpPr/>
            <p:nvPr/>
          </p:nvSpPr>
          <p:spPr>
            <a:xfrm>
              <a:off x="1147000" y="2401251"/>
              <a:ext cx="431745" cy="626270"/>
            </a:xfrm>
            <a:custGeom>
              <a:avLst/>
              <a:gdLst/>
              <a:ahLst/>
              <a:cxnLst/>
              <a:rect l="l" t="t" r="r" b="b"/>
              <a:pathLst>
                <a:path w="13308" h="19304" extrusionOk="0">
                  <a:moveTo>
                    <a:pt x="3644" y="1"/>
                  </a:moveTo>
                  <a:cubicBezTo>
                    <a:pt x="3539" y="1"/>
                    <a:pt x="3462" y="54"/>
                    <a:pt x="3447" y="199"/>
                  </a:cubicBezTo>
                  <a:cubicBezTo>
                    <a:pt x="3424" y="450"/>
                    <a:pt x="3516" y="724"/>
                    <a:pt x="3607" y="975"/>
                  </a:cubicBezTo>
                  <a:cubicBezTo>
                    <a:pt x="3767" y="1112"/>
                    <a:pt x="3926" y="1272"/>
                    <a:pt x="4086" y="1409"/>
                  </a:cubicBezTo>
                  <a:cubicBezTo>
                    <a:pt x="4497" y="1819"/>
                    <a:pt x="4862" y="2276"/>
                    <a:pt x="5205" y="2732"/>
                  </a:cubicBezTo>
                  <a:cubicBezTo>
                    <a:pt x="5547" y="3121"/>
                    <a:pt x="5867" y="3509"/>
                    <a:pt x="6163" y="3942"/>
                  </a:cubicBezTo>
                  <a:cubicBezTo>
                    <a:pt x="6414" y="4353"/>
                    <a:pt x="6688" y="4787"/>
                    <a:pt x="6757" y="5266"/>
                  </a:cubicBezTo>
                  <a:cubicBezTo>
                    <a:pt x="6771" y="5323"/>
                    <a:pt x="6724" y="5362"/>
                    <a:pt x="6675" y="5362"/>
                  </a:cubicBezTo>
                  <a:cubicBezTo>
                    <a:pt x="6645" y="5362"/>
                    <a:pt x="6614" y="5347"/>
                    <a:pt x="6597" y="5312"/>
                  </a:cubicBezTo>
                  <a:cubicBezTo>
                    <a:pt x="6369" y="4650"/>
                    <a:pt x="5889" y="4056"/>
                    <a:pt x="5433" y="3531"/>
                  </a:cubicBezTo>
                  <a:cubicBezTo>
                    <a:pt x="5250" y="3303"/>
                    <a:pt x="5022" y="3098"/>
                    <a:pt x="4839" y="2869"/>
                  </a:cubicBezTo>
                  <a:cubicBezTo>
                    <a:pt x="4634" y="2596"/>
                    <a:pt x="4406" y="2322"/>
                    <a:pt x="4155" y="2048"/>
                  </a:cubicBezTo>
                  <a:cubicBezTo>
                    <a:pt x="3926" y="1819"/>
                    <a:pt x="3698" y="1568"/>
                    <a:pt x="3447" y="1340"/>
                  </a:cubicBezTo>
                  <a:cubicBezTo>
                    <a:pt x="3173" y="1089"/>
                    <a:pt x="2899" y="838"/>
                    <a:pt x="2580" y="633"/>
                  </a:cubicBezTo>
                  <a:cubicBezTo>
                    <a:pt x="2443" y="564"/>
                    <a:pt x="2306" y="473"/>
                    <a:pt x="2146" y="450"/>
                  </a:cubicBezTo>
                  <a:cubicBezTo>
                    <a:pt x="2109" y="440"/>
                    <a:pt x="2076" y="435"/>
                    <a:pt x="2047" y="435"/>
                  </a:cubicBezTo>
                  <a:cubicBezTo>
                    <a:pt x="1876" y="435"/>
                    <a:pt x="1827" y="591"/>
                    <a:pt x="1827" y="747"/>
                  </a:cubicBezTo>
                  <a:cubicBezTo>
                    <a:pt x="1781" y="1066"/>
                    <a:pt x="1872" y="1363"/>
                    <a:pt x="1941" y="1660"/>
                  </a:cubicBezTo>
                  <a:cubicBezTo>
                    <a:pt x="2740" y="2116"/>
                    <a:pt x="3470" y="2687"/>
                    <a:pt x="4018" y="3372"/>
                  </a:cubicBezTo>
                  <a:cubicBezTo>
                    <a:pt x="4611" y="4125"/>
                    <a:pt x="5068" y="4969"/>
                    <a:pt x="5570" y="5768"/>
                  </a:cubicBezTo>
                  <a:cubicBezTo>
                    <a:pt x="5593" y="5814"/>
                    <a:pt x="5570" y="5860"/>
                    <a:pt x="5547" y="5882"/>
                  </a:cubicBezTo>
                  <a:cubicBezTo>
                    <a:pt x="5501" y="5882"/>
                    <a:pt x="5456" y="5882"/>
                    <a:pt x="5433" y="5860"/>
                  </a:cubicBezTo>
                  <a:cubicBezTo>
                    <a:pt x="4908" y="5038"/>
                    <a:pt x="4429" y="4216"/>
                    <a:pt x="3812" y="3463"/>
                  </a:cubicBezTo>
                  <a:cubicBezTo>
                    <a:pt x="3265" y="2778"/>
                    <a:pt x="2511" y="2230"/>
                    <a:pt x="1712" y="1797"/>
                  </a:cubicBezTo>
                  <a:cubicBezTo>
                    <a:pt x="1484" y="1683"/>
                    <a:pt x="1233" y="1546"/>
                    <a:pt x="982" y="1523"/>
                  </a:cubicBezTo>
                  <a:cubicBezTo>
                    <a:pt x="845" y="1523"/>
                    <a:pt x="685" y="1523"/>
                    <a:pt x="594" y="1660"/>
                  </a:cubicBezTo>
                  <a:cubicBezTo>
                    <a:pt x="548" y="1751"/>
                    <a:pt x="548" y="1888"/>
                    <a:pt x="571" y="1979"/>
                  </a:cubicBezTo>
                  <a:cubicBezTo>
                    <a:pt x="685" y="2413"/>
                    <a:pt x="1073" y="2732"/>
                    <a:pt x="1393" y="3029"/>
                  </a:cubicBezTo>
                  <a:cubicBezTo>
                    <a:pt x="1712" y="3303"/>
                    <a:pt x="2078" y="3509"/>
                    <a:pt x="2374" y="3782"/>
                  </a:cubicBezTo>
                  <a:cubicBezTo>
                    <a:pt x="2671" y="4079"/>
                    <a:pt x="2899" y="4422"/>
                    <a:pt x="3128" y="4787"/>
                  </a:cubicBezTo>
                  <a:cubicBezTo>
                    <a:pt x="3516" y="5449"/>
                    <a:pt x="3835" y="6156"/>
                    <a:pt x="4041" y="6910"/>
                  </a:cubicBezTo>
                  <a:cubicBezTo>
                    <a:pt x="4063" y="6887"/>
                    <a:pt x="4086" y="6887"/>
                    <a:pt x="4109" y="6864"/>
                  </a:cubicBezTo>
                  <a:cubicBezTo>
                    <a:pt x="4474" y="6613"/>
                    <a:pt x="4862" y="6385"/>
                    <a:pt x="5273" y="6156"/>
                  </a:cubicBezTo>
                  <a:cubicBezTo>
                    <a:pt x="5616" y="5974"/>
                    <a:pt x="5981" y="5791"/>
                    <a:pt x="6392" y="5700"/>
                  </a:cubicBezTo>
                  <a:cubicBezTo>
                    <a:pt x="6459" y="5677"/>
                    <a:pt x="6528" y="5666"/>
                    <a:pt x="6595" y="5666"/>
                  </a:cubicBezTo>
                  <a:cubicBezTo>
                    <a:pt x="6799" y="5666"/>
                    <a:pt x="6985" y="5773"/>
                    <a:pt x="7054" y="5997"/>
                  </a:cubicBezTo>
                  <a:cubicBezTo>
                    <a:pt x="7122" y="6316"/>
                    <a:pt x="6962" y="6658"/>
                    <a:pt x="6802" y="6932"/>
                  </a:cubicBezTo>
                  <a:cubicBezTo>
                    <a:pt x="6392" y="7640"/>
                    <a:pt x="5661" y="8096"/>
                    <a:pt x="5136" y="8713"/>
                  </a:cubicBezTo>
                  <a:cubicBezTo>
                    <a:pt x="4885" y="8987"/>
                    <a:pt x="4634" y="9306"/>
                    <a:pt x="4451" y="9626"/>
                  </a:cubicBezTo>
                  <a:cubicBezTo>
                    <a:pt x="4429" y="9649"/>
                    <a:pt x="4429" y="9694"/>
                    <a:pt x="4429" y="9740"/>
                  </a:cubicBezTo>
                  <a:cubicBezTo>
                    <a:pt x="4406" y="9877"/>
                    <a:pt x="4360" y="10037"/>
                    <a:pt x="4314" y="10174"/>
                  </a:cubicBezTo>
                  <a:cubicBezTo>
                    <a:pt x="4176" y="10554"/>
                    <a:pt x="3972" y="10947"/>
                    <a:pt x="3693" y="10947"/>
                  </a:cubicBezTo>
                  <a:cubicBezTo>
                    <a:pt x="3604" y="10947"/>
                    <a:pt x="3507" y="10907"/>
                    <a:pt x="3401" y="10813"/>
                  </a:cubicBezTo>
                  <a:cubicBezTo>
                    <a:pt x="3082" y="10539"/>
                    <a:pt x="2922" y="10105"/>
                    <a:pt x="2762" y="9740"/>
                  </a:cubicBezTo>
                  <a:cubicBezTo>
                    <a:pt x="2557" y="9329"/>
                    <a:pt x="2351" y="8918"/>
                    <a:pt x="2100" y="8530"/>
                  </a:cubicBezTo>
                  <a:cubicBezTo>
                    <a:pt x="1872" y="8188"/>
                    <a:pt x="1598" y="7891"/>
                    <a:pt x="1210" y="7686"/>
                  </a:cubicBezTo>
                  <a:cubicBezTo>
                    <a:pt x="1005" y="7594"/>
                    <a:pt x="777" y="7480"/>
                    <a:pt x="548" y="7412"/>
                  </a:cubicBezTo>
                  <a:cubicBezTo>
                    <a:pt x="457" y="7389"/>
                    <a:pt x="320" y="7343"/>
                    <a:pt x="229" y="7343"/>
                  </a:cubicBezTo>
                  <a:cubicBezTo>
                    <a:pt x="0" y="7343"/>
                    <a:pt x="0" y="7503"/>
                    <a:pt x="23" y="7663"/>
                  </a:cubicBezTo>
                  <a:cubicBezTo>
                    <a:pt x="115" y="8051"/>
                    <a:pt x="343" y="8416"/>
                    <a:pt x="548" y="8758"/>
                  </a:cubicBezTo>
                  <a:cubicBezTo>
                    <a:pt x="731" y="9124"/>
                    <a:pt x="936" y="9466"/>
                    <a:pt x="1142" y="9808"/>
                  </a:cubicBezTo>
                  <a:cubicBezTo>
                    <a:pt x="1507" y="10516"/>
                    <a:pt x="1872" y="11223"/>
                    <a:pt x="2100" y="11977"/>
                  </a:cubicBezTo>
                  <a:cubicBezTo>
                    <a:pt x="2215" y="12365"/>
                    <a:pt x="2283" y="12753"/>
                    <a:pt x="2488" y="13118"/>
                  </a:cubicBezTo>
                  <a:cubicBezTo>
                    <a:pt x="2671" y="13438"/>
                    <a:pt x="2922" y="13711"/>
                    <a:pt x="3219" y="13963"/>
                  </a:cubicBezTo>
                  <a:cubicBezTo>
                    <a:pt x="3812" y="14488"/>
                    <a:pt x="4566" y="14876"/>
                    <a:pt x="5296" y="15195"/>
                  </a:cubicBezTo>
                  <a:cubicBezTo>
                    <a:pt x="5844" y="15423"/>
                    <a:pt x="6369" y="15606"/>
                    <a:pt x="6848" y="15948"/>
                  </a:cubicBezTo>
                  <a:cubicBezTo>
                    <a:pt x="7533" y="16428"/>
                    <a:pt x="8172" y="16998"/>
                    <a:pt x="8788" y="17569"/>
                  </a:cubicBezTo>
                  <a:cubicBezTo>
                    <a:pt x="9382" y="18140"/>
                    <a:pt x="9975" y="18710"/>
                    <a:pt x="10569" y="19304"/>
                  </a:cubicBezTo>
                  <a:cubicBezTo>
                    <a:pt x="11733" y="18756"/>
                    <a:pt x="13125" y="17820"/>
                    <a:pt x="13308" y="16542"/>
                  </a:cubicBezTo>
                  <a:cubicBezTo>
                    <a:pt x="12509" y="16017"/>
                    <a:pt x="11801" y="15355"/>
                    <a:pt x="11185" y="14647"/>
                  </a:cubicBezTo>
                  <a:cubicBezTo>
                    <a:pt x="10591" y="14008"/>
                    <a:pt x="9998" y="13301"/>
                    <a:pt x="9701" y="12502"/>
                  </a:cubicBezTo>
                  <a:cubicBezTo>
                    <a:pt x="9496" y="12616"/>
                    <a:pt x="9290" y="12707"/>
                    <a:pt x="9085" y="12753"/>
                  </a:cubicBezTo>
                  <a:cubicBezTo>
                    <a:pt x="9029" y="12767"/>
                    <a:pt x="8963" y="12777"/>
                    <a:pt x="8899" y="12777"/>
                  </a:cubicBezTo>
                  <a:cubicBezTo>
                    <a:pt x="8755" y="12777"/>
                    <a:pt x="8614" y="12728"/>
                    <a:pt x="8583" y="12570"/>
                  </a:cubicBezTo>
                  <a:cubicBezTo>
                    <a:pt x="8537" y="12410"/>
                    <a:pt x="8606" y="12159"/>
                    <a:pt x="8651" y="11977"/>
                  </a:cubicBezTo>
                  <a:cubicBezTo>
                    <a:pt x="8788" y="11612"/>
                    <a:pt x="8971" y="11246"/>
                    <a:pt x="9199" y="10904"/>
                  </a:cubicBezTo>
                  <a:lnTo>
                    <a:pt x="9199" y="10904"/>
                  </a:lnTo>
                  <a:cubicBezTo>
                    <a:pt x="9108" y="10950"/>
                    <a:pt x="9016" y="10995"/>
                    <a:pt x="8948" y="11041"/>
                  </a:cubicBezTo>
                  <a:cubicBezTo>
                    <a:pt x="8735" y="11138"/>
                    <a:pt x="8456" y="11284"/>
                    <a:pt x="8195" y="11284"/>
                  </a:cubicBezTo>
                  <a:cubicBezTo>
                    <a:pt x="8148" y="11284"/>
                    <a:pt x="8103" y="11279"/>
                    <a:pt x="8058" y="11269"/>
                  </a:cubicBezTo>
                  <a:cubicBezTo>
                    <a:pt x="7761" y="11178"/>
                    <a:pt x="7807" y="10881"/>
                    <a:pt x="7852" y="10630"/>
                  </a:cubicBezTo>
                  <a:cubicBezTo>
                    <a:pt x="7944" y="10174"/>
                    <a:pt x="8195" y="9717"/>
                    <a:pt x="8491" y="9329"/>
                  </a:cubicBezTo>
                  <a:lnTo>
                    <a:pt x="8491" y="9329"/>
                  </a:lnTo>
                  <a:cubicBezTo>
                    <a:pt x="8469" y="9352"/>
                    <a:pt x="8423" y="9375"/>
                    <a:pt x="8377" y="9375"/>
                  </a:cubicBezTo>
                  <a:cubicBezTo>
                    <a:pt x="8214" y="9449"/>
                    <a:pt x="7962" y="9562"/>
                    <a:pt x="7744" y="9562"/>
                  </a:cubicBezTo>
                  <a:cubicBezTo>
                    <a:pt x="7628" y="9562"/>
                    <a:pt x="7521" y="9530"/>
                    <a:pt x="7442" y="9443"/>
                  </a:cubicBezTo>
                  <a:cubicBezTo>
                    <a:pt x="7190" y="9192"/>
                    <a:pt x="7419" y="8758"/>
                    <a:pt x="7533" y="8507"/>
                  </a:cubicBezTo>
                  <a:cubicBezTo>
                    <a:pt x="7852" y="7891"/>
                    <a:pt x="8263" y="7343"/>
                    <a:pt x="8697" y="6795"/>
                  </a:cubicBezTo>
                  <a:cubicBezTo>
                    <a:pt x="8697" y="6795"/>
                    <a:pt x="8674" y="6795"/>
                    <a:pt x="8674" y="6773"/>
                  </a:cubicBezTo>
                  <a:cubicBezTo>
                    <a:pt x="8469" y="5563"/>
                    <a:pt x="7967" y="4353"/>
                    <a:pt x="7236" y="3349"/>
                  </a:cubicBezTo>
                  <a:cubicBezTo>
                    <a:pt x="6437" y="2208"/>
                    <a:pt x="5387" y="1272"/>
                    <a:pt x="4360" y="336"/>
                  </a:cubicBezTo>
                  <a:cubicBezTo>
                    <a:pt x="4220" y="243"/>
                    <a:pt x="3868" y="1"/>
                    <a:pt x="36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82;p25">
              <a:extLst>
                <a:ext uri="{FF2B5EF4-FFF2-40B4-BE49-F238E27FC236}">
                  <a16:creationId xmlns:a16="http://schemas.microsoft.com/office/drawing/2014/main" id="{CC7FAF9D-E861-4A14-A27A-FEF2A69CB7EF}"/>
                </a:ext>
              </a:extLst>
            </p:cNvPr>
            <p:cNvSpPr/>
            <p:nvPr/>
          </p:nvSpPr>
          <p:spPr>
            <a:xfrm>
              <a:off x="1118126" y="2812752"/>
              <a:ext cx="218468" cy="216262"/>
            </a:xfrm>
            <a:custGeom>
              <a:avLst/>
              <a:gdLst/>
              <a:ahLst/>
              <a:cxnLst/>
              <a:rect l="l" t="t" r="r" b="b"/>
              <a:pathLst>
                <a:path w="6734" h="6666" extrusionOk="0">
                  <a:moveTo>
                    <a:pt x="2808" y="0"/>
                  </a:moveTo>
                  <a:cubicBezTo>
                    <a:pt x="2808" y="6"/>
                    <a:pt x="2808" y="12"/>
                    <a:pt x="2809" y="17"/>
                  </a:cubicBezTo>
                  <a:lnTo>
                    <a:pt x="2809" y="17"/>
                  </a:lnTo>
                  <a:cubicBezTo>
                    <a:pt x="2809" y="12"/>
                    <a:pt x="2808" y="6"/>
                    <a:pt x="2808" y="0"/>
                  </a:cubicBezTo>
                  <a:close/>
                  <a:moveTo>
                    <a:pt x="2809" y="17"/>
                  </a:moveTo>
                  <a:lnTo>
                    <a:pt x="2809" y="17"/>
                  </a:lnTo>
                  <a:cubicBezTo>
                    <a:pt x="2853" y="720"/>
                    <a:pt x="2828" y="1443"/>
                    <a:pt x="2443" y="2055"/>
                  </a:cubicBezTo>
                  <a:cubicBezTo>
                    <a:pt x="1872" y="2945"/>
                    <a:pt x="936" y="3630"/>
                    <a:pt x="0" y="4155"/>
                  </a:cubicBezTo>
                  <a:cubicBezTo>
                    <a:pt x="411" y="5227"/>
                    <a:pt x="1233" y="6391"/>
                    <a:pt x="2488" y="6665"/>
                  </a:cubicBezTo>
                  <a:cubicBezTo>
                    <a:pt x="3059" y="5889"/>
                    <a:pt x="3721" y="5159"/>
                    <a:pt x="4474" y="4520"/>
                  </a:cubicBezTo>
                  <a:cubicBezTo>
                    <a:pt x="5136" y="3949"/>
                    <a:pt x="5889" y="3424"/>
                    <a:pt x="6734" y="3127"/>
                  </a:cubicBezTo>
                  <a:cubicBezTo>
                    <a:pt x="5524" y="2602"/>
                    <a:pt x="4246" y="2100"/>
                    <a:pt x="3401" y="1096"/>
                  </a:cubicBezTo>
                  <a:cubicBezTo>
                    <a:pt x="3150" y="799"/>
                    <a:pt x="2968" y="457"/>
                    <a:pt x="2831" y="114"/>
                  </a:cubicBezTo>
                  <a:cubicBezTo>
                    <a:pt x="2831" y="75"/>
                    <a:pt x="2813" y="52"/>
                    <a:pt x="2809" y="17"/>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83;p25">
              <a:extLst>
                <a:ext uri="{FF2B5EF4-FFF2-40B4-BE49-F238E27FC236}">
                  <a16:creationId xmlns:a16="http://schemas.microsoft.com/office/drawing/2014/main" id="{02A0D062-C582-41FA-9ED1-879ACA26BE8C}"/>
                </a:ext>
              </a:extLst>
            </p:cNvPr>
            <p:cNvSpPr/>
            <p:nvPr/>
          </p:nvSpPr>
          <p:spPr>
            <a:xfrm>
              <a:off x="1103300" y="2392199"/>
              <a:ext cx="489525" cy="649207"/>
            </a:xfrm>
            <a:custGeom>
              <a:avLst/>
              <a:gdLst/>
              <a:ahLst/>
              <a:cxnLst/>
              <a:rect l="l" t="t" r="r" b="b"/>
              <a:pathLst>
                <a:path w="15089" h="20011" extrusionOk="0">
                  <a:moveTo>
                    <a:pt x="10738" y="5331"/>
                  </a:moveTo>
                  <a:cubicBezTo>
                    <a:pt x="11128" y="5331"/>
                    <a:pt x="11503" y="5439"/>
                    <a:pt x="11779" y="5728"/>
                  </a:cubicBezTo>
                  <a:cubicBezTo>
                    <a:pt x="12281" y="6253"/>
                    <a:pt x="12053" y="7029"/>
                    <a:pt x="11710" y="7577"/>
                  </a:cubicBezTo>
                  <a:cubicBezTo>
                    <a:pt x="11345" y="8170"/>
                    <a:pt x="10797" y="8604"/>
                    <a:pt x="10181" y="8992"/>
                  </a:cubicBezTo>
                  <a:cubicBezTo>
                    <a:pt x="9907" y="9174"/>
                    <a:pt x="9565" y="9380"/>
                    <a:pt x="9222" y="9471"/>
                  </a:cubicBezTo>
                  <a:cubicBezTo>
                    <a:pt x="9189" y="9479"/>
                    <a:pt x="9168" y="9485"/>
                    <a:pt x="9152" y="9485"/>
                  </a:cubicBezTo>
                  <a:cubicBezTo>
                    <a:pt x="9125" y="9485"/>
                    <a:pt x="9114" y="9469"/>
                    <a:pt x="9085" y="9425"/>
                  </a:cubicBezTo>
                  <a:cubicBezTo>
                    <a:pt x="9062" y="9357"/>
                    <a:pt x="9062" y="9357"/>
                    <a:pt x="9062" y="9288"/>
                  </a:cubicBezTo>
                  <a:cubicBezTo>
                    <a:pt x="9085" y="9220"/>
                    <a:pt x="9108" y="9151"/>
                    <a:pt x="9131" y="9083"/>
                  </a:cubicBezTo>
                  <a:cubicBezTo>
                    <a:pt x="9199" y="8900"/>
                    <a:pt x="9291" y="8718"/>
                    <a:pt x="9382" y="8558"/>
                  </a:cubicBezTo>
                  <a:cubicBezTo>
                    <a:pt x="9724" y="7896"/>
                    <a:pt x="10181" y="7257"/>
                    <a:pt x="10637" y="6664"/>
                  </a:cubicBezTo>
                  <a:cubicBezTo>
                    <a:pt x="10672" y="6612"/>
                    <a:pt x="10616" y="6548"/>
                    <a:pt x="10557" y="6548"/>
                  </a:cubicBezTo>
                  <a:cubicBezTo>
                    <a:pt x="10538" y="6548"/>
                    <a:pt x="10518" y="6555"/>
                    <a:pt x="10500" y="6572"/>
                  </a:cubicBezTo>
                  <a:cubicBezTo>
                    <a:pt x="10386" y="6686"/>
                    <a:pt x="10295" y="6800"/>
                    <a:pt x="10181" y="6937"/>
                  </a:cubicBezTo>
                  <a:cubicBezTo>
                    <a:pt x="10158" y="6435"/>
                    <a:pt x="10067" y="5956"/>
                    <a:pt x="9884" y="5477"/>
                  </a:cubicBezTo>
                  <a:cubicBezTo>
                    <a:pt x="10155" y="5389"/>
                    <a:pt x="10451" y="5331"/>
                    <a:pt x="10738" y="5331"/>
                  </a:cubicBezTo>
                  <a:close/>
                  <a:moveTo>
                    <a:pt x="7900" y="6246"/>
                  </a:moveTo>
                  <a:cubicBezTo>
                    <a:pt x="7916" y="6246"/>
                    <a:pt x="7931" y="6248"/>
                    <a:pt x="7944" y="6253"/>
                  </a:cubicBezTo>
                  <a:cubicBezTo>
                    <a:pt x="8172" y="6276"/>
                    <a:pt x="8081" y="6549"/>
                    <a:pt x="8058" y="6664"/>
                  </a:cubicBezTo>
                  <a:cubicBezTo>
                    <a:pt x="7967" y="7029"/>
                    <a:pt x="7739" y="7325"/>
                    <a:pt x="7510" y="7599"/>
                  </a:cubicBezTo>
                  <a:cubicBezTo>
                    <a:pt x="7259" y="7873"/>
                    <a:pt x="6985" y="8079"/>
                    <a:pt x="6734" y="8353"/>
                  </a:cubicBezTo>
                  <a:cubicBezTo>
                    <a:pt x="6506" y="8581"/>
                    <a:pt x="6301" y="8809"/>
                    <a:pt x="6095" y="9083"/>
                  </a:cubicBezTo>
                  <a:cubicBezTo>
                    <a:pt x="5639" y="9654"/>
                    <a:pt x="5296" y="10293"/>
                    <a:pt x="5136" y="11000"/>
                  </a:cubicBezTo>
                  <a:cubicBezTo>
                    <a:pt x="5114" y="11009"/>
                    <a:pt x="5091" y="11013"/>
                    <a:pt x="5068" y="11013"/>
                  </a:cubicBezTo>
                  <a:cubicBezTo>
                    <a:pt x="4724" y="11013"/>
                    <a:pt x="4378" y="10099"/>
                    <a:pt x="4292" y="9928"/>
                  </a:cubicBezTo>
                  <a:cubicBezTo>
                    <a:pt x="4155" y="9585"/>
                    <a:pt x="3995" y="9243"/>
                    <a:pt x="3813" y="8900"/>
                  </a:cubicBezTo>
                  <a:cubicBezTo>
                    <a:pt x="4018" y="8786"/>
                    <a:pt x="4178" y="8604"/>
                    <a:pt x="4360" y="8444"/>
                  </a:cubicBezTo>
                  <a:cubicBezTo>
                    <a:pt x="4634" y="8193"/>
                    <a:pt x="4908" y="7965"/>
                    <a:pt x="5205" y="7759"/>
                  </a:cubicBezTo>
                  <a:cubicBezTo>
                    <a:pt x="5798" y="7303"/>
                    <a:pt x="6438" y="6869"/>
                    <a:pt x="7145" y="6549"/>
                  </a:cubicBezTo>
                  <a:cubicBezTo>
                    <a:pt x="7328" y="6458"/>
                    <a:pt x="7487" y="6367"/>
                    <a:pt x="7693" y="6298"/>
                  </a:cubicBezTo>
                  <a:cubicBezTo>
                    <a:pt x="7748" y="6280"/>
                    <a:pt x="7834" y="6246"/>
                    <a:pt x="7900" y="6246"/>
                  </a:cubicBezTo>
                  <a:close/>
                  <a:moveTo>
                    <a:pt x="12326" y="7166"/>
                  </a:moveTo>
                  <a:cubicBezTo>
                    <a:pt x="12578" y="7280"/>
                    <a:pt x="12806" y="7417"/>
                    <a:pt x="12920" y="7645"/>
                  </a:cubicBezTo>
                  <a:cubicBezTo>
                    <a:pt x="13080" y="7987"/>
                    <a:pt x="12966" y="8375"/>
                    <a:pt x="12783" y="8695"/>
                  </a:cubicBezTo>
                  <a:cubicBezTo>
                    <a:pt x="12463" y="9266"/>
                    <a:pt x="11938" y="9722"/>
                    <a:pt x="11413" y="10156"/>
                  </a:cubicBezTo>
                  <a:cubicBezTo>
                    <a:pt x="11117" y="10361"/>
                    <a:pt x="10820" y="10589"/>
                    <a:pt x="10523" y="10772"/>
                  </a:cubicBezTo>
                  <a:cubicBezTo>
                    <a:pt x="10363" y="10886"/>
                    <a:pt x="10181" y="10978"/>
                    <a:pt x="10021" y="11069"/>
                  </a:cubicBezTo>
                  <a:cubicBezTo>
                    <a:pt x="9930" y="11092"/>
                    <a:pt x="9861" y="11137"/>
                    <a:pt x="9770" y="11160"/>
                  </a:cubicBezTo>
                  <a:cubicBezTo>
                    <a:pt x="9735" y="11177"/>
                    <a:pt x="9622" y="11221"/>
                    <a:pt x="9549" y="11221"/>
                  </a:cubicBezTo>
                  <a:cubicBezTo>
                    <a:pt x="9526" y="11221"/>
                    <a:pt x="9507" y="11217"/>
                    <a:pt x="9496" y="11206"/>
                  </a:cubicBezTo>
                  <a:cubicBezTo>
                    <a:pt x="9473" y="11183"/>
                    <a:pt x="9519" y="10955"/>
                    <a:pt x="9542" y="10909"/>
                  </a:cubicBezTo>
                  <a:cubicBezTo>
                    <a:pt x="9542" y="10863"/>
                    <a:pt x="9565" y="10795"/>
                    <a:pt x="9587" y="10726"/>
                  </a:cubicBezTo>
                  <a:cubicBezTo>
                    <a:pt x="9633" y="10521"/>
                    <a:pt x="9724" y="10338"/>
                    <a:pt x="9816" y="10156"/>
                  </a:cubicBezTo>
                  <a:cubicBezTo>
                    <a:pt x="9930" y="9882"/>
                    <a:pt x="10090" y="9631"/>
                    <a:pt x="10249" y="9380"/>
                  </a:cubicBezTo>
                  <a:cubicBezTo>
                    <a:pt x="10500" y="9243"/>
                    <a:pt x="10706" y="9106"/>
                    <a:pt x="10934" y="8946"/>
                  </a:cubicBezTo>
                  <a:cubicBezTo>
                    <a:pt x="11299" y="8672"/>
                    <a:pt x="11642" y="8375"/>
                    <a:pt x="11893" y="8010"/>
                  </a:cubicBezTo>
                  <a:cubicBezTo>
                    <a:pt x="12075" y="7759"/>
                    <a:pt x="12212" y="7462"/>
                    <a:pt x="12326" y="7166"/>
                  </a:cubicBezTo>
                  <a:close/>
                  <a:moveTo>
                    <a:pt x="12806" y="9311"/>
                  </a:moveTo>
                  <a:cubicBezTo>
                    <a:pt x="13194" y="9425"/>
                    <a:pt x="13080" y="10019"/>
                    <a:pt x="12988" y="10338"/>
                  </a:cubicBezTo>
                  <a:cubicBezTo>
                    <a:pt x="12851" y="10704"/>
                    <a:pt x="12555" y="11046"/>
                    <a:pt x="12281" y="11343"/>
                  </a:cubicBezTo>
                  <a:cubicBezTo>
                    <a:pt x="12007" y="11617"/>
                    <a:pt x="11687" y="11868"/>
                    <a:pt x="11368" y="12096"/>
                  </a:cubicBezTo>
                  <a:cubicBezTo>
                    <a:pt x="11185" y="12233"/>
                    <a:pt x="11003" y="12370"/>
                    <a:pt x="10797" y="12484"/>
                  </a:cubicBezTo>
                  <a:cubicBezTo>
                    <a:pt x="10660" y="12552"/>
                    <a:pt x="10478" y="12667"/>
                    <a:pt x="10295" y="12712"/>
                  </a:cubicBezTo>
                  <a:cubicBezTo>
                    <a:pt x="10272" y="12438"/>
                    <a:pt x="10386" y="12119"/>
                    <a:pt x="10478" y="11868"/>
                  </a:cubicBezTo>
                  <a:cubicBezTo>
                    <a:pt x="10615" y="11548"/>
                    <a:pt x="10774" y="11251"/>
                    <a:pt x="10934" y="10955"/>
                  </a:cubicBezTo>
                  <a:cubicBezTo>
                    <a:pt x="11368" y="10681"/>
                    <a:pt x="11779" y="10361"/>
                    <a:pt x="12144" y="10019"/>
                  </a:cubicBezTo>
                  <a:cubicBezTo>
                    <a:pt x="12372" y="9813"/>
                    <a:pt x="12600" y="9562"/>
                    <a:pt x="12806" y="9311"/>
                  </a:cubicBezTo>
                  <a:close/>
                  <a:moveTo>
                    <a:pt x="4980" y="280"/>
                  </a:moveTo>
                  <a:cubicBezTo>
                    <a:pt x="5204" y="280"/>
                    <a:pt x="5567" y="522"/>
                    <a:pt x="5707" y="615"/>
                  </a:cubicBezTo>
                  <a:cubicBezTo>
                    <a:pt x="6734" y="1551"/>
                    <a:pt x="7784" y="2487"/>
                    <a:pt x="8583" y="3628"/>
                  </a:cubicBezTo>
                  <a:cubicBezTo>
                    <a:pt x="9314" y="4632"/>
                    <a:pt x="9816" y="5842"/>
                    <a:pt x="10021" y="7052"/>
                  </a:cubicBezTo>
                  <a:cubicBezTo>
                    <a:pt x="10021" y="7074"/>
                    <a:pt x="10044" y="7074"/>
                    <a:pt x="10044" y="7074"/>
                  </a:cubicBezTo>
                  <a:cubicBezTo>
                    <a:pt x="9610" y="7622"/>
                    <a:pt x="9199" y="8170"/>
                    <a:pt x="8880" y="8786"/>
                  </a:cubicBezTo>
                  <a:cubicBezTo>
                    <a:pt x="8766" y="9037"/>
                    <a:pt x="8537" y="9471"/>
                    <a:pt x="8789" y="9722"/>
                  </a:cubicBezTo>
                  <a:cubicBezTo>
                    <a:pt x="8868" y="9809"/>
                    <a:pt x="8975" y="9841"/>
                    <a:pt x="9091" y="9841"/>
                  </a:cubicBezTo>
                  <a:cubicBezTo>
                    <a:pt x="9309" y="9841"/>
                    <a:pt x="9561" y="9728"/>
                    <a:pt x="9724" y="9654"/>
                  </a:cubicBezTo>
                  <a:cubicBezTo>
                    <a:pt x="9770" y="9654"/>
                    <a:pt x="9816" y="9631"/>
                    <a:pt x="9838" y="9608"/>
                  </a:cubicBezTo>
                  <a:lnTo>
                    <a:pt x="9838" y="9608"/>
                  </a:lnTo>
                  <a:cubicBezTo>
                    <a:pt x="9542" y="9996"/>
                    <a:pt x="9291" y="10453"/>
                    <a:pt x="9199" y="10909"/>
                  </a:cubicBezTo>
                  <a:cubicBezTo>
                    <a:pt x="9154" y="11160"/>
                    <a:pt x="9108" y="11457"/>
                    <a:pt x="9405" y="11548"/>
                  </a:cubicBezTo>
                  <a:cubicBezTo>
                    <a:pt x="9450" y="11558"/>
                    <a:pt x="9495" y="11563"/>
                    <a:pt x="9542" y="11563"/>
                  </a:cubicBezTo>
                  <a:cubicBezTo>
                    <a:pt x="9803" y="11563"/>
                    <a:pt x="10082" y="11417"/>
                    <a:pt x="10295" y="11320"/>
                  </a:cubicBezTo>
                  <a:cubicBezTo>
                    <a:pt x="10363" y="11274"/>
                    <a:pt x="10455" y="11229"/>
                    <a:pt x="10546" y="11183"/>
                  </a:cubicBezTo>
                  <a:lnTo>
                    <a:pt x="10546" y="11183"/>
                  </a:lnTo>
                  <a:cubicBezTo>
                    <a:pt x="10318" y="11525"/>
                    <a:pt x="10112" y="11891"/>
                    <a:pt x="9998" y="12256"/>
                  </a:cubicBezTo>
                  <a:cubicBezTo>
                    <a:pt x="9953" y="12438"/>
                    <a:pt x="9884" y="12689"/>
                    <a:pt x="9930" y="12849"/>
                  </a:cubicBezTo>
                  <a:cubicBezTo>
                    <a:pt x="9961" y="13007"/>
                    <a:pt x="10102" y="13056"/>
                    <a:pt x="10246" y="13056"/>
                  </a:cubicBezTo>
                  <a:cubicBezTo>
                    <a:pt x="10310" y="13056"/>
                    <a:pt x="10376" y="13046"/>
                    <a:pt x="10432" y="13032"/>
                  </a:cubicBezTo>
                  <a:cubicBezTo>
                    <a:pt x="10637" y="12986"/>
                    <a:pt x="10843" y="12895"/>
                    <a:pt x="11048" y="12781"/>
                  </a:cubicBezTo>
                  <a:cubicBezTo>
                    <a:pt x="11345" y="13580"/>
                    <a:pt x="11938" y="14287"/>
                    <a:pt x="12532" y="14926"/>
                  </a:cubicBezTo>
                  <a:cubicBezTo>
                    <a:pt x="13148" y="15634"/>
                    <a:pt x="13856" y="16296"/>
                    <a:pt x="14655" y="16821"/>
                  </a:cubicBezTo>
                  <a:cubicBezTo>
                    <a:pt x="14472" y="18099"/>
                    <a:pt x="13080" y="19035"/>
                    <a:pt x="11916" y="19583"/>
                  </a:cubicBezTo>
                  <a:cubicBezTo>
                    <a:pt x="11322" y="18989"/>
                    <a:pt x="10729" y="18419"/>
                    <a:pt x="10135" y="17848"/>
                  </a:cubicBezTo>
                  <a:cubicBezTo>
                    <a:pt x="9519" y="17277"/>
                    <a:pt x="8880" y="16707"/>
                    <a:pt x="8195" y="16227"/>
                  </a:cubicBezTo>
                  <a:cubicBezTo>
                    <a:pt x="7716" y="15885"/>
                    <a:pt x="7191" y="15702"/>
                    <a:pt x="6643" y="15474"/>
                  </a:cubicBezTo>
                  <a:cubicBezTo>
                    <a:pt x="5913" y="15155"/>
                    <a:pt x="5159" y="14767"/>
                    <a:pt x="4566" y="14242"/>
                  </a:cubicBezTo>
                  <a:cubicBezTo>
                    <a:pt x="4269" y="13990"/>
                    <a:pt x="4018" y="13717"/>
                    <a:pt x="3835" y="13397"/>
                  </a:cubicBezTo>
                  <a:cubicBezTo>
                    <a:pt x="3630" y="13032"/>
                    <a:pt x="3562" y="12644"/>
                    <a:pt x="3447" y="12256"/>
                  </a:cubicBezTo>
                  <a:cubicBezTo>
                    <a:pt x="3219" y="11502"/>
                    <a:pt x="2854" y="10795"/>
                    <a:pt x="2489" y="10087"/>
                  </a:cubicBezTo>
                  <a:cubicBezTo>
                    <a:pt x="2283" y="9745"/>
                    <a:pt x="2078" y="9403"/>
                    <a:pt x="1895" y="9037"/>
                  </a:cubicBezTo>
                  <a:cubicBezTo>
                    <a:pt x="1690" y="8695"/>
                    <a:pt x="1462" y="8330"/>
                    <a:pt x="1370" y="7942"/>
                  </a:cubicBezTo>
                  <a:cubicBezTo>
                    <a:pt x="1347" y="7782"/>
                    <a:pt x="1347" y="7622"/>
                    <a:pt x="1576" y="7622"/>
                  </a:cubicBezTo>
                  <a:cubicBezTo>
                    <a:pt x="1667" y="7622"/>
                    <a:pt x="1804" y="7668"/>
                    <a:pt x="1895" y="7691"/>
                  </a:cubicBezTo>
                  <a:cubicBezTo>
                    <a:pt x="2124" y="7759"/>
                    <a:pt x="2352" y="7873"/>
                    <a:pt x="2557" y="7965"/>
                  </a:cubicBezTo>
                  <a:cubicBezTo>
                    <a:pt x="2945" y="8170"/>
                    <a:pt x="3219" y="8467"/>
                    <a:pt x="3447" y="8809"/>
                  </a:cubicBezTo>
                  <a:cubicBezTo>
                    <a:pt x="3698" y="9197"/>
                    <a:pt x="3904" y="9608"/>
                    <a:pt x="4109" y="10019"/>
                  </a:cubicBezTo>
                  <a:cubicBezTo>
                    <a:pt x="4269" y="10384"/>
                    <a:pt x="4429" y="10818"/>
                    <a:pt x="4748" y="11092"/>
                  </a:cubicBezTo>
                  <a:cubicBezTo>
                    <a:pt x="4854" y="11186"/>
                    <a:pt x="4951" y="11226"/>
                    <a:pt x="5040" y="11226"/>
                  </a:cubicBezTo>
                  <a:cubicBezTo>
                    <a:pt x="5319" y="11226"/>
                    <a:pt x="5523" y="10833"/>
                    <a:pt x="5661" y="10453"/>
                  </a:cubicBezTo>
                  <a:cubicBezTo>
                    <a:pt x="5707" y="10316"/>
                    <a:pt x="5753" y="10156"/>
                    <a:pt x="5776" y="10019"/>
                  </a:cubicBezTo>
                  <a:cubicBezTo>
                    <a:pt x="5776" y="9973"/>
                    <a:pt x="5776" y="9928"/>
                    <a:pt x="5798" y="9905"/>
                  </a:cubicBezTo>
                  <a:cubicBezTo>
                    <a:pt x="5981" y="9585"/>
                    <a:pt x="6232" y="9266"/>
                    <a:pt x="6483" y="8992"/>
                  </a:cubicBezTo>
                  <a:cubicBezTo>
                    <a:pt x="7008" y="8375"/>
                    <a:pt x="7739" y="7919"/>
                    <a:pt x="8149" y="7211"/>
                  </a:cubicBezTo>
                  <a:cubicBezTo>
                    <a:pt x="8309" y="6937"/>
                    <a:pt x="8469" y="6595"/>
                    <a:pt x="8401" y="6276"/>
                  </a:cubicBezTo>
                  <a:cubicBezTo>
                    <a:pt x="8332" y="6052"/>
                    <a:pt x="8146" y="5945"/>
                    <a:pt x="7942" y="5945"/>
                  </a:cubicBezTo>
                  <a:cubicBezTo>
                    <a:pt x="7875" y="5945"/>
                    <a:pt x="7806" y="5956"/>
                    <a:pt x="7739" y="5979"/>
                  </a:cubicBezTo>
                  <a:cubicBezTo>
                    <a:pt x="7328" y="6070"/>
                    <a:pt x="6963" y="6253"/>
                    <a:pt x="6620" y="6435"/>
                  </a:cubicBezTo>
                  <a:cubicBezTo>
                    <a:pt x="6209" y="6664"/>
                    <a:pt x="5821" y="6892"/>
                    <a:pt x="5456" y="7143"/>
                  </a:cubicBezTo>
                  <a:cubicBezTo>
                    <a:pt x="5433" y="7166"/>
                    <a:pt x="5410" y="7166"/>
                    <a:pt x="5388" y="7189"/>
                  </a:cubicBezTo>
                  <a:cubicBezTo>
                    <a:pt x="5182" y="6435"/>
                    <a:pt x="4863" y="5728"/>
                    <a:pt x="4475" y="5066"/>
                  </a:cubicBezTo>
                  <a:cubicBezTo>
                    <a:pt x="4246" y="4701"/>
                    <a:pt x="4018" y="4358"/>
                    <a:pt x="3721" y="4061"/>
                  </a:cubicBezTo>
                  <a:cubicBezTo>
                    <a:pt x="3425" y="3788"/>
                    <a:pt x="3059" y="3582"/>
                    <a:pt x="2740" y="3308"/>
                  </a:cubicBezTo>
                  <a:cubicBezTo>
                    <a:pt x="2420" y="3011"/>
                    <a:pt x="2032" y="2692"/>
                    <a:pt x="1918" y="2258"/>
                  </a:cubicBezTo>
                  <a:cubicBezTo>
                    <a:pt x="1895" y="2167"/>
                    <a:pt x="1895" y="2030"/>
                    <a:pt x="1941" y="1939"/>
                  </a:cubicBezTo>
                  <a:cubicBezTo>
                    <a:pt x="2032" y="1802"/>
                    <a:pt x="2192" y="1802"/>
                    <a:pt x="2329" y="1802"/>
                  </a:cubicBezTo>
                  <a:cubicBezTo>
                    <a:pt x="2580" y="1825"/>
                    <a:pt x="2831" y="1962"/>
                    <a:pt x="3059" y="2076"/>
                  </a:cubicBezTo>
                  <a:cubicBezTo>
                    <a:pt x="3858" y="2509"/>
                    <a:pt x="4612" y="3057"/>
                    <a:pt x="5159" y="3742"/>
                  </a:cubicBezTo>
                  <a:cubicBezTo>
                    <a:pt x="5776" y="4495"/>
                    <a:pt x="6255" y="5317"/>
                    <a:pt x="6780" y="6139"/>
                  </a:cubicBezTo>
                  <a:cubicBezTo>
                    <a:pt x="6803" y="6161"/>
                    <a:pt x="6848" y="6161"/>
                    <a:pt x="6894" y="6161"/>
                  </a:cubicBezTo>
                  <a:cubicBezTo>
                    <a:pt x="6917" y="6139"/>
                    <a:pt x="6940" y="6093"/>
                    <a:pt x="6917" y="6047"/>
                  </a:cubicBezTo>
                  <a:cubicBezTo>
                    <a:pt x="6415" y="5248"/>
                    <a:pt x="5958" y="4404"/>
                    <a:pt x="5365" y="3651"/>
                  </a:cubicBezTo>
                  <a:cubicBezTo>
                    <a:pt x="4817" y="2966"/>
                    <a:pt x="4087" y="2395"/>
                    <a:pt x="3288" y="1939"/>
                  </a:cubicBezTo>
                  <a:cubicBezTo>
                    <a:pt x="3219" y="1642"/>
                    <a:pt x="3128" y="1345"/>
                    <a:pt x="3174" y="1026"/>
                  </a:cubicBezTo>
                  <a:cubicBezTo>
                    <a:pt x="3174" y="870"/>
                    <a:pt x="3223" y="714"/>
                    <a:pt x="3394" y="714"/>
                  </a:cubicBezTo>
                  <a:cubicBezTo>
                    <a:pt x="3423" y="714"/>
                    <a:pt x="3456" y="719"/>
                    <a:pt x="3493" y="729"/>
                  </a:cubicBezTo>
                  <a:cubicBezTo>
                    <a:pt x="3653" y="752"/>
                    <a:pt x="3790" y="843"/>
                    <a:pt x="3927" y="912"/>
                  </a:cubicBezTo>
                  <a:cubicBezTo>
                    <a:pt x="4246" y="1117"/>
                    <a:pt x="4520" y="1368"/>
                    <a:pt x="4794" y="1619"/>
                  </a:cubicBezTo>
                  <a:cubicBezTo>
                    <a:pt x="5045" y="1847"/>
                    <a:pt x="5273" y="2098"/>
                    <a:pt x="5502" y="2327"/>
                  </a:cubicBezTo>
                  <a:cubicBezTo>
                    <a:pt x="5753" y="2601"/>
                    <a:pt x="5981" y="2875"/>
                    <a:pt x="6186" y="3148"/>
                  </a:cubicBezTo>
                  <a:cubicBezTo>
                    <a:pt x="6369" y="3377"/>
                    <a:pt x="6597" y="3582"/>
                    <a:pt x="6780" y="3810"/>
                  </a:cubicBezTo>
                  <a:cubicBezTo>
                    <a:pt x="7236" y="4335"/>
                    <a:pt x="7716" y="4929"/>
                    <a:pt x="7944" y="5591"/>
                  </a:cubicBezTo>
                  <a:cubicBezTo>
                    <a:pt x="7961" y="5626"/>
                    <a:pt x="7992" y="5641"/>
                    <a:pt x="8022" y="5641"/>
                  </a:cubicBezTo>
                  <a:cubicBezTo>
                    <a:pt x="8071" y="5641"/>
                    <a:pt x="8118" y="5602"/>
                    <a:pt x="8104" y="5545"/>
                  </a:cubicBezTo>
                  <a:cubicBezTo>
                    <a:pt x="8035" y="5066"/>
                    <a:pt x="7761" y="4632"/>
                    <a:pt x="7510" y="4221"/>
                  </a:cubicBezTo>
                  <a:cubicBezTo>
                    <a:pt x="7214" y="3788"/>
                    <a:pt x="6894" y="3400"/>
                    <a:pt x="6552" y="3011"/>
                  </a:cubicBezTo>
                  <a:cubicBezTo>
                    <a:pt x="6209" y="2555"/>
                    <a:pt x="5844" y="2098"/>
                    <a:pt x="5433" y="1688"/>
                  </a:cubicBezTo>
                  <a:cubicBezTo>
                    <a:pt x="5273" y="1551"/>
                    <a:pt x="5114" y="1391"/>
                    <a:pt x="4954" y="1254"/>
                  </a:cubicBezTo>
                  <a:cubicBezTo>
                    <a:pt x="4863" y="1003"/>
                    <a:pt x="4771" y="729"/>
                    <a:pt x="4794" y="478"/>
                  </a:cubicBezTo>
                  <a:cubicBezTo>
                    <a:pt x="4801" y="333"/>
                    <a:pt x="4876" y="280"/>
                    <a:pt x="4980" y="280"/>
                  </a:cubicBezTo>
                  <a:close/>
                  <a:moveTo>
                    <a:pt x="3266" y="12980"/>
                  </a:moveTo>
                  <a:cubicBezTo>
                    <a:pt x="3270" y="13015"/>
                    <a:pt x="3288" y="13038"/>
                    <a:pt x="3288" y="13077"/>
                  </a:cubicBezTo>
                  <a:cubicBezTo>
                    <a:pt x="3425" y="13443"/>
                    <a:pt x="3607" y="13762"/>
                    <a:pt x="3858" y="14059"/>
                  </a:cubicBezTo>
                  <a:cubicBezTo>
                    <a:pt x="4703" y="15063"/>
                    <a:pt x="5981" y="15565"/>
                    <a:pt x="7191" y="16090"/>
                  </a:cubicBezTo>
                  <a:cubicBezTo>
                    <a:pt x="6346" y="16387"/>
                    <a:pt x="5593" y="16912"/>
                    <a:pt x="4931" y="17483"/>
                  </a:cubicBezTo>
                  <a:cubicBezTo>
                    <a:pt x="4178" y="18145"/>
                    <a:pt x="3516" y="18852"/>
                    <a:pt x="2945" y="19628"/>
                  </a:cubicBezTo>
                  <a:cubicBezTo>
                    <a:pt x="1690" y="19354"/>
                    <a:pt x="868" y="18190"/>
                    <a:pt x="457" y="17118"/>
                  </a:cubicBezTo>
                  <a:cubicBezTo>
                    <a:pt x="1393" y="16593"/>
                    <a:pt x="2329" y="15908"/>
                    <a:pt x="2900" y="15018"/>
                  </a:cubicBezTo>
                  <a:cubicBezTo>
                    <a:pt x="3285" y="14406"/>
                    <a:pt x="3310" y="13683"/>
                    <a:pt x="3266" y="12980"/>
                  </a:cubicBezTo>
                  <a:close/>
                  <a:moveTo>
                    <a:pt x="4980" y="1"/>
                  </a:moveTo>
                  <a:cubicBezTo>
                    <a:pt x="4925" y="1"/>
                    <a:pt x="4870" y="7"/>
                    <a:pt x="4817" y="21"/>
                  </a:cubicBezTo>
                  <a:cubicBezTo>
                    <a:pt x="4406" y="113"/>
                    <a:pt x="4475" y="569"/>
                    <a:pt x="4634" y="980"/>
                  </a:cubicBezTo>
                  <a:cubicBezTo>
                    <a:pt x="4475" y="843"/>
                    <a:pt x="4315" y="729"/>
                    <a:pt x="4132" y="638"/>
                  </a:cubicBezTo>
                  <a:cubicBezTo>
                    <a:pt x="3941" y="528"/>
                    <a:pt x="3651" y="403"/>
                    <a:pt x="3396" y="403"/>
                  </a:cubicBezTo>
                  <a:cubicBezTo>
                    <a:pt x="3225" y="403"/>
                    <a:pt x="3069" y="459"/>
                    <a:pt x="2968" y="615"/>
                  </a:cubicBezTo>
                  <a:cubicBezTo>
                    <a:pt x="2854" y="797"/>
                    <a:pt x="2877" y="1049"/>
                    <a:pt x="2900" y="1254"/>
                  </a:cubicBezTo>
                  <a:cubicBezTo>
                    <a:pt x="2922" y="1437"/>
                    <a:pt x="2991" y="1642"/>
                    <a:pt x="3059" y="1825"/>
                  </a:cubicBezTo>
                  <a:cubicBezTo>
                    <a:pt x="2792" y="1700"/>
                    <a:pt x="2496" y="1561"/>
                    <a:pt x="2205" y="1561"/>
                  </a:cubicBezTo>
                  <a:cubicBezTo>
                    <a:pt x="2124" y="1561"/>
                    <a:pt x="2043" y="1571"/>
                    <a:pt x="1964" y="1596"/>
                  </a:cubicBezTo>
                  <a:cubicBezTo>
                    <a:pt x="1576" y="1756"/>
                    <a:pt x="1599" y="2167"/>
                    <a:pt x="1713" y="2487"/>
                  </a:cubicBezTo>
                  <a:cubicBezTo>
                    <a:pt x="1827" y="2875"/>
                    <a:pt x="2124" y="3194"/>
                    <a:pt x="2420" y="3491"/>
                  </a:cubicBezTo>
                  <a:cubicBezTo>
                    <a:pt x="2580" y="3651"/>
                    <a:pt x="2763" y="3788"/>
                    <a:pt x="2945" y="3947"/>
                  </a:cubicBezTo>
                  <a:cubicBezTo>
                    <a:pt x="3128" y="4084"/>
                    <a:pt x="3333" y="4221"/>
                    <a:pt x="3493" y="4381"/>
                  </a:cubicBezTo>
                  <a:cubicBezTo>
                    <a:pt x="4269" y="5226"/>
                    <a:pt x="4771" y="6276"/>
                    <a:pt x="5228" y="7303"/>
                  </a:cubicBezTo>
                  <a:cubicBezTo>
                    <a:pt x="4908" y="7508"/>
                    <a:pt x="4612" y="7736"/>
                    <a:pt x="4338" y="7987"/>
                  </a:cubicBezTo>
                  <a:cubicBezTo>
                    <a:pt x="4155" y="8124"/>
                    <a:pt x="3972" y="8284"/>
                    <a:pt x="3790" y="8444"/>
                  </a:cubicBezTo>
                  <a:cubicBezTo>
                    <a:pt x="3721" y="8512"/>
                    <a:pt x="3676" y="8558"/>
                    <a:pt x="3653" y="8627"/>
                  </a:cubicBezTo>
                  <a:cubicBezTo>
                    <a:pt x="3470" y="8353"/>
                    <a:pt x="3265" y="8124"/>
                    <a:pt x="2991" y="7919"/>
                  </a:cubicBezTo>
                  <a:cubicBezTo>
                    <a:pt x="2717" y="7714"/>
                    <a:pt x="2352" y="7554"/>
                    <a:pt x="1987" y="7440"/>
                  </a:cubicBezTo>
                  <a:cubicBezTo>
                    <a:pt x="1861" y="7394"/>
                    <a:pt x="1696" y="7348"/>
                    <a:pt x="1539" y="7348"/>
                  </a:cubicBezTo>
                  <a:cubicBezTo>
                    <a:pt x="1382" y="7348"/>
                    <a:pt x="1233" y="7394"/>
                    <a:pt x="1142" y="7531"/>
                  </a:cubicBezTo>
                  <a:cubicBezTo>
                    <a:pt x="937" y="7782"/>
                    <a:pt x="1119" y="8193"/>
                    <a:pt x="1233" y="8467"/>
                  </a:cubicBezTo>
                  <a:cubicBezTo>
                    <a:pt x="1393" y="8832"/>
                    <a:pt x="1599" y="9174"/>
                    <a:pt x="1804" y="9540"/>
                  </a:cubicBezTo>
                  <a:cubicBezTo>
                    <a:pt x="2215" y="10293"/>
                    <a:pt x="2626" y="11069"/>
                    <a:pt x="2922" y="11868"/>
                  </a:cubicBezTo>
                  <a:cubicBezTo>
                    <a:pt x="2945" y="11891"/>
                    <a:pt x="2945" y="11891"/>
                    <a:pt x="2945" y="11913"/>
                  </a:cubicBezTo>
                  <a:cubicBezTo>
                    <a:pt x="2945" y="12416"/>
                    <a:pt x="2968" y="12895"/>
                    <a:pt x="2945" y="13397"/>
                  </a:cubicBezTo>
                  <a:cubicBezTo>
                    <a:pt x="2922" y="13968"/>
                    <a:pt x="2831" y="14470"/>
                    <a:pt x="2489" y="14949"/>
                  </a:cubicBezTo>
                  <a:cubicBezTo>
                    <a:pt x="1895" y="15794"/>
                    <a:pt x="959" y="16433"/>
                    <a:pt x="46" y="16935"/>
                  </a:cubicBezTo>
                  <a:cubicBezTo>
                    <a:pt x="24" y="16958"/>
                    <a:pt x="1" y="17003"/>
                    <a:pt x="1" y="17026"/>
                  </a:cubicBezTo>
                  <a:cubicBezTo>
                    <a:pt x="480" y="18304"/>
                    <a:pt x="1462" y="19720"/>
                    <a:pt x="3037" y="19948"/>
                  </a:cubicBezTo>
                  <a:cubicBezTo>
                    <a:pt x="3082" y="19948"/>
                    <a:pt x="3105" y="19948"/>
                    <a:pt x="3128" y="19925"/>
                  </a:cubicBezTo>
                  <a:cubicBezTo>
                    <a:pt x="3676" y="19103"/>
                    <a:pt x="4338" y="18350"/>
                    <a:pt x="5068" y="17688"/>
                  </a:cubicBezTo>
                  <a:cubicBezTo>
                    <a:pt x="5753" y="17072"/>
                    <a:pt x="6506" y="16501"/>
                    <a:pt x="7419" y="16205"/>
                  </a:cubicBezTo>
                  <a:cubicBezTo>
                    <a:pt x="7419" y="16205"/>
                    <a:pt x="7442" y="16205"/>
                    <a:pt x="7465" y="16227"/>
                  </a:cubicBezTo>
                  <a:cubicBezTo>
                    <a:pt x="7898" y="16410"/>
                    <a:pt x="8264" y="16752"/>
                    <a:pt x="8629" y="17049"/>
                  </a:cubicBezTo>
                  <a:cubicBezTo>
                    <a:pt x="9017" y="17369"/>
                    <a:pt x="9382" y="17711"/>
                    <a:pt x="9747" y="18053"/>
                  </a:cubicBezTo>
                  <a:cubicBezTo>
                    <a:pt x="10455" y="18670"/>
                    <a:pt x="11117" y="19332"/>
                    <a:pt x="11779" y="19993"/>
                  </a:cubicBezTo>
                  <a:cubicBezTo>
                    <a:pt x="11790" y="20005"/>
                    <a:pt x="11807" y="20011"/>
                    <a:pt x="11824" y="20011"/>
                  </a:cubicBezTo>
                  <a:cubicBezTo>
                    <a:pt x="11841" y="20011"/>
                    <a:pt x="11859" y="20005"/>
                    <a:pt x="11870" y="19993"/>
                  </a:cubicBezTo>
                  <a:cubicBezTo>
                    <a:pt x="13080" y="19469"/>
                    <a:pt x="14381" y="18647"/>
                    <a:pt x="14883" y="17437"/>
                  </a:cubicBezTo>
                  <a:cubicBezTo>
                    <a:pt x="14951" y="17300"/>
                    <a:pt x="14997" y="17140"/>
                    <a:pt x="15020" y="16981"/>
                  </a:cubicBezTo>
                  <a:cubicBezTo>
                    <a:pt x="15043" y="16889"/>
                    <a:pt x="15088" y="16752"/>
                    <a:pt x="15043" y="16684"/>
                  </a:cubicBezTo>
                  <a:cubicBezTo>
                    <a:pt x="15020" y="16615"/>
                    <a:pt x="14906" y="16570"/>
                    <a:pt x="14860" y="16547"/>
                  </a:cubicBezTo>
                  <a:cubicBezTo>
                    <a:pt x="14700" y="16433"/>
                    <a:pt x="14518" y="16296"/>
                    <a:pt x="14358" y="16159"/>
                  </a:cubicBezTo>
                  <a:cubicBezTo>
                    <a:pt x="13787" y="15702"/>
                    <a:pt x="13239" y="15200"/>
                    <a:pt x="12760" y="14652"/>
                  </a:cubicBezTo>
                  <a:cubicBezTo>
                    <a:pt x="12190" y="14013"/>
                    <a:pt x="11687" y="13351"/>
                    <a:pt x="11231" y="12667"/>
                  </a:cubicBezTo>
                  <a:cubicBezTo>
                    <a:pt x="11550" y="12461"/>
                    <a:pt x="11870" y="12210"/>
                    <a:pt x="12144" y="11982"/>
                  </a:cubicBezTo>
                  <a:cubicBezTo>
                    <a:pt x="12623" y="11571"/>
                    <a:pt x="13125" y="11046"/>
                    <a:pt x="13285" y="10430"/>
                  </a:cubicBezTo>
                  <a:cubicBezTo>
                    <a:pt x="13399" y="10019"/>
                    <a:pt x="13422" y="9288"/>
                    <a:pt x="12920" y="9151"/>
                  </a:cubicBezTo>
                  <a:cubicBezTo>
                    <a:pt x="13103" y="8900"/>
                    <a:pt x="13217" y="8627"/>
                    <a:pt x="13285" y="8330"/>
                  </a:cubicBezTo>
                  <a:cubicBezTo>
                    <a:pt x="13331" y="8010"/>
                    <a:pt x="13285" y="7691"/>
                    <a:pt x="13080" y="7417"/>
                  </a:cubicBezTo>
                  <a:cubicBezTo>
                    <a:pt x="12897" y="7211"/>
                    <a:pt x="12646" y="7074"/>
                    <a:pt x="12372" y="7006"/>
                  </a:cubicBezTo>
                  <a:cubicBezTo>
                    <a:pt x="12486" y="6572"/>
                    <a:pt x="12463" y="6139"/>
                    <a:pt x="12212" y="5751"/>
                  </a:cubicBezTo>
                  <a:cubicBezTo>
                    <a:pt x="11897" y="5299"/>
                    <a:pt x="11402" y="5110"/>
                    <a:pt x="10878" y="5110"/>
                  </a:cubicBezTo>
                  <a:cubicBezTo>
                    <a:pt x="10529" y="5110"/>
                    <a:pt x="10167" y="5194"/>
                    <a:pt x="9838" y="5340"/>
                  </a:cubicBezTo>
                  <a:cubicBezTo>
                    <a:pt x="9450" y="4107"/>
                    <a:pt x="8720" y="3034"/>
                    <a:pt x="7807" y="2098"/>
                  </a:cubicBezTo>
                  <a:cubicBezTo>
                    <a:pt x="7305" y="1574"/>
                    <a:pt x="6780" y="1094"/>
                    <a:pt x="6255" y="638"/>
                  </a:cubicBezTo>
                  <a:cubicBezTo>
                    <a:pt x="6027" y="455"/>
                    <a:pt x="5821" y="295"/>
                    <a:pt x="5547" y="158"/>
                  </a:cubicBezTo>
                  <a:cubicBezTo>
                    <a:pt x="5386" y="86"/>
                    <a:pt x="5182" y="1"/>
                    <a:pt x="498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84;p25">
              <a:extLst>
                <a:ext uri="{FF2B5EF4-FFF2-40B4-BE49-F238E27FC236}">
                  <a16:creationId xmlns:a16="http://schemas.microsoft.com/office/drawing/2014/main" id="{5CE801A5-C05C-4C5F-A01D-938CC265A269}"/>
                </a:ext>
              </a:extLst>
            </p:cNvPr>
            <p:cNvSpPr/>
            <p:nvPr/>
          </p:nvSpPr>
          <p:spPr>
            <a:xfrm>
              <a:off x="1282512" y="2120169"/>
              <a:ext cx="132592" cy="232159"/>
            </a:xfrm>
            <a:custGeom>
              <a:avLst/>
              <a:gdLst/>
              <a:ahLst/>
              <a:cxnLst/>
              <a:rect l="l" t="t" r="r" b="b"/>
              <a:pathLst>
                <a:path w="4087" h="7156" extrusionOk="0">
                  <a:moveTo>
                    <a:pt x="2043" y="1"/>
                  </a:moveTo>
                  <a:cubicBezTo>
                    <a:pt x="2009" y="1"/>
                    <a:pt x="1975" y="18"/>
                    <a:pt x="1963" y="52"/>
                  </a:cubicBezTo>
                  <a:cubicBezTo>
                    <a:pt x="1530" y="828"/>
                    <a:pt x="1119" y="1627"/>
                    <a:pt x="731" y="2426"/>
                  </a:cubicBezTo>
                  <a:cubicBezTo>
                    <a:pt x="389" y="3225"/>
                    <a:pt x="1" y="4092"/>
                    <a:pt x="23" y="4983"/>
                  </a:cubicBezTo>
                  <a:cubicBezTo>
                    <a:pt x="23" y="5736"/>
                    <a:pt x="343" y="6489"/>
                    <a:pt x="1005" y="6900"/>
                  </a:cubicBezTo>
                  <a:cubicBezTo>
                    <a:pt x="1302" y="7069"/>
                    <a:pt x="1652" y="7155"/>
                    <a:pt x="2005" y="7155"/>
                  </a:cubicBezTo>
                  <a:cubicBezTo>
                    <a:pt x="2411" y="7155"/>
                    <a:pt x="2820" y="7041"/>
                    <a:pt x="3150" y="6809"/>
                  </a:cubicBezTo>
                  <a:cubicBezTo>
                    <a:pt x="3881" y="6306"/>
                    <a:pt x="4086" y="5371"/>
                    <a:pt x="3972" y="4526"/>
                  </a:cubicBezTo>
                  <a:cubicBezTo>
                    <a:pt x="3972" y="4503"/>
                    <a:pt x="3972" y="4503"/>
                    <a:pt x="3972" y="4503"/>
                  </a:cubicBezTo>
                  <a:cubicBezTo>
                    <a:pt x="3835" y="3704"/>
                    <a:pt x="3516" y="2951"/>
                    <a:pt x="3196" y="2221"/>
                  </a:cubicBezTo>
                  <a:cubicBezTo>
                    <a:pt x="2854" y="1490"/>
                    <a:pt x="2488" y="760"/>
                    <a:pt x="2123" y="52"/>
                  </a:cubicBezTo>
                  <a:cubicBezTo>
                    <a:pt x="2112" y="18"/>
                    <a:pt x="2078" y="1"/>
                    <a:pt x="20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85;p25">
              <a:extLst>
                <a:ext uri="{FF2B5EF4-FFF2-40B4-BE49-F238E27FC236}">
                  <a16:creationId xmlns:a16="http://schemas.microsoft.com/office/drawing/2014/main" id="{57E934FE-D607-4086-A4E1-EB35F4BC0834}"/>
                </a:ext>
              </a:extLst>
            </p:cNvPr>
            <p:cNvSpPr/>
            <p:nvPr/>
          </p:nvSpPr>
          <p:spPr>
            <a:xfrm>
              <a:off x="1303989" y="2258115"/>
              <a:ext cx="28160" cy="67416"/>
            </a:xfrm>
            <a:custGeom>
              <a:avLst/>
              <a:gdLst/>
              <a:ahLst/>
              <a:cxnLst/>
              <a:rect l="l" t="t" r="r" b="b"/>
              <a:pathLst>
                <a:path w="868" h="2078" extrusionOk="0">
                  <a:moveTo>
                    <a:pt x="252" y="0"/>
                  </a:moveTo>
                  <a:cubicBezTo>
                    <a:pt x="46" y="365"/>
                    <a:pt x="0" y="776"/>
                    <a:pt x="92" y="1187"/>
                  </a:cubicBezTo>
                  <a:cubicBezTo>
                    <a:pt x="137" y="1370"/>
                    <a:pt x="229" y="1575"/>
                    <a:pt x="343" y="1735"/>
                  </a:cubicBezTo>
                  <a:cubicBezTo>
                    <a:pt x="480" y="1918"/>
                    <a:pt x="662" y="2054"/>
                    <a:pt x="868" y="2077"/>
                  </a:cubicBezTo>
                  <a:cubicBezTo>
                    <a:pt x="617" y="1758"/>
                    <a:pt x="525" y="1438"/>
                    <a:pt x="457" y="1096"/>
                  </a:cubicBezTo>
                  <a:cubicBezTo>
                    <a:pt x="366" y="753"/>
                    <a:pt x="320" y="411"/>
                    <a:pt x="2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1186;p25">
            <a:extLst>
              <a:ext uri="{FF2B5EF4-FFF2-40B4-BE49-F238E27FC236}">
                <a16:creationId xmlns:a16="http://schemas.microsoft.com/office/drawing/2014/main" id="{620DF7AB-4F93-4837-AE81-A1F9FB2F9501}"/>
              </a:ext>
            </a:extLst>
          </p:cNvPr>
          <p:cNvGrpSpPr/>
          <p:nvPr/>
        </p:nvGrpSpPr>
        <p:grpSpPr>
          <a:xfrm>
            <a:off x="2670240" y="1325425"/>
            <a:ext cx="684245" cy="904237"/>
            <a:chOff x="2670240" y="1325425"/>
            <a:chExt cx="684245" cy="904237"/>
          </a:xfrm>
          <a:solidFill>
            <a:schemeClr val="accent3"/>
          </a:solidFill>
        </p:grpSpPr>
        <p:sp>
          <p:nvSpPr>
            <p:cNvPr id="60" name="Google Shape;1187;p25">
              <a:extLst>
                <a:ext uri="{FF2B5EF4-FFF2-40B4-BE49-F238E27FC236}">
                  <a16:creationId xmlns:a16="http://schemas.microsoft.com/office/drawing/2014/main" id="{47A9F651-3CF6-4C1E-80EC-D7621BE76BCC}"/>
                </a:ext>
              </a:extLst>
            </p:cNvPr>
            <p:cNvSpPr/>
            <p:nvPr/>
          </p:nvSpPr>
          <p:spPr>
            <a:xfrm>
              <a:off x="3018997" y="1335417"/>
              <a:ext cx="319202" cy="642167"/>
            </a:xfrm>
            <a:custGeom>
              <a:avLst/>
              <a:gdLst/>
              <a:ahLst/>
              <a:cxnLst/>
              <a:rect l="l" t="t" r="r" b="b"/>
              <a:pathLst>
                <a:path w="9839" h="19794" extrusionOk="0">
                  <a:moveTo>
                    <a:pt x="2957" y="1"/>
                  </a:moveTo>
                  <a:cubicBezTo>
                    <a:pt x="2563" y="1"/>
                    <a:pt x="2169" y="58"/>
                    <a:pt x="1804" y="184"/>
                  </a:cubicBezTo>
                  <a:cubicBezTo>
                    <a:pt x="1028" y="435"/>
                    <a:pt x="457" y="1028"/>
                    <a:pt x="24" y="1690"/>
                  </a:cubicBezTo>
                  <a:cubicBezTo>
                    <a:pt x="24" y="1713"/>
                    <a:pt x="1" y="1713"/>
                    <a:pt x="1" y="1736"/>
                  </a:cubicBezTo>
                  <a:cubicBezTo>
                    <a:pt x="343" y="1736"/>
                    <a:pt x="708" y="1758"/>
                    <a:pt x="1051" y="1804"/>
                  </a:cubicBezTo>
                  <a:cubicBezTo>
                    <a:pt x="2261" y="1987"/>
                    <a:pt x="3425" y="2398"/>
                    <a:pt x="4406" y="3128"/>
                  </a:cubicBezTo>
                  <a:cubicBezTo>
                    <a:pt x="4406" y="3128"/>
                    <a:pt x="4406" y="3128"/>
                    <a:pt x="4429" y="3151"/>
                  </a:cubicBezTo>
                  <a:cubicBezTo>
                    <a:pt x="4452" y="3174"/>
                    <a:pt x="4475" y="3196"/>
                    <a:pt x="4497" y="3219"/>
                  </a:cubicBezTo>
                  <a:cubicBezTo>
                    <a:pt x="5639" y="4109"/>
                    <a:pt x="6483" y="5251"/>
                    <a:pt x="6871" y="6666"/>
                  </a:cubicBezTo>
                  <a:cubicBezTo>
                    <a:pt x="7305" y="8195"/>
                    <a:pt x="7191" y="9816"/>
                    <a:pt x="6940" y="11391"/>
                  </a:cubicBezTo>
                  <a:cubicBezTo>
                    <a:pt x="6940" y="11424"/>
                    <a:pt x="6903" y="11445"/>
                    <a:pt x="6857" y="11445"/>
                  </a:cubicBezTo>
                  <a:cubicBezTo>
                    <a:pt x="6839" y="11445"/>
                    <a:pt x="6821" y="11442"/>
                    <a:pt x="6803" y="11436"/>
                  </a:cubicBezTo>
                  <a:cubicBezTo>
                    <a:pt x="6666" y="11368"/>
                    <a:pt x="6529" y="11299"/>
                    <a:pt x="6392" y="11231"/>
                  </a:cubicBezTo>
                  <a:cubicBezTo>
                    <a:pt x="6346" y="11482"/>
                    <a:pt x="6323" y="11710"/>
                    <a:pt x="6301" y="11961"/>
                  </a:cubicBezTo>
                  <a:cubicBezTo>
                    <a:pt x="6395" y="11932"/>
                    <a:pt x="6491" y="11916"/>
                    <a:pt x="6585" y="11916"/>
                  </a:cubicBezTo>
                  <a:cubicBezTo>
                    <a:pt x="6852" y="11916"/>
                    <a:pt x="7095" y="12045"/>
                    <a:pt x="7214" y="12349"/>
                  </a:cubicBezTo>
                  <a:cubicBezTo>
                    <a:pt x="7510" y="13125"/>
                    <a:pt x="7168" y="14038"/>
                    <a:pt x="6826" y="14723"/>
                  </a:cubicBezTo>
                  <a:cubicBezTo>
                    <a:pt x="6506" y="15385"/>
                    <a:pt x="5958" y="16253"/>
                    <a:pt x="5137" y="16298"/>
                  </a:cubicBezTo>
                  <a:cubicBezTo>
                    <a:pt x="5091" y="16298"/>
                    <a:pt x="5068" y="16275"/>
                    <a:pt x="5068" y="16230"/>
                  </a:cubicBezTo>
                  <a:cubicBezTo>
                    <a:pt x="4749" y="16869"/>
                    <a:pt x="4360" y="17485"/>
                    <a:pt x="3881" y="18033"/>
                  </a:cubicBezTo>
                  <a:cubicBezTo>
                    <a:pt x="3950" y="18604"/>
                    <a:pt x="3995" y="19174"/>
                    <a:pt x="4064" y="19745"/>
                  </a:cubicBezTo>
                  <a:cubicBezTo>
                    <a:pt x="4355" y="19778"/>
                    <a:pt x="4649" y="19794"/>
                    <a:pt x="4943" y="19794"/>
                  </a:cubicBezTo>
                  <a:cubicBezTo>
                    <a:pt x="6699" y="19794"/>
                    <a:pt x="8470" y="19212"/>
                    <a:pt x="9839" y="18079"/>
                  </a:cubicBezTo>
                  <a:cubicBezTo>
                    <a:pt x="8857" y="16777"/>
                    <a:pt x="8355" y="15180"/>
                    <a:pt x="8149" y="13559"/>
                  </a:cubicBezTo>
                  <a:cubicBezTo>
                    <a:pt x="7693" y="10181"/>
                    <a:pt x="8423" y="6689"/>
                    <a:pt x="7305" y="3402"/>
                  </a:cubicBezTo>
                  <a:cubicBezTo>
                    <a:pt x="7054" y="2626"/>
                    <a:pt x="6689" y="1918"/>
                    <a:pt x="6118" y="1325"/>
                  </a:cubicBezTo>
                  <a:cubicBezTo>
                    <a:pt x="5547" y="777"/>
                    <a:pt x="4863" y="366"/>
                    <a:pt x="4109" y="161"/>
                  </a:cubicBezTo>
                  <a:cubicBezTo>
                    <a:pt x="3744" y="58"/>
                    <a:pt x="3350" y="1"/>
                    <a:pt x="29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88;p25">
              <a:extLst>
                <a:ext uri="{FF2B5EF4-FFF2-40B4-BE49-F238E27FC236}">
                  <a16:creationId xmlns:a16="http://schemas.microsoft.com/office/drawing/2014/main" id="{01D6339D-C60C-4E09-A78C-BD7299059DCE}"/>
                </a:ext>
              </a:extLst>
            </p:cNvPr>
            <p:cNvSpPr/>
            <p:nvPr/>
          </p:nvSpPr>
          <p:spPr>
            <a:xfrm>
              <a:off x="2780577" y="1398356"/>
              <a:ext cx="467269" cy="298471"/>
            </a:xfrm>
            <a:custGeom>
              <a:avLst/>
              <a:gdLst/>
              <a:ahLst/>
              <a:cxnLst/>
              <a:rect l="l" t="t" r="r" b="b"/>
              <a:pathLst>
                <a:path w="14403" h="9200" extrusionOk="0">
                  <a:moveTo>
                    <a:pt x="7108" y="1"/>
                  </a:moveTo>
                  <a:cubicBezTo>
                    <a:pt x="6209" y="1"/>
                    <a:pt x="5293" y="126"/>
                    <a:pt x="4451" y="412"/>
                  </a:cubicBezTo>
                  <a:cubicBezTo>
                    <a:pt x="3355" y="800"/>
                    <a:pt x="2305" y="1485"/>
                    <a:pt x="1552" y="2352"/>
                  </a:cubicBezTo>
                  <a:cubicBezTo>
                    <a:pt x="776" y="3197"/>
                    <a:pt x="274" y="4361"/>
                    <a:pt x="91" y="5479"/>
                  </a:cubicBezTo>
                  <a:cubicBezTo>
                    <a:pt x="0" y="6118"/>
                    <a:pt x="0" y="6780"/>
                    <a:pt x="0" y="7419"/>
                  </a:cubicBezTo>
                  <a:cubicBezTo>
                    <a:pt x="23" y="8013"/>
                    <a:pt x="69" y="8606"/>
                    <a:pt x="160" y="9200"/>
                  </a:cubicBezTo>
                  <a:cubicBezTo>
                    <a:pt x="1027" y="9131"/>
                    <a:pt x="1872" y="8994"/>
                    <a:pt x="2671" y="8675"/>
                  </a:cubicBezTo>
                  <a:cubicBezTo>
                    <a:pt x="5433" y="7602"/>
                    <a:pt x="7555" y="5365"/>
                    <a:pt x="9016" y="2831"/>
                  </a:cubicBezTo>
                  <a:cubicBezTo>
                    <a:pt x="9042" y="2797"/>
                    <a:pt x="9075" y="2782"/>
                    <a:pt x="9106" y="2782"/>
                  </a:cubicBezTo>
                  <a:cubicBezTo>
                    <a:pt x="9155" y="2782"/>
                    <a:pt x="9199" y="2821"/>
                    <a:pt x="9199" y="2877"/>
                  </a:cubicBezTo>
                  <a:cubicBezTo>
                    <a:pt x="9267" y="3448"/>
                    <a:pt x="9358" y="3973"/>
                    <a:pt x="9564" y="4498"/>
                  </a:cubicBezTo>
                  <a:cubicBezTo>
                    <a:pt x="9815" y="5205"/>
                    <a:pt x="10203" y="5890"/>
                    <a:pt x="10682" y="6461"/>
                  </a:cubicBezTo>
                  <a:cubicBezTo>
                    <a:pt x="11595" y="7602"/>
                    <a:pt x="12782" y="8492"/>
                    <a:pt x="14060" y="9131"/>
                  </a:cubicBezTo>
                  <a:cubicBezTo>
                    <a:pt x="14312" y="7693"/>
                    <a:pt x="14403" y="6187"/>
                    <a:pt x="14015" y="4749"/>
                  </a:cubicBezTo>
                  <a:cubicBezTo>
                    <a:pt x="13627" y="3356"/>
                    <a:pt x="12759" y="2215"/>
                    <a:pt x="11641" y="1348"/>
                  </a:cubicBezTo>
                  <a:cubicBezTo>
                    <a:pt x="10614" y="595"/>
                    <a:pt x="9358" y="161"/>
                    <a:pt x="8057" y="47"/>
                  </a:cubicBezTo>
                  <a:cubicBezTo>
                    <a:pt x="7746" y="17"/>
                    <a:pt x="7428" y="1"/>
                    <a:pt x="71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89;p25">
              <a:extLst>
                <a:ext uri="{FF2B5EF4-FFF2-40B4-BE49-F238E27FC236}">
                  <a16:creationId xmlns:a16="http://schemas.microsoft.com/office/drawing/2014/main" id="{83065900-87C1-4606-AF0F-13F2C32AEBDB}"/>
                </a:ext>
              </a:extLst>
            </p:cNvPr>
            <p:cNvSpPr/>
            <p:nvPr/>
          </p:nvSpPr>
          <p:spPr>
            <a:xfrm>
              <a:off x="2805006" y="1704191"/>
              <a:ext cx="416205" cy="275761"/>
            </a:xfrm>
            <a:custGeom>
              <a:avLst/>
              <a:gdLst/>
              <a:ahLst/>
              <a:cxnLst/>
              <a:rect l="l" t="t" r="r" b="b"/>
              <a:pathLst>
                <a:path w="12829" h="8500" extrusionOk="0">
                  <a:moveTo>
                    <a:pt x="0" y="1"/>
                  </a:moveTo>
                  <a:lnTo>
                    <a:pt x="46" y="868"/>
                  </a:lnTo>
                  <a:cubicBezTo>
                    <a:pt x="936" y="1165"/>
                    <a:pt x="1963" y="2078"/>
                    <a:pt x="2214" y="2991"/>
                  </a:cubicBezTo>
                  <a:cubicBezTo>
                    <a:pt x="2443" y="3767"/>
                    <a:pt x="2192" y="4749"/>
                    <a:pt x="1210" y="4749"/>
                  </a:cubicBezTo>
                  <a:cubicBezTo>
                    <a:pt x="1210" y="4749"/>
                    <a:pt x="2808" y="8081"/>
                    <a:pt x="5684" y="8469"/>
                  </a:cubicBezTo>
                  <a:lnTo>
                    <a:pt x="6369" y="8492"/>
                  </a:lnTo>
                  <a:cubicBezTo>
                    <a:pt x="6454" y="8497"/>
                    <a:pt x="6538" y="8500"/>
                    <a:pt x="6621" y="8500"/>
                  </a:cubicBezTo>
                  <a:cubicBezTo>
                    <a:pt x="9819" y="8500"/>
                    <a:pt x="11618" y="4749"/>
                    <a:pt x="11618" y="4749"/>
                  </a:cubicBezTo>
                  <a:cubicBezTo>
                    <a:pt x="10637" y="4749"/>
                    <a:pt x="10386" y="3767"/>
                    <a:pt x="10614" y="2991"/>
                  </a:cubicBezTo>
                  <a:cubicBezTo>
                    <a:pt x="10865" y="2078"/>
                    <a:pt x="11892" y="1165"/>
                    <a:pt x="12760" y="868"/>
                  </a:cubicBezTo>
                  <a:lnTo>
                    <a:pt x="12828" y="1"/>
                  </a:lnTo>
                  <a:lnTo>
                    <a:pt x="12828" y="1"/>
                  </a:lnTo>
                  <a:cubicBezTo>
                    <a:pt x="12258" y="389"/>
                    <a:pt x="11664" y="708"/>
                    <a:pt x="11116" y="1119"/>
                  </a:cubicBezTo>
                  <a:cubicBezTo>
                    <a:pt x="10585" y="1487"/>
                    <a:pt x="10072" y="1818"/>
                    <a:pt x="9414" y="1818"/>
                  </a:cubicBezTo>
                  <a:cubicBezTo>
                    <a:pt x="9337" y="1818"/>
                    <a:pt x="9258" y="1814"/>
                    <a:pt x="9176" y="1804"/>
                  </a:cubicBezTo>
                  <a:cubicBezTo>
                    <a:pt x="8323" y="1717"/>
                    <a:pt x="7595" y="1231"/>
                    <a:pt x="6712" y="1231"/>
                  </a:cubicBezTo>
                  <a:cubicBezTo>
                    <a:pt x="6674" y="1231"/>
                    <a:pt x="6636" y="1232"/>
                    <a:pt x="6597" y="1233"/>
                  </a:cubicBezTo>
                  <a:lnTo>
                    <a:pt x="6232" y="1233"/>
                  </a:lnTo>
                  <a:cubicBezTo>
                    <a:pt x="6193" y="1232"/>
                    <a:pt x="6154" y="1231"/>
                    <a:pt x="6116" y="1231"/>
                  </a:cubicBezTo>
                  <a:cubicBezTo>
                    <a:pt x="5231" y="1231"/>
                    <a:pt x="4484" y="1717"/>
                    <a:pt x="3652" y="1804"/>
                  </a:cubicBezTo>
                  <a:cubicBezTo>
                    <a:pt x="3571" y="1814"/>
                    <a:pt x="3492" y="1818"/>
                    <a:pt x="3415" y="1818"/>
                  </a:cubicBezTo>
                  <a:cubicBezTo>
                    <a:pt x="2756" y="1818"/>
                    <a:pt x="2243" y="1487"/>
                    <a:pt x="1712" y="1119"/>
                  </a:cubicBezTo>
                  <a:cubicBezTo>
                    <a:pt x="1142" y="708"/>
                    <a:pt x="571" y="389"/>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90;p25">
              <a:extLst>
                <a:ext uri="{FF2B5EF4-FFF2-40B4-BE49-F238E27FC236}">
                  <a16:creationId xmlns:a16="http://schemas.microsoft.com/office/drawing/2014/main" id="{B9F95112-C84A-440C-AD4C-B1E5182D889D}"/>
                </a:ext>
              </a:extLst>
            </p:cNvPr>
            <p:cNvSpPr/>
            <p:nvPr/>
          </p:nvSpPr>
          <p:spPr>
            <a:xfrm>
              <a:off x="2931629" y="1815826"/>
              <a:ext cx="159033" cy="20179"/>
            </a:xfrm>
            <a:custGeom>
              <a:avLst/>
              <a:gdLst/>
              <a:ahLst/>
              <a:cxnLst/>
              <a:rect l="l" t="t" r="r" b="b"/>
              <a:pathLst>
                <a:path w="4902" h="622" extrusionOk="0">
                  <a:moveTo>
                    <a:pt x="80" y="0"/>
                  </a:moveTo>
                  <a:cubicBezTo>
                    <a:pt x="37" y="0"/>
                    <a:pt x="19" y="34"/>
                    <a:pt x="0" y="52"/>
                  </a:cubicBezTo>
                  <a:cubicBezTo>
                    <a:pt x="0" y="98"/>
                    <a:pt x="0" y="143"/>
                    <a:pt x="69" y="166"/>
                  </a:cubicBezTo>
                  <a:cubicBezTo>
                    <a:pt x="849" y="466"/>
                    <a:pt x="1698" y="621"/>
                    <a:pt x="2550" y="621"/>
                  </a:cubicBezTo>
                  <a:cubicBezTo>
                    <a:pt x="3319" y="621"/>
                    <a:pt x="4091" y="495"/>
                    <a:pt x="4817" y="235"/>
                  </a:cubicBezTo>
                  <a:cubicBezTo>
                    <a:pt x="4902" y="213"/>
                    <a:pt x="4888" y="73"/>
                    <a:pt x="4792" y="73"/>
                  </a:cubicBezTo>
                  <a:cubicBezTo>
                    <a:pt x="4786" y="73"/>
                    <a:pt x="4779" y="73"/>
                    <a:pt x="4771" y="75"/>
                  </a:cubicBezTo>
                  <a:cubicBezTo>
                    <a:pt x="4050" y="213"/>
                    <a:pt x="3330" y="282"/>
                    <a:pt x="2609" y="282"/>
                  </a:cubicBezTo>
                  <a:cubicBezTo>
                    <a:pt x="1778" y="282"/>
                    <a:pt x="946" y="190"/>
                    <a:pt x="115" y="7"/>
                  </a:cubicBezTo>
                  <a:cubicBezTo>
                    <a:pt x="102" y="2"/>
                    <a:pt x="90" y="0"/>
                    <a:pt x="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91;p25">
              <a:extLst>
                <a:ext uri="{FF2B5EF4-FFF2-40B4-BE49-F238E27FC236}">
                  <a16:creationId xmlns:a16="http://schemas.microsoft.com/office/drawing/2014/main" id="{86CC8401-0DF4-464F-A7E1-D14893BD34CF}"/>
                </a:ext>
              </a:extLst>
            </p:cNvPr>
            <p:cNvSpPr/>
            <p:nvPr/>
          </p:nvSpPr>
          <p:spPr>
            <a:xfrm>
              <a:off x="2931629" y="1866079"/>
              <a:ext cx="159001" cy="19985"/>
            </a:xfrm>
            <a:custGeom>
              <a:avLst/>
              <a:gdLst/>
              <a:ahLst/>
              <a:cxnLst/>
              <a:rect l="l" t="t" r="r" b="b"/>
              <a:pathLst>
                <a:path w="4901" h="616" extrusionOk="0">
                  <a:moveTo>
                    <a:pt x="69" y="1"/>
                  </a:moveTo>
                  <a:cubicBezTo>
                    <a:pt x="34" y="1"/>
                    <a:pt x="17" y="22"/>
                    <a:pt x="0" y="55"/>
                  </a:cubicBezTo>
                  <a:cubicBezTo>
                    <a:pt x="0" y="101"/>
                    <a:pt x="0" y="147"/>
                    <a:pt x="69" y="169"/>
                  </a:cubicBezTo>
                  <a:cubicBezTo>
                    <a:pt x="842" y="467"/>
                    <a:pt x="1683" y="615"/>
                    <a:pt x="2527" y="615"/>
                  </a:cubicBezTo>
                  <a:cubicBezTo>
                    <a:pt x="3304" y="615"/>
                    <a:pt x="4084" y="489"/>
                    <a:pt x="4817" y="238"/>
                  </a:cubicBezTo>
                  <a:cubicBezTo>
                    <a:pt x="4901" y="196"/>
                    <a:pt x="4888" y="76"/>
                    <a:pt x="4795" y="76"/>
                  </a:cubicBezTo>
                  <a:cubicBezTo>
                    <a:pt x="4788" y="76"/>
                    <a:pt x="4780" y="76"/>
                    <a:pt x="4771" y="78"/>
                  </a:cubicBezTo>
                  <a:cubicBezTo>
                    <a:pt x="4055" y="205"/>
                    <a:pt x="3338" y="268"/>
                    <a:pt x="2622" y="268"/>
                  </a:cubicBezTo>
                  <a:cubicBezTo>
                    <a:pt x="1786" y="268"/>
                    <a:pt x="950" y="182"/>
                    <a:pt x="115" y="10"/>
                  </a:cubicBezTo>
                  <a:cubicBezTo>
                    <a:pt x="96" y="4"/>
                    <a:pt x="81" y="1"/>
                    <a:pt x="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192;p25">
              <a:extLst>
                <a:ext uri="{FF2B5EF4-FFF2-40B4-BE49-F238E27FC236}">
                  <a16:creationId xmlns:a16="http://schemas.microsoft.com/office/drawing/2014/main" id="{E3391A21-F3E7-4EC8-97FE-FCEE6F48B3B1}"/>
                </a:ext>
              </a:extLst>
            </p:cNvPr>
            <p:cNvSpPr/>
            <p:nvPr/>
          </p:nvSpPr>
          <p:spPr>
            <a:xfrm>
              <a:off x="2670240" y="1325425"/>
              <a:ext cx="684245" cy="904237"/>
            </a:xfrm>
            <a:custGeom>
              <a:avLst/>
              <a:gdLst/>
              <a:ahLst/>
              <a:cxnLst/>
              <a:rect l="l" t="t" r="r" b="b"/>
              <a:pathLst>
                <a:path w="21091" h="27872" extrusionOk="0">
                  <a:moveTo>
                    <a:pt x="10509" y="2249"/>
                  </a:moveTo>
                  <a:cubicBezTo>
                    <a:pt x="10829" y="2249"/>
                    <a:pt x="11147" y="2265"/>
                    <a:pt x="11458" y="2295"/>
                  </a:cubicBezTo>
                  <a:cubicBezTo>
                    <a:pt x="12759" y="2409"/>
                    <a:pt x="14015" y="2843"/>
                    <a:pt x="15042" y="3596"/>
                  </a:cubicBezTo>
                  <a:cubicBezTo>
                    <a:pt x="16160" y="4463"/>
                    <a:pt x="17028" y="5604"/>
                    <a:pt x="17416" y="6997"/>
                  </a:cubicBezTo>
                  <a:cubicBezTo>
                    <a:pt x="17804" y="8435"/>
                    <a:pt x="17713" y="9941"/>
                    <a:pt x="17461" y="11379"/>
                  </a:cubicBezTo>
                  <a:cubicBezTo>
                    <a:pt x="16183" y="10740"/>
                    <a:pt x="14996" y="9850"/>
                    <a:pt x="14083" y="8709"/>
                  </a:cubicBezTo>
                  <a:cubicBezTo>
                    <a:pt x="13604" y="8138"/>
                    <a:pt x="13216" y="7453"/>
                    <a:pt x="12965" y="6746"/>
                  </a:cubicBezTo>
                  <a:cubicBezTo>
                    <a:pt x="12759" y="6221"/>
                    <a:pt x="12668" y="5696"/>
                    <a:pt x="12600" y="5125"/>
                  </a:cubicBezTo>
                  <a:cubicBezTo>
                    <a:pt x="12600" y="5069"/>
                    <a:pt x="12556" y="5030"/>
                    <a:pt x="12507" y="5030"/>
                  </a:cubicBezTo>
                  <a:cubicBezTo>
                    <a:pt x="12476" y="5030"/>
                    <a:pt x="12443" y="5045"/>
                    <a:pt x="12417" y="5079"/>
                  </a:cubicBezTo>
                  <a:cubicBezTo>
                    <a:pt x="10956" y="7613"/>
                    <a:pt x="8834" y="9850"/>
                    <a:pt x="6072" y="10923"/>
                  </a:cubicBezTo>
                  <a:cubicBezTo>
                    <a:pt x="5273" y="11242"/>
                    <a:pt x="4428" y="11379"/>
                    <a:pt x="3561" y="11448"/>
                  </a:cubicBezTo>
                  <a:cubicBezTo>
                    <a:pt x="3470" y="10854"/>
                    <a:pt x="3424" y="10261"/>
                    <a:pt x="3401" y="9667"/>
                  </a:cubicBezTo>
                  <a:cubicBezTo>
                    <a:pt x="3401" y="9028"/>
                    <a:pt x="3401" y="8366"/>
                    <a:pt x="3492" y="7727"/>
                  </a:cubicBezTo>
                  <a:cubicBezTo>
                    <a:pt x="3675" y="6609"/>
                    <a:pt x="4177" y="5445"/>
                    <a:pt x="4953" y="4600"/>
                  </a:cubicBezTo>
                  <a:cubicBezTo>
                    <a:pt x="5706" y="3733"/>
                    <a:pt x="6756" y="3048"/>
                    <a:pt x="7852" y="2660"/>
                  </a:cubicBezTo>
                  <a:cubicBezTo>
                    <a:pt x="8694" y="2374"/>
                    <a:pt x="9610" y="2249"/>
                    <a:pt x="10509" y="2249"/>
                  </a:cubicBezTo>
                  <a:close/>
                  <a:moveTo>
                    <a:pt x="3808" y="12665"/>
                  </a:moveTo>
                  <a:cubicBezTo>
                    <a:pt x="3916" y="12665"/>
                    <a:pt x="4029" y="12724"/>
                    <a:pt x="4109" y="12772"/>
                  </a:cubicBezTo>
                  <a:lnTo>
                    <a:pt x="4132" y="12772"/>
                  </a:lnTo>
                  <a:cubicBezTo>
                    <a:pt x="4314" y="13913"/>
                    <a:pt x="4611" y="15031"/>
                    <a:pt x="5067" y="16104"/>
                  </a:cubicBezTo>
                  <a:cubicBezTo>
                    <a:pt x="4816" y="16013"/>
                    <a:pt x="4611" y="15807"/>
                    <a:pt x="4451" y="15625"/>
                  </a:cubicBezTo>
                  <a:cubicBezTo>
                    <a:pt x="4223" y="15328"/>
                    <a:pt x="4040" y="14986"/>
                    <a:pt x="3880" y="14620"/>
                  </a:cubicBezTo>
                  <a:cubicBezTo>
                    <a:pt x="3721" y="14301"/>
                    <a:pt x="3584" y="13936"/>
                    <a:pt x="3538" y="13570"/>
                  </a:cubicBezTo>
                  <a:cubicBezTo>
                    <a:pt x="3515" y="13365"/>
                    <a:pt x="3515" y="13137"/>
                    <a:pt x="3561" y="12931"/>
                  </a:cubicBezTo>
                  <a:cubicBezTo>
                    <a:pt x="3584" y="12863"/>
                    <a:pt x="3607" y="12772"/>
                    <a:pt x="3675" y="12703"/>
                  </a:cubicBezTo>
                  <a:cubicBezTo>
                    <a:pt x="3716" y="12676"/>
                    <a:pt x="3762" y="12665"/>
                    <a:pt x="3808" y="12665"/>
                  </a:cubicBezTo>
                  <a:close/>
                  <a:moveTo>
                    <a:pt x="17324" y="12675"/>
                  </a:moveTo>
                  <a:cubicBezTo>
                    <a:pt x="17366" y="12675"/>
                    <a:pt x="17405" y="12683"/>
                    <a:pt x="17439" y="12703"/>
                  </a:cubicBezTo>
                  <a:cubicBezTo>
                    <a:pt x="17507" y="12726"/>
                    <a:pt x="17530" y="12840"/>
                    <a:pt x="17553" y="12908"/>
                  </a:cubicBezTo>
                  <a:cubicBezTo>
                    <a:pt x="17621" y="13114"/>
                    <a:pt x="17621" y="13342"/>
                    <a:pt x="17598" y="13548"/>
                  </a:cubicBezTo>
                  <a:cubicBezTo>
                    <a:pt x="17553" y="13913"/>
                    <a:pt x="17416" y="14278"/>
                    <a:pt x="17256" y="14620"/>
                  </a:cubicBezTo>
                  <a:cubicBezTo>
                    <a:pt x="17119" y="14963"/>
                    <a:pt x="16914" y="15305"/>
                    <a:pt x="16685" y="15602"/>
                  </a:cubicBezTo>
                  <a:cubicBezTo>
                    <a:pt x="16526" y="15807"/>
                    <a:pt x="16275" y="16058"/>
                    <a:pt x="16001" y="16127"/>
                  </a:cubicBezTo>
                  <a:cubicBezTo>
                    <a:pt x="16160" y="15739"/>
                    <a:pt x="16320" y="15374"/>
                    <a:pt x="16434" y="14963"/>
                  </a:cubicBezTo>
                  <a:cubicBezTo>
                    <a:pt x="16685" y="14255"/>
                    <a:pt x="16845" y="13502"/>
                    <a:pt x="16959" y="12772"/>
                  </a:cubicBezTo>
                  <a:lnTo>
                    <a:pt x="17028" y="12772"/>
                  </a:lnTo>
                  <a:cubicBezTo>
                    <a:pt x="17109" y="12723"/>
                    <a:pt x="17223" y="12675"/>
                    <a:pt x="17324" y="12675"/>
                  </a:cubicBezTo>
                  <a:close/>
                  <a:moveTo>
                    <a:pt x="12326" y="6061"/>
                  </a:moveTo>
                  <a:cubicBezTo>
                    <a:pt x="12919" y="8458"/>
                    <a:pt x="14814" y="10306"/>
                    <a:pt x="16959" y="11448"/>
                  </a:cubicBezTo>
                  <a:cubicBezTo>
                    <a:pt x="16914" y="11744"/>
                    <a:pt x="16868" y="12064"/>
                    <a:pt x="16800" y="12383"/>
                  </a:cubicBezTo>
                  <a:cubicBezTo>
                    <a:pt x="16777" y="12406"/>
                    <a:pt x="16777" y="12429"/>
                    <a:pt x="16777" y="12475"/>
                  </a:cubicBezTo>
                  <a:cubicBezTo>
                    <a:pt x="16548" y="13639"/>
                    <a:pt x="16229" y="14780"/>
                    <a:pt x="15704" y="15876"/>
                  </a:cubicBezTo>
                  <a:cubicBezTo>
                    <a:pt x="15225" y="16880"/>
                    <a:pt x="14608" y="17907"/>
                    <a:pt x="13718" y="18638"/>
                  </a:cubicBezTo>
                  <a:cubicBezTo>
                    <a:pt x="12792" y="19421"/>
                    <a:pt x="11616" y="19927"/>
                    <a:pt x="10406" y="19927"/>
                  </a:cubicBezTo>
                  <a:cubicBezTo>
                    <a:pt x="10065" y="19927"/>
                    <a:pt x="9722" y="19887"/>
                    <a:pt x="9381" y="19802"/>
                  </a:cubicBezTo>
                  <a:cubicBezTo>
                    <a:pt x="7852" y="19414"/>
                    <a:pt x="6688" y="18227"/>
                    <a:pt x="5889" y="16903"/>
                  </a:cubicBezTo>
                  <a:cubicBezTo>
                    <a:pt x="5090" y="15556"/>
                    <a:pt x="4634" y="14050"/>
                    <a:pt x="4337" y="12520"/>
                  </a:cubicBezTo>
                  <a:cubicBezTo>
                    <a:pt x="4337" y="12498"/>
                    <a:pt x="4337" y="12498"/>
                    <a:pt x="4360" y="12475"/>
                  </a:cubicBezTo>
                  <a:cubicBezTo>
                    <a:pt x="4360" y="12429"/>
                    <a:pt x="4360" y="12383"/>
                    <a:pt x="4314" y="12361"/>
                  </a:cubicBezTo>
                  <a:cubicBezTo>
                    <a:pt x="4314" y="12361"/>
                    <a:pt x="4314" y="12338"/>
                    <a:pt x="4291" y="12338"/>
                  </a:cubicBezTo>
                  <a:cubicBezTo>
                    <a:pt x="4268" y="12178"/>
                    <a:pt x="4246" y="11995"/>
                    <a:pt x="4200" y="11813"/>
                  </a:cubicBezTo>
                  <a:cubicBezTo>
                    <a:pt x="4588" y="11767"/>
                    <a:pt x="4976" y="11722"/>
                    <a:pt x="5364" y="11630"/>
                  </a:cubicBezTo>
                  <a:cubicBezTo>
                    <a:pt x="6117" y="11425"/>
                    <a:pt x="6825" y="11128"/>
                    <a:pt x="7510" y="10763"/>
                  </a:cubicBezTo>
                  <a:cubicBezTo>
                    <a:pt x="8879" y="10010"/>
                    <a:pt x="10089" y="8937"/>
                    <a:pt x="11093" y="7750"/>
                  </a:cubicBezTo>
                  <a:cubicBezTo>
                    <a:pt x="11527" y="7225"/>
                    <a:pt x="11961" y="6654"/>
                    <a:pt x="12326" y="6061"/>
                  </a:cubicBezTo>
                  <a:close/>
                  <a:moveTo>
                    <a:pt x="13707" y="309"/>
                  </a:moveTo>
                  <a:cubicBezTo>
                    <a:pt x="14100" y="309"/>
                    <a:pt x="14494" y="366"/>
                    <a:pt x="14859" y="469"/>
                  </a:cubicBezTo>
                  <a:cubicBezTo>
                    <a:pt x="15613" y="674"/>
                    <a:pt x="16297" y="1085"/>
                    <a:pt x="16868" y="1633"/>
                  </a:cubicBezTo>
                  <a:cubicBezTo>
                    <a:pt x="17439" y="2226"/>
                    <a:pt x="17804" y="2934"/>
                    <a:pt x="18055" y="3710"/>
                  </a:cubicBezTo>
                  <a:cubicBezTo>
                    <a:pt x="19173" y="6997"/>
                    <a:pt x="18443" y="10489"/>
                    <a:pt x="18899" y="13867"/>
                  </a:cubicBezTo>
                  <a:cubicBezTo>
                    <a:pt x="19105" y="15488"/>
                    <a:pt x="19607" y="17085"/>
                    <a:pt x="20589" y="18387"/>
                  </a:cubicBezTo>
                  <a:cubicBezTo>
                    <a:pt x="19220" y="19520"/>
                    <a:pt x="17449" y="20102"/>
                    <a:pt x="15693" y="20102"/>
                  </a:cubicBezTo>
                  <a:cubicBezTo>
                    <a:pt x="15399" y="20102"/>
                    <a:pt x="15105" y="20086"/>
                    <a:pt x="14814" y="20053"/>
                  </a:cubicBezTo>
                  <a:cubicBezTo>
                    <a:pt x="14745" y="19482"/>
                    <a:pt x="14700" y="18912"/>
                    <a:pt x="14631" y="18341"/>
                  </a:cubicBezTo>
                  <a:cubicBezTo>
                    <a:pt x="15110" y="17793"/>
                    <a:pt x="15499" y="17177"/>
                    <a:pt x="15818" y="16538"/>
                  </a:cubicBezTo>
                  <a:cubicBezTo>
                    <a:pt x="15818" y="16583"/>
                    <a:pt x="15841" y="16606"/>
                    <a:pt x="15887" y="16606"/>
                  </a:cubicBezTo>
                  <a:cubicBezTo>
                    <a:pt x="16708" y="16561"/>
                    <a:pt x="17256" y="15693"/>
                    <a:pt x="17576" y="15031"/>
                  </a:cubicBezTo>
                  <a:cubicBezTo>
                    <a:pt x="17918" y="14346"/>
                    <a:pt x="18260" y="13433"/>
                    <a:pt x="17964" y="12657"/>
                  </a:cubicBezTo>
                  <a:cubicBezTo>
                    <a:pt x="17845" y="12353"/>
                    <a:pt x="17602" y="12224"/>
                    <a:pt x="17335" y="12224"/>
                  </a:cubicBezTo>
                  <a:cubicBezTo>
                    <a:pt x="17241" y="12224"/>
                    <a:pt x="17145" y="12240"/>
                    <a:pt x="17051" y="12269"/>
                  </a:cubicBezTo>
                  <a:cubicBezTo>
                    <a:pt x="17073" y="12018"/>
                    <a:pt x="17096" y="11790"/>
                    <a:pt x="17142" y="11539"/>
                  </a:cubicBezTo>
                  <a:cubicBezTo>
                    <a:pt x="17279" y="11607"/>
                    <a:pt x="17416" y="11676"/>
                    <a:pt x="17553" y="11744"/>
                  </a:cubicBezTo>
                  <a:cubicBezTo>
                    <a:pt x="17571" y="11750"/>
                    <a:pt x="17589" y="11753"/>
                    <a:pt x="17607" y="11753"/>
                  </a:cubicBezTo>
                  <a:cubicBezTo>
                    <a:pt x="17653" y="11753"/>
                    <a:pt x="17690" y="11732"/>
                    <a:pt x="17690" y="11699"/>
                  </a:cubicBezTo>
                  <a:cubicBezTo>
                    <a:pt x="17941" y="10124"/>
                    <a:pt x="18055" y="8503"/>
                    <a:pt x="17621" y="6974"/>
                  </a:cubicBezTo>
                  <a:cubicBezTo>
                    <a:pt x="17233" y="5559"/>
                    <a:pt x="16389" y="4417"/>
                    <a:pt x="15247" y="3527"/>
                  </a:cubicBezTo>
                  <a:cubicBezTo>
                    <a:pt x="15225" y="3504"/>
                    <a:pt x="15202" y="3482"/>
                    <a:pt x="15179" y="3459"/>
                  </a:cubicBezTo>
                  <a:cubicBezTo>
                    <a:pt x="15156" y="3436"/>
                    <a:pt x="15156" y="3436"/>
                    <a:pt x="15156" y="3436"/>
                  </a:cubicBezTo>
                  <a:cubicBezTo>
                    <a:pt x="14175" y="2706"/>
                    <a:pt x="13011" y="2295"/>
                    <a:pt x="11801" y="2112"/>
                  </a:cubicBezTo>
                  <a:cubicBezTo>
                    <a:pt x="11458" y="2066"/>
                    <a:pt x="11093" y="2044"/>
                    <a:pt x="10751" y="2044"/>
                  </a:cubicBezTo>
                  <a:cubicBezTo>
                    <a:pt x="10751" y="2021"/>
                    <a:pt x="10774" y="2021"/>
                    <a:pt x="10774" y="1998"/>
                  </a:cubicBezTo>
                  <a:cubicBezTo>
                    <a:pt x="11207" y="1336"/>
                    <a:pt x="11778" y="743"/>
                    <a:pt x="12554" y="492"/>
                  </a:cubicBezTo>
                  <a:cubicBezTo>
                    <a:pt x="12919" y="366"/>
                    <a:pt x="13313" y="309"/>
                    <a:pt x="13707" y="309"/>
                  </a:cubicBezTo>
                  <a:close/>
                  <a:moveTo>
                    <a:pt x="12212" y="20053"/>
                  </a:moveTo>
                  <a:cubicBezTo>
                    <a:pt x="12303" y="20692"/>
                    <a:pt x="12463" y="21354"/>
                    <a:pt x="12874" y="21879"/>
                  </a:cubicBezTo>
                  <a:cubicBezTo>
                    <a:pt x="13330" y="22449"/>
                    <a:pt x="13946" y="22723"/>
                    <a:pt x="14631" y="22883"/>
                  </a:cubicBezTo>
                  <a:cubicBezTo>
                    <a:pt x="16160" y="23248"/>
                    <a:pt x="17827" y="23157"/>
                    <a:pt x="19242" y="23933"/>
                  </a:cubicBezTo>
                  <a:cubicBezTo>
                    <a:pt x="19904" y="24298"/>
                    <a:pt x="20429" y="24892"/>
                    <a:pt x="20748" y="25576"/>
                  </a:cubicBezTo>
                  <a:cubicBezTo>
                    <a:pt x="17418" y="26775"/>
                    <a:pt x="13877" y="27446"/>
                    <a:pt x="10342" y="27446"/>
                  </a:cubicBezTo>
                  <a:cubicBezTo>
                    <a:pt x="8426" y="27446"/>
                    <a:pt x="6511" y="27249"/>
                    <a:pt x="4634" y="26832"/>
                  </a:cubicBezTo>
                  <a:cubicBezTo>
                    <a:pt x="3219" y="26512"/>
                    <a:pt x="1849" y="26101"/>
                    <a:pt x="548" y="25508"/>
                  </a:cubicBezTo>
                  <a:cubicBezTo>
                    <a:pt x="845" y="24869"/>
                    <a:pt x="1278" y="24321"/>
                    <a:pt x="1917" y="23956"/>
                  </a:cubicBezTo>
                  <a:cubicBezTo>
                    <a:pt x="2579" y="23545"/>
                    <a:pt x="3355" y="23362"/>
                    <a:pt x="4109" y="23225"/>
                  </a:cubicBezTo>
                  <a:cubicBezTo>
                    <a:pt x="5410" y="22997"/>
                    <a:pt x="7099" y="23043"/>
                    <a:pt x="8080" y="22016"/>
                  </a:cubicBezTo>
                  <a:cubicBezTo>
                    <a:pt x="8560" y="21491"/>
                    <a:pt x="8765" y="20806"/>
                    <a:pt x="8902" y="20121"/>
                  </a:cubicBezTo>
                  <a:cubicBezTo>
                    <a:pt x="8948" y="20144"/>
                    <a:pt x="8993" y="20167"/>
                    <a:pt x="9016" y="20167"/>
                  </a:cubicBezTo>
                  <a:cubicBezTo>
                    <a:pt x="9486" y="20317"/>
                    <a:pt x="9960" y="20388"/>
                    <a:pt x="10431" y="20388"/>
                  </a:cubicBezTo>
                  <a:cubicBezTo>
                    <a:pt x="11036" y="20388"/>
                    <a:pt x="11634" y="20271"/>
                    <a:pt x="12212" y="20053"/>
                  </a:cubicBezTo>
                  <a:close/>
                  <a:moveTo>
                    <a:pt x="13795" y="0"/>
                  </a:moveTo>
                  <a:cubicBezTo>
                    <a:pt x="13344" y="0"/>
                    <a:pt x="12891" y="74"/>
                    <a:pt x="12463" y="240"/>
                  </a:cubicBezTo>
                  <a:cubicBezTo>
                    <a:pt x="11641" y="537"/>
                    <a:pt x="11070" y="1176"/>
                    <a:pt x="10614" y="1907"/>
                  </a:cubicBezTo>
                  <a:cubicBezTo>
                    <a:pt x="10591" y="1975"/>
                    <a:pt x="10614" y="2021"/>
                    <a:pt x="10637" y="2044"/>
                  </a:cubicBezTo>
                  <a:cubicBezTo>
                    <a:pt x="10559" y="2042"/>
                    <a:pt x="10482" y="2041"/>
                    <a:pt x="10404" y="2041"/>
                  </a:cubicBezTo>
                  <a:cubicBezTo>
                    <a:pt x="9543" y="2041"/>
                    <a:pt x="8669" y="2158"/>
                    <a:pt x="7852" y="2409"/>
                  </a:cubicBezTo>
                  <a:cubicBezTo>
                    <a:pt x="6711" y="2751"/>
                    <a:pt x="5592" y="3436"/>
                    <a:pt x="4771" y="4326"/>
                  </a:cubicBezTo>
                  <a:cubicBezTo>
                    <a:pt x="3926" y="5216"/>
                    <a:pt x="3355" y="6426"/>
                    <a:pt x="3127" y="7636"/>
                  </a:cubicBezTo>
                  <a:cubicBezTo>
                    <a:pt x="2899" y="8983"/>
                    <a:pt x="2922" y="10466"/>
                    <a:pt x="3196" y="11836"/>
                  </a:cubicBezTo>
                  <a:cubicBezTo>
                    <a:pt x="3219" y="11881"/>
                    <a:pt x="3241" y="11904"/>
                    <a:pt x="3287" y="11904"/>
                  </a:cubicBezTo>
                  <a:cubicBezTo>
                    <a:pt x="3538" y="11881"/>
                    <a:pt x="3766" y="11858"/>
                    <a:pt x="4017" y="11836"/>
                  </a:cubicBezTo>
                  <a:cubicBezTo>
                    <a:pt x="4040" y="11973"/>
                    <a:pt x="4040" y="12132"/>
                    <a:pt x="4063" y="12269"/>
                  </a:cubicBezTo>
                  <a:cubicBezTo>
                    <a:pt x="3970" y="12243"/>
                    <a:pt x="3877" y="12228"/>
                    <a:pt x="3787" y="12228"/>
                  </a:cubicBezTo>
                  <a:cubicBezTo>
                    <a:pt x="3567" y="12228"/>
                    <a:pt x="3364" y="12317"/>
                    <a:pt x="3219" y="12543"/>
                  </a:cubicBezTo>
                  <a:cubicBezTo>
                    <a:pt x="3013" y="12908"/>
                    <a:pt x="3036" y="13388"/>
                    <a:pt x="3104" y="13776"/>
                  </a:cubicBezTo>
                  <a:cubicBezTo>
                    <a:pt x="3241" y="14575"/>
                    <a:pt x="3652" y="15396"/>
                    <a:pt x="4177" y="15990"/>
                  </a:cubicBezTo>
                  <a:cubicBezTo>
                    <a:pt x="4451" y="16309"/>
                    <a:pt x="4793" y="16583"/>
                    <a:pt x="5227" y="16606"/>
                  </a:cubicBezTo>
                  <a:cubicBezTo>
                    <a:pt x="5250" y="16606"/>
                    <a:pt x="5273" y="16606"/>
                    <a:pt x="5296" y="16583"/>
                  </a:cubicBezTo>
                  <a:cubicBezTo>
                    <a:pt x="5318" y="16652"/>
                    <a:pt x="5341" y="16697"/>
                    <a:pt x="5364" y="16743"/>
                  </a:cubicBezTo>
                  <a:cubicBezTo>
                    <a:pt x="6094" y="18181"/>
                    <a:pt x="7213" y="19459"/>
                    <a:pt x="8719" y="20053"/>
                  </a:cubicBezTo>
                  <a:cubicBezTo>
                    <a:pt x="8560" y="20738"/>
                    <a:pt x="8331" y="21445"/>
                    <a:pt x="7806" y="21902"/>
                  </a:cubicBezTo>
                  <a:cubicBezTo>
                    <a:pt x="7190" y="22449"/>
                    <a:pt x="6254" y="22564"/>
                    <a:pt x="5478" y="22678"/>
                  </a:cubicBezTo>
                  <a:cubicBezTo>
                    <a:pt x="4017" y="22860"/>
                    <a:pt x="2420" y="22952"/>
                    <a:pt x="1210" y="23910"/>
                  </a:cubicBezTo>
                  <a:cubicBezTo>
                    <a:pt x="639" y="24367"/>
                    <a:pt x="274" y="24983"/>
                    <a:pt x="23" y="25668"/>
                  </a:cubicBezTo>
                  <a:cubicBezTo>
                    <a:pt x="0" y="25691"/>
                    <a:pt x="23" y="25736"/>
                    <a:pt x="46" y="25759"/>
                  </a:cubicBezTo>
                  <a:cubicBezTo>
                    <a:pt x="2465" y="26923"/>
                    <a:pt x="5113" y="27539"/>
                    <a:pt x="7761" y="27768"/>
                  </a:cubicBezTo>
                  <a:cubicBezTo>
                    <a:pt x="8552" y="27837"/>
                    <a:pt x="9346" y="27871"/>
                    <a:pt x="10140" y="27871"/>
                  </a:cubicBezTo>
                  <a:cubicBezTo>
                    <a:pt x="12235" y="27871"/>
                    <a:pt x="14330" y="27631"/>
                    <a:pt x="16366" y="27151"/>
                  </a:cubicBezTo>
                  <a:cubicBezTo>
                    <a:pt x="17918" y="26786"/>
                    <a:pt x="19424" y="26307"/>
                    <a:pt x="20908" y="25713"/>
                  </a:cubicBezTo>
                  <a:cubicBezTo>
                    <a:pt x="20908" y="25691"/>
                    <a:pt x="20908" y="25691"/>
                    <a:pt x="20908" y="25691"/>
                  </a:cubicBezTo>
                  <a:cubicBezTo>
                    <a:pt x="20954" y="25691"/>
                    <a:pt x="20977" y="25645"/>
                    <a:pt x="20954" y="25599"/>
                  </a:cubicBezTo>
                  <a:cubicBezTo>
                    <a:pt x="20748" y="24937"/>
                    <a:pt x="20383" y="24344"/>
                    <a:pt x="19858" y="23910"/>
                  </a:cubicBezTo>
                  <a:cubicBezTo>
                    <a:pt x="19310" y="23477"/>
                    <a:pt x="18671" y="23180"/>
                    <a:pt x="17986" y="22997"/>
                  </a:cubicBezTo>
                  <a:cubicBezTo>
                    <a:pt x="17279" y="22815"/>
                    <a:pt x="16526" y="22723"/>
                    <a:pt x="15795" y="22632"/>
                  </a:cubicBezTo>
                  <a:cubicBezTo>
                    <a:pt x="15042" y="22541"/>
                    <a:pt x="14197" y="22449"/>
                    <a:pt x="13581" y="22016"/>
                  </a:cubicBezTo>
                  <a:cubicBezTo>
                    <a:pt x="12874" y="21559"/>
                    <a:pt x="12623" y="20738"/>
                    <a:pt x="12394" y="19984"/>
                  </a:cubicBezTo>
                  <a:cubicBezTo>
                    <a:pt x="12874" y="19779"/>
                    <a:pt x="13330" y="19528"/>
                    <a:pt x="13741" y="19208"/>
                  </a:cubicBezTo>
                  <a:cubicBezTo>
                    <a:pt x="13992" y="19003"/>
                    <a:pt x="14243" y="18775"/>
                    <a:pt x="14449" y="18523"/>
                  </a:cubicBezTo>
                  <a:cubicBezTo>
                    <a:pt x="14494" y="19071"/>
                    <a:pt x="14540" y="19642"/>
                    <a:pt x="14586" y="20190"/>
                  </a:cubicBezTo>
                  <a:cubicBezTo>
                    <a:pt x="14586" y="20213"/>
                    <a:pt x="14631" y="20258"/>
                    <a:pt x="14654" y="20281"/>
                  </a:cubicBezTo>
                  <a:cubicBezTo>
                    <a:pt x="15078" y="20350"/>
                    <a:pt x="15507" y="20384"/>
                    <a:pt x="15936" y="20384"/>
                  </a:cubicBezTo>
                  <a:cubicBezTo>
                    <a:pt x="17790" y="20384"/>
                    <a:pt x="19636" y="19747"/>
                    <a:pt x="21045" y="18523"/>
                  </a:cubicBezTo>
                  <a:cubicBezTo>
                    <a:pt x="21068" y="18501"/>
                    <a:pt x="21091" y="18432"/>
                    <a:pt x="21068" y="18409"/>
                  </a:cubicBezTo>
                  <a:cubicBezTo>
                    <a:pt x="18854" y="15488"/>
                    <a:pt x="19265" y="11767"/>
                    <a:pt x="19173" y="8321"/>
                  </a:cubicBezTo>
                  <a:cubicBezTo>
                    <a:pt x="19105" y="5239"/>
                    <a:pt x="18534" y="1153"/>
                    <a:pt x="15019" y="172"/>
                  </a:cubicBezTo>
                  <a:cubicBezTo>
                    <a:pt x="14626" y="63"/>
                    <a:pt x="14211" y="0"/>
                    <a:pt x="137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193;p25">
              <a:extLst>
                <a:ext uri="{FF2B5EF4-FFF2-40B4-BE49-F238E27FC236}">
                  <a16:creationId xmlns:a16="http://schemas.microsoft.com/office/drawing/2014/main" id="{B447332D-B1DE-4FD6-B551-FE88F7E7F363}"/>
                </a:ext>
              </a:extLst>
            </p:cNvPr>
            <p:cNvSpPr/>
            <p:nvPr/>
          </p:nvSpPr>
          <p:spPr>
            <a:xfrm>
              <a:off x="2816361" y="1458537"/>
              <a:ext cx="190827" cy="162083"/>
            </a:xfrm>
            <a:custGeom>
              <a:avLst/>
              <a:gdLst/>
              <a:ahLst/>
              <a:cxnLst/>
              <a:rect l="l" t="t" r="r" b="b"/>
              <a:pathLst>
                <a:path w="5882" h="4996" extrusionOk="0">
                  <a:moveTo>
                    <a:pt x="5776" y="1"/>
                  </a:moveTo>
                  <a:cubicBezTo>
                    <a:pt x="5768" y="1"/>
                    <a:pt x="5756" y="6"/>
                    <a:pt x="5745" y="18"/>
                  </a:cubicBezTo>
                  <a:cubicBezTo>
                    <a:pt x="5722" y="18"/>
                    <a:pt x="5722" y="18"/>
                    <a:pt x="5699" y="41"/>
                  </a:cubicBezTo>
                  <a:cubicBezTo>
                    <a:pt x="5060" y="1113"/>
                    <a:pt x="4284" y="2072"/>
                    <a:pt x="3325" y="2894"/>
                  </a:cubicBezTo>
                  <a:cubicBezTo>
                    <a:pt x="2367" y="3715"/>
                    <a:pt x="1271" y="4332"/>
                    <a:pt x="107" y="4811"/>
                  </a:cubicBezTo>
                  <a:cubicBezTo>
                    <a:pt x="0" y="4854"/>
                    <a:pt x="33" y="4996"/>
                    <a:pt x="131" y="4996"/>
                  </a:cubicBezTo>
                  <a:cubicBezTo>
                    <a:pt x="138" y="4996"/>
                    <a:pt x="145" y="4995"/>
                    <a:pt x="153" y="4994"/>
                  </a:cubicBezTo>
                  <a:cubicBezTo>
                    <a:pt x="2686" y="4469"/>
                    <a:pt x="4946" y="2529"/>
                    <a:pt x="5882" y="109"/>
                  </a:cubicBezTo>
                  <a:cubicBezTo>
                    <a:pt x="5882" y="109"/>
                    <a:pt x="5859" y="86"/>
                    <a:pt x="5859" y="86"/>
                  </a:cubicBezTo>
                  <a:cubicBezTo>
                    <a:pt x="5859" y="86"/>
                    <a:pt x="5882" y="63"/>
                    <a:pt x="5859" y="63"/>
                  </a:cubicBezTo>
                  <a:cubicBezTo>
                    <a:pt x="5859" y="41"/>
                    <a:pt x="5859" y="41"/>
                    <a:pt x="5836" y="18"/>
                  </a:cubicBezTo>
                  <a:lnTo>
                    <a:pt x="5790" y="18"/>
                  </a:lnTo>
                  <a:cubicBezTo>
                    <a:pt x="5790" y="6"/>
                    <a:pt x="5785" y="1"/>
                    <a:pt x="57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194;p25">
              <a:extLst>
                <a:ext uri="{FF2B5EF4-FFF2-40B4-BE49-F238E27FC236}">
                  <a16:creationId xmlns:a16="http://schemas.microsoft.com/office/drawing/2014/main" id="{53526F4B-DE6A-4512-859C-9F6C763E47F2}"/>
                </a:ext>
              </a:extLst>
            </p:cNvPr>
            <p:cNvSpPr/>
            <p:nvPr/>
          </p:nvSpPr>
          <p:spPr>
            <a:xfrm>
              <a:off x="3125635" y="1485756"/>
              <a:ext cx="95965" cy="159585"/>
            </a:xfrm>
            <a:custGeom>
              <a:avLst/>
              <a:gdLst/>
              <a:ahLst/>
              <a:cxnLst/>
              <a:rect l="l" t="t" r="r" b="b"/>
              <a:pathLst>
                <a:path w="2958" h="4919" extrusionOk="0">
                  <a:moveTo>
                    <a:pt x="69" y="0"/>
                  </a:moveTo>
                  <a:cubicBezTo>
                    <a:pt x="46" y="23"/>
                    <a:pt x="46" y="23"/>
                    <a:pt x="24" y="23"/>
                  </a:cubicBezTo>
                  <a:cubicBezTo>
                    <a:pt x="24" y="46"/>
                    <a:pt x="24" y="46"/>
                    <a:pt x="24" y="69"/>
                  </a:cubicBezTo>
                  <a:cubicBezTo>
                    <a:pt x="24" y="69"/>
                    <a:pt x="1" y="69"/>
                    <a:pt x="1" y="92"/>
                  </a:cubicBezTo>
                  <a:cubicBezTo>
                    <a:pt x="69" y="1986"/>
                    <a:pt x="1142" y="3904"/>
                    <a:pt x="2785" y="4908"/>
                  </a:cubicBezTo>
                  <a:cubicBezTo>
                    <a:pt x="2800" y="4915"/>
                    <a:pt x="2814" y="4918"/>
                    <a:pt x="2828" y="4918"/>
                  </a:cubicBezTo>
                  <a:cubicBezTo>
                    <a:pt x="2901" y="4918"/>
                    <a:pt x="2957" y="4825"/>
                    <a:pt x="2900" y="4748"/>
                  </a:cubicBezTo>
                  <a:cubicBezTo>
                    <a:pt x="2238" y="4109"/>
                    <a:pt x="1667" y="3401"/>
                    <a:pt x="1210" y="2603"/>
                  </a:cubicBezTo>
                  <a:cubicBezTo>
                    <a:pt x="754" y="1804"/>
                    <a:pt x="434" y="936"/>
                    <a:pt x="183" y="69"/>
                  </a:cubicBezTo>
                  <a:cubicBezTo>
                    <a:pt x="183" y="46"/>
                    <a:pt x="183" y="46"/>
                    <a:pt x="183" y="46"/>
                  </a:cubicBezTo>
                  <a:cubicBezTo>
                    <a:pt x="160" y="23"/>
                    <a:pt x="160" y="23"/>
                    <a:pt x="160" y="23"/>
                  </a:cubicBezTo>
                  <a:cubicBezTo>
                    <a:pt x="138" y="0"/>
                    <a:pt x="138" y="0"/>
                    <a:pt x="1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 name="Google Shape;1195;p25">
            <a:extLst>
              <a:ext uri="{FF2B5EF4-FFF2-40B4-BE49-F238E27FC236}">
                <a16:creationId xmlns:a16="http://schemas.microsoft.com/office/drawing/2014/main" id="{F1375ACE-BDDA-489A-B403-F5569601F310}"/>
              </a:ext>
            </a:extLst>
          </p:cNvPr>
          <p:cNvGrpSpPr/>
          <p:nvPr/>
        </p:nvGrpSpPr>
        <p:grpSpPr>
          <a:xfrm>
            <a:off x="4298594" y="2160625"/>
            <a:ext cx="708706" cy="904205"/>
            <a:chOff x="4298594" y="2160625"/>
            <a:chExt cx="708706" cy="904205"/>
          </a:xfrm>
          <a:solidFill>
            <a:schemeClr val="accent3"/>
          </a:solidFill>
        </p:grpSpPr>
        <p:sp>
          <p:nvSpPr>
            <p:cNvPr id="69" name="Google Shape;1196;p25">
              <a:extLst>
                <a:ext uri="{FF2B5EF4-FFF2-40B4-BE49-F238E27FC236}">
                  <a16:creationId xmlns:a16="http://schemas.microsoft.com/office/drawing/2014/main" id="{27AE2722-62D2-408C-9929-6C8ED066516C}"/>
                </a:ext>
              </a:extLst>
            </p:cNvPr>
            <p:cNvSpPr/>
            <p:nvPr/>
          </p:nvSpPr>
          <p:spPr>
            <a:xfrm>
              <a:off x="4647383" y="2170617"/>
              <a:ext cx="318456" cy="642264"/>
            </a:xfrm>
            <a:custGeom>
              <a:avLst/>
              <a:gdLst/>
              <a:ahLst/>
              <a:cxnLst/>
              <a:rect l="l" t="t" r="r" b="b"/>
              <a:pathLst>
                <a:path w="9816" h="19797" extrusionOk="0">
                  <a:moveTo>
                    <a:pt x="2914" y="1"/>
                  </a:moveTo>
                  <a:cubicBezTo>
                    <a:pt x="2531" y="1"/>
                    <a:pt x="2148" y="52"/>
                    <a:pt x="1781" y="164"/>
                  </a:cubicBezTo>
                  <a:cubicBezTo>
                    <a:pt x="1028" y="437"/>
                    <a:pt x="457" y="1031"/>
                    <a:pt x="24" y="1693"/>
                  </a:cubicBezTo>
                  <a:cubicBezTo>
                    <a:pt x="1" y="1693"/>
                    <a:pt x="1" y="1716"/>
                    <a:pt x="1" y="1716"/>
                  </a:cubicBezTo>
                  <a:cubicBezTo>
                    <a:pt x="343" y="1716"/>
                    <a:pt x="708" y="1761"/>
                    <a:pt x="1051" y="1807"/>
                  </a:cubicBezTo>
                  <a:cubicBezTo>
                    <a:pt x="2238" y="1967"/>
                    <a:pt x="3402" y="2400"/>
                    <a:pt x="4406" y="3108"/>
                  </a:cubicBezTo>
                  <a:cubicBezTo>
                    <a:pt x="4406" y="3131"/>
                    <a:pt x="4406" y="3131"/>
                    <a:pt x="4406" y="3131"/>
                  </a:cubicBezTo>
                  <a:cubicBezTo>
                    <a:pt x="4452" y="3154"/>
                    <a:pt x="4474" y="3177"/>
                    <a:pt x="4497" y="3199"/>
                  </a:cubicBezTo>
                  <a:cubicBezTo>
                    <a:pt x="5616" y="4090"/>
                    <a:pt x="6483" y="5254"/>
                    <a:pt x="6871" y="6646"/>
                  </a:cubicBezTo>
                  <a:cubicBezTo>
                    <a:pt x="7305" y="8175"/>
                    <a:pt x="7191" y="9819"/>
                    <a:pt x="6940" y="11371"/>
                  </a:cubicBezTo>
                  <a:cubicBezTo>
                    <a:pt x="6940" y="11414"/>
                    <a:pt x="6903" y="11430"/>
                    <a:pt x="6864" y="11430"/>
                  </a:cubicBezTo>
                  <a:cubicBezTo>
                    <a:pt x="6842" y="11430"/>
                    <a:pt x="6819" y="11425"/>
                    <a:pt x="6803" y="11416"/>
                  </a:cubicBezTo>
                  <a:cubicBezTo>
                    <a:pt x="6666" y="11348"/>
                    <a:pt x="6529" y="11279"/>
                    <a:pt x="6392" y="11211"/>
                  </a:cubicBezTo>
                  <a:cubicBezTo>
                    <a:pt x="6346" y="11462"/>
                    <a:pt x="6323" y="11713"/>
                    <a:pt x="6278" y="11941"/>
                  </a:cubicBezTo>
                  <a:cubicBezTo>
                    <a:pt x="6373" y="11919"/>
                    <a:pt x="6468" y="11906"/>
                    <a:pt x="6558" y="11906"/>
                  </a:cubicBezTo>
                  <a:cubicBezTo>
                    <a:pt x="6835" y="11906"/>
                    <a:pt x="7076" y="12026"/>
                    <a:pt x="7214" y="12352"/>
                  </a:cubicBezTo>
                  <a:cubicBezTo>
                    <a:pt x="7510" y="13106"/>
                    <a:pt x="7168" y="14041"/>
                    <a:pt x="6825" y="14726"/>
                  </a:cubicBezTo>
                  <a:cubicBezTo>
                    <a:pt x="6506" y="15365"/>
                    <a:pt x="5958" y="16233"/>
                    <a:pt x="5136" y="16301"/>
                  </a:cubicBezTo>
                  <a:cubicBezTo>
                    <a:pt x="5091" y="16301"/>
                    <a:pt x="5045" y="16255"/>
                    <a:pt x="5045" y="16210"/>
                  </a:cubicBezTo>
                  <a:cubicBezTo>
                    <a:pt x="4726" y="16872"/>
                    <a:pt x="4338" y="17488"/>
                    <a:pt x="3881" y="18013"/>
                  </a:cubicBezTo>
                  <a:lnTo>
                    <a:pt x="4064" y="19748"/>
                  </a:lnTo>
                  <a:cubicBezTo>
                    <a:pt x="4355" y="19780"/>
                    <a:pt x="4649" y="19797"/>
                    <a:pt x="4943" y="19797"/>
                  </a:cubicBezTo>
                  <a:cubicBezTo>
                    <a:pt x="6699" y="19797"/>
                    <a:pt x="8467" y="19215"/>
                    <a:pt x="9816" y="18081"/>
                  </a:cubicBezTo>
                  <a:cubicBezTo>
                    <a:pt x="8834" y="16758"/>
                    <a:pt x="8355" y="15160"/>
                    <a:pt x="8127" y="13539"/>
                  </a:cubicBezTo>
                  <a:cubicBezTo>
                    <a:pt x="7693" y="10184"/>
                    <a:pt x="8423" y="6669"/>
                    <a:pt x="7305" y="3405"/>
                  </a:cubicBezTo>
                  <a:cubicBezTo>
                    <a:pt x="7054" y="2629"/>
                    <a:pt x="6689" y="1898"/>
                    <a:pt x="6095" y="1328"/>
                  </a:cubicBezTo>
                  <a:cubicBezTo>
                    <a:pt x="5547" y="780"/>
                    <a:pt x="4863" y="369"/>
                    <a:pt x="4109" y="164"/>
                  </a:cubicBezTo>
                  <a:cubicBezTo>
                    <a:pt x="3723" y="58"/>
                    <a:pt x="3318" y="1"/>
                    <a:pt x="29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197;p25">
              <a:extLst>
                <a:ext uri="{FF2B5EF4-FFF2-40B4-BE49-F238E27FC236}">
                  <a16:creationId xmlns:a16="http://schemas.microsoft.com/office/drawing/2014/main" id="{7AF6AC8C-DFAF-47E8-998C-1A93FB26F48F}"/>
                </a:ext>
              </a:extLst>
            </p:cNvPr>
            <p:cNvSpPr/>
            <p:nvPr/>
          </p:nvSpPr>
          <p:spPr>
            <a:xfrm>
              <a:off x="4408217" y="2233037"/>
              <a:ext cx="468016" cy="298341"/>
            </a:xfrm>
            <a:custGeom>
              <a:avLst/>
              <a:gdLst/>
              <a:ahLst/>
              <a:cxnLst/>
              <a:rect l="l" t="t" r="r" b="b"/>
              <a:pathLst>
                <a:path w="14426" h="9196" extrusionOk="0">
                  <a:moveTo>
                    <a:pt x="7195" y="1"/>
                  </a:moveTo>
                  <a:cubicBezTo>
                    <a:pt x="6268" y="1"/>
                    <a:pt x="5314" y="137"/>
                    <a:pt x="4451" y="431"/>
                  </a:cubicBezTo>
                  <a:cubicBezTo>
                    <a:pt x="3378" y="796"/>
                    <a:pt x="2328" y="1481"/>
                    <a:pt x="1552" y="2348"/>
                  </a:cubicBezTo>
                  <a:cubicBezTo>
                    <a:pt x="799" y="3215"/>
                    <a:pt x="274" y="4357"/>
                    <a:pt x="114" y="5498"/>
                  </a:cubicBezTo>
                  <a:cubicBezTo>
                    <a:pt x="23" y="6114"/>
                    <a:pt x="0" y="6776"/>
                    <a:pt x="23" y="7415"/>
                  </a:cubicBezTo>
                  <a:cubicBezTo>
                    <a:pt x="46" y="8009"/>
                    <a:pt x="91" y="8602"/>
                    <a:pt x="183" y="9196"/>
                  </a:cubicBezTo>
                  <a:cubicBezTo>
                    <a:pt x="1027" y="9127"/>
                    <a:pt x="1895" y="8990"/>
                    <a:pt x="2694" y="8671"/>
                  </a:cubicBezTo>
                  <a:cubicBezTo>
                    <a:pt x="5433" y="7598"/>
                    <a:pt x="7578" y="5361"/>
                    <a:pt x="9039" y="2827"/>
                  </a:cubicBezTo>
                  <a:cubicBezTo>
                    <a:pt x="9054" y="2805"/>
                    <a:pt x="9077" y="2794"/>
                    <a:pt x="9102" y="2794"/>
                  </a:cubicBezTo>
                  <a:cubicBezTo>
                    <a:pt x="9151" y="2794"/>
                    <a:pt x="9206" y="2835"/>
                    <a:pt x="9222" y="2896"/>
                  </a:cubicBezTo>
                  <a:cubicBezTo>
                    <a:pt x="9290" y="3444"/>
                    <a:pt x="9381" y="3992"/>
                    <a:pt x="9587" y="4517"/>
                  </a:cubicBezTo>
                  <a:cubicBezTo>
                    <a:pt x="9838" y="5224"/>
                    <a:pt x="10226" y="5886"/>
                    <a:pt x="10705" y="6480"/>
                  </a:cubicBezTo>
                  <a:cubicBezTo>
                    <a:pt x="11618" y="7598"/>
                    <a:pt x="12805" y="8488"/>
                    <a:pt x="14083" y="9150"/>
                  </a:cubicBezTo>
                  <a:cubicBezTo>
                    <a:pt x="14334" y="7689"/>
                    <a:pt x="14426" y="6183"/>
                    <a:pt x="14038" y="4745"/>
                  </a:cubicBezTo>
                  <a:cubicBezTo>
                    <a:pt x="13650" y="3352"/>
                    <a:pt x="12782" y="2234"/>
                    <a:pt x="11664" y="1344"/>
                  </a:cubicBezTo>
                  <a:cubicBezTo>
                    <a:pt x="10614" y="591"/>
                    <a:pt x="9359" y="157"/>
                    <a:pt x="8080" y="43"/>
                  </a:cubicBezTo>
                  <a:cubicBezTo>
                    <a:pt x="7791" y="15"/>
                    <a:pt x="7494" y="1"/>
                    <a:pt x="71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198;p25">
              <a:extLst>
                <a:ext uri="{FF2B5EF4-FFF2-40B4-BE49-F238E27FC236}">
                  <a16:creationId xmlns:a16="http://schemas.microsoft.com/office/drawing/2014/main" id="{167B6F51-712D-47E5-92A6-49794CF0C2CC}"/>
                </a:ext>
              </a:extLst>
            </p:cNvPr>
            <p:cNvSpPr/>
            <p:nvPr/>
          </p:nvSpPr>
          <p:spPr>
            <a:xfrm>
              <a:off x="4433392" y="2539488"/>
              <a:ext cx="416205" cy="275015"/>
            </a:xfrm>
            <a:custGeom>
              <a:avLst/>
              <a:gdLst/>
              <a:ahLst/>
              <a:cxnLst/>
              <a:rect l="l" t="t" r="r" b="b"/>
              <a:pathLst>
                <a:path w="12829" h="8477" extrusionOk="0">
                  <a:moveTo>
                    <a:pt x="0" y="1"/>
                  </a:moveTo>
                  <a:lnTo>
                    <a:pt x="46" y="845"/>
                  </a:lnTo>
                  <a:cubicBezTo>
                    <a:pt x="936" y="1142"/>
                    <a:pt x="1940" y="2055"/>
                    <a:pt x="2214" y="2968"/>
                  </a:cubicBezTo>
                  <a:cubicBezTo>
                    <a:pt x="2443" y="3744"/>
                    <a:pt x="2191" y="4726"/>
                    <a:pt x="1210" y="4726"/>
                  </a:cubicBezTo>
                  <a:cubicBezTo>
                    <a:pt x="1210" y="4726"/>
                    <a:pt x="2808" y="8058"/>
                    <a:pt x="5661" y="8446"/>
                  </a:cubicBezTo>
                  <a:lnTo>
                    <a:pt x="6368" y="8469"/>
                  </a:lnTo>
                  <a:cubicBezTo>
                    <a:pt x="6453" y="8474"/>
                    <a:pt x="6537" y="8477"/>
                    <a:pt x="6619" y="8477"/>
                  </a:cubicBezTo>
                  <a:cubicBezTo>
                    <a:pt x="9797" y="8477"/>
                    <a:pt x="11618" y="4726"/>
                    <a:pt x="11618" y="4726"/>
                  </a:cubicBezTo>
                  <a:cubicBezTo>
                    <a:pt x="10614" y="4726"/>
                    <a:pt x="10386" y="3744"/>
                    <a:pt x="10591" y="2968"/>
                  </a:cubicBezTo>
                  <a:cubicBezTo>
                    <a:pt x="10865" y="2055"/>
                    <a:pt x="11892" y="1142"/>
                    <a:pt x="12760" y="845"/>
                  </a:cubicBezTo>
                  <a:lnTo>
                    <a:pt x="12828" y="1"/>
                  </a:lnTo>
                  <a:lnTo>
                    <a:pt x="12828" y="1"/>
                  </a:lnTo>
                  <a:cubicBezTo>
                    <a:pt x="12257" y="366"/>
                    <a:pt x="11664" y="708"/>
                    <a:pt x="11116" y="1096"/>
                  </a:cubicBezTo>
                  <a:cubicBezTo>
                    <a:pt x="10568" y="1482"/>
                    <a:pt x="10055" y="1796"/>
                    <a:pt x="9418" y="1796"/>
                  </a:cubicBezTo>
                  <a:cubicBezTo>
                    <a:pt x="9340" y="1796"/>
                    <a:pt x="9259" y="1791"/>
                    <a:pt x="9176" y="1781"/>
                  </a:cubicBezTo>
                  <a:cubicBezTo>
                    <a:pt x="8340" y="1695"/>
                    <a:pt x="7605" y="1227"/>
                    <a:pt x="6762" y="1227"/>
                  </a:cubicBezTo>
                  <a:cubicBezTo>
                    <a:pt x="6707" y="1227"/>
                    <a:pt x="6652" y="1229"/>
                    <a:pt x="6597" y="1233"/>
                  </a:cubicBezTo>
                  <a:lnTo>
                    <a:pt x="6209" y="1233"/>
                  </a:lnTo>
                  <a:cubicBezTo>
                    <a:pt x="6153" y="1229"/>
                    <a:pt x="6098" y="1227"/>
                    <a:pt x="6043" y="1227"/>
                  </a:cubicBezTo>
                  <a:cubicBezTo>
                    <a:pt x="5201" y="1227"/>
                    <a:pt x="4467" y="1695"/>
                    <a:pt x="3652" y="1781"/>
                  </a:cubicBezTo>
                  <a:cubicBezTo>
                    <a:pt x="3567" y="1791"/>
                    <a:pt x="3484" y="1796"/>
                    <a:pt x="3403" y="1796"/>
                  </a:cubicBezTo>
                  <a:cubicBezTo>
                    <a:pt x="2750" y="1796"/>
                    <a:pt x="2238" y="1482"/>
                    <a:pt x="1689" y="1096"/>
                  </a:cubicBezTo>
                  <a:cubicBezTo>
                    <a:pt x="1141" y="708"/>
                    <a:pt x="571" y="366"/>
                    <a:pt x="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199;p25">
              <a:extLst>
                <a:ext uri="{FF2B5EF4-FFF2-40B4-BE49-F238E27FC236}">
                  <a16:creationId xmlns:a16="http://schemas.microsoft.com/office/drawing/2014/main" id="{FAF81179-D3AF-44A7-8D5F-5A75C1F7C08E}"/>
                </a:ext>
              </a:extLst>
            </p:cNvPr>
            <p:cNvSpPr/>
            <p:nvPr/>
          </p:nvSpPr>
          <p:spPr>
            <a:xfrm>
              <a:off x="4298594" y="2160625"/>
              <a:ext cx="684277" cy="904205"/>
            </a:xfrm>
            <a:custGeom>
              <a:avLst/>
              <a:gdLst/>
              <a:ahLst/>
              <a:cxnLst/>
              <a:rect l="l" t="t" r="r" b="b"/>
              <a:pathLst>
                <a:path w="21092" h="27871" extrusionOk="0">
                  <a:moveTo>
                    <a:pt x="10574" y="2233"/>
                  </a:moveTo>
                  <a:cubicBezTo>
                    <a:pt x="10873" y="2233"/>
                    <a:pt x="11170" y="2247"/>
                    <a:pt x="11459" y="2275"/>
                  </a:cubicBezTo>
                  <a:cubicBezTo>
                    <a:pt x="12738" y="2389"/>
                    <a:pt x="13993" y="2823"/>
                    <a:pt x="15043" y="3576"/>
                  </a:cubicBezTo>
                  <a:cubicBezTo>
                    <a:pt x="16161" y="4466"/>
                    <a:pt x="17029" y="5584"/>
                    <a:pt x="17417" y="6977"/>
                  </a:cubicBezTo>
                  <a:cubicBezTo>
                    <a:pt x="17805" y="8415"/>
                    <a:pt x="17713" y="9921"/>
                    <a:pt x="17462" y="11382"/>
                  </a:cubicBezTo>
                  <a:cubicBezTo>
                    <a:pt x="16184" y="10720"/>
                    <a:pt x="14997" y="9830"/>
                    <a:pt x="14084" y="8712"/>
                  </a:cubicBezTo>
                  <a:cubicBezTo>
                    <a:pt x="13605" y="8118"/>
                    <a:pt x="13217" y="7456"/>
                    <a:pt x="12966" y="6749"/>
                  </a:cubicBezTo>
                  <a:cubicBezTo>
                    <a:pt x="12760" y="6224"/>
                    <a:pt x="12669" y="5676"/>
                    <a:pt x="12601" y="5128"/>
                  </a:cubicBezTo>
                  <a:cubicBezTo>
                    <a:pt x="12585" y="5067"/>
                    <a:pt x="12530" y="5026"/>
                    <a:pt x="12481" y="5026"/>
                  </a:cubicBezTo>
                  <a:cubicBezTo>
                    <a:pt x="12456" y="5026"/>
                    <a:pt x="12433" y="5037"/>
                    <a:pt x="12418" y="5059"/>
                  </a:cubicBezTo>
                  <a:cubicBezTo>
                    <a:pt x="10957" y="7593"/>
                    <a:pt x="8812" y="9830"/>
                    <a:pt x="6073" y="10903"/>
                  </a:cubicBezTo>
                  <a:cubicBezTo>
                    <a:pt x="5274" y="11222"/>
                    <a:pt x="4406" y="11359"/>
                    <a:pt x="3562" y="11428"/>
                  </a:cubicBezTo>
                  <a:cubicBezTo>
                    <a:pt x="3470" y="10834"/>
                    <a:pt x="3425" y="10241"/>
                    <a:pt x="3402" y="9647"/>
                  </a:cubicBezTo>
                  <a:cubicBezTo>
                    <a:pt x="3379" y="9008"/>
                    <a:pt x="3402" y="8346"/>
                    <a:pt x="3493" y="7730"/>
                  </a:cubicBezTo>
                  <a:cubicBezTo>
                    <a:pt x="3653" y="6589"/>
                    <a:pt x="4178" y="5447"/>
                    <a:pt x="4931" y="4580"/>
                  </a:cubicBezTo>
                  <a:cubicBezTo>
                    <a:pt x="5707" y="3713"/>
                    <a:pt x="6757" y="3028"/>
                    <a:pt x="7830" y="2663"/>
                  </a:cubicBezTo>
                  <a:cubicBezTo>
                    <a:pt x="8693" y="2369"/>
                    <a:pt x="9647" y="2233"/>
                    <a:pt x="10574" y="2233"/>
                  </a:cubicBezTo>
                  <a:close/>
                  <a:moveTo>
                    <a:pt x="3798" y="12667"/>
                  </a:moveTo>
                  <a:cubicBezTo>
                    <a:pt x="3897" y="12667"/>
                    <a:pt x="4008" y="12720"/>
                    <a:pt x="4087" y="12752"/>
                  </a:cubicBezTo>
                  <a:lnTo>
                    <a:pt x="4132" y="12752"/>
                  </a:lnTo>
                  <a:cubicBezTo>
                    <a:pt x="4315" y="13893"/>
                    <a:pt x="4589" y="15034"/>
                    <a:pt x="5068" y="16084"/>
                  </a:cubicBezTo>
                  <a:cubicBezTo>
                    <a:pt x="4817" y="16016"/>
                    <a:pt x="4612" y="15787"/>
                    <a:pt x="4452" y="15605"/>
                  </a:cubicBezTo>
                  <a:cubicBezTo>
                    <a:pt x="4224" y="15308"/>
                    <a:pt x="4018" y="14966"/>
                    <a:pt x="3858" y="14623"/>
                  </a:cubicBezTo>
                  <a:cubicBezTo>
                    <a:pt x="3722" y="14281"/>
                    <a:pt x="3585" y="13938"/>
                    <a:pt x="3539" y="13573"/>
                  </a:cubicBezTo>
                  <a:cubicBezTo>
                    <a:pt x="3516" y="13345"/>
                    <a:pt x="3516" y="13117"/>
                    <a:pt x="3562" y="12911"/>
                  </a:cubicBezTo>
                  <a:cubicBezTo>
                    <a:pt x="3585" y="12843"/>
                    <a:pt x="3607" y="12752"/>
                    <a:pt x="3676" y="12706"/>
                  </a:cubicBezTo>
                  <a:cubicBezTo>
                    <a:pt x="3711" y="12678"/>
                    <a:pt x="3753" y="12667"/>
                    <a:pt x="3798" y="12667"/>
                  </a:cubicBezTo>
                  <a:close/>
                  <a:moveTo>
                    <a:pt x="17321" y="12658"/>
                  </a:moveTo>
                  <a:cubicBezTo>
                    <a:pt x="17355" y="12658"/>
                    <a:pt x="17387" y="12666"/>
                    <a:pt x="17417" y="12683"/>
                  </a:cubicBezTo>
                  <a:cubicBezTo>
                    <a:pt x="17508" y="12729"/>
                    <a:pt x="17531" y="12820"/>
                    <a:pt x="17554" y="12889"/>
                  </a:cubicBezTo>
                  <a:cubicBezTo>
                    <a:pt x="17622" y="13094"/>
                    <a:pt x="17599" y="13322"/>
                    <a:pt x="17576" y="13528"/>
                  </a:cubicBezTo>
                  <a:cubicBezTo>
                    <a:pt x="17554" y="13916"/>
                    <a:pt x="17417" y="14281"/>
                    <a:pt x="17257" y="14623"/>
                  </a:cubicBezTo>
                  <a:cubicBezTo>
                    <a:pt x="17097" y="14943"/>
                    <a:pt x="16915" y="15285"/>
                    <a:pt x="16686" y="15582"/>
                  </a:cubicBezTo>
                  <a:cubicBezTo>
                    <a:pt x="16504" y="15810"/>
                    <a:pt x="16275" y="16038"/>
                    <a:pt x="16002" y="16107"/>
                  </a:cubicBezTo>
                  <a:cubicBezTo>
                    <a:pt x="16161" y="15742"/>
                    <a:pt x="16298" y="15354"/>
                    <a:pt x="16435" y="14966"/>
                  </a:cubicBezTo>
                  <a:cubicBezTo>
                    <a:pt x="16686" y="14235"/>
                    <a:pt x="16823" y="13505"/>
                    <a:pt x="16960" y="12752"/>
                  </a:cubicBezTo>
                  <a:lnTo>
                    <a:pt x="17029" y="12752"/>
                  </a:lnTo>
                  <a:cubicBezTo>
                    <a:pt x="17114" y="12718"/>
                    <a:pt x="17224" y="12658"/>
                    <a:pt x="17321" y="12658"/>
                  </a:cubicBezTo>
                  <a:close/>
                  <a:moveTo>
                    <a:pt x="12327" y="6041"/>
                  </a:moveTo>
                  <a:cubicBezTo>
                    <a:pt x="12897" y="8438"/>
                    <a:pt x="14815" y="10286"/>
                    <a:pt x="16960" y="11428"/>
                  </a:cubicBezTo>
                  <a:cubicBezTo>
                    <a:pt x="16915" y="11747"/>
                    <a:pt x="16846" y="12044"/>
                    <a:pt x="16800" y="12364"/>
                  </a:cubicBezTo>
                  <a:cubicBezTo>
                    <a:pt x="16778" y="12386"/>
                    <a:pt x="16778" y="12432"/>
                    <a:pt x="16778" y="12455"/>
                  </a:cubicBezTo>
                  <a:cubicBezTo>
                    <a:pt x="16549" y="13619"/>
                    <a:pt x="16207" y="14783"/>
                    <a:pt x="15705" y="15856"/>
                  </a:cubicBezTo>
                  <a:cubicBezTo>
                    <a:pt x="15225" y="16883"/>
                    <a:pt x="14586" y="17887"/>
                    <a:pt x="13719" y="18618"/>
                  </a:cubicBezTo>
                  <a:cubicBezTo>
                    <a:pt x="12802" y="19411"/>
                    <a:pt x="11639" y="19919"/>
                    <a:pt x="10431" y="19919"/>
                  </a:cubicBezTo>
                  <a:cubicBezTo>
                    <a:pt x="10076" y="19919"/>
                    <a:pt x="9717" y="19875"/>
                    <a:pt x="9359" y="19782"/>
                  </a:cubicBezTo>
                  <a:cubicBezTo>
                    <a:pt x="7853" y="19394"/>
                    <a:pt x="6689" y="18207"/>
                    <a:pt x="5890" y="16906"/>
                  </a:cubicBezTo>
                  <a:cubicBezTo>
                    <a:pt x="5091" y="15559"/>
                    <a:pt x="4612" y="14030"/>
                    <a:pt x="4315" y="12500"/>
                  </a:cubicBezTo>
                  <a:cubicBezTo>
                    <a:pt x="4338" y="12500"/>
                    <a:pt x="4338" y="12478"/>
                    <a:pt x="4338" y="12478"/>
                  </a:cubicBezTo>
                  <a:cubicBezTo>
                    <a:pt x="4361" y="12432"/>
                    <a:pt x="4361" y="12364"/>
                    <a:pt x="4315" y="12341"/>
                  </a:cubicBezTo>
                  <a:lnTo>
                    <a:pt x="4292" y="12341"/>
                  </a:lnTo>
                  <a:cubicBezTo>
                    <a:pt x="4269" y="12158"/>
                    <a:pt x="4224" y="11976"/>
                    <a:pt x="4201" y="11816"/>
                  </a:cubicBezTo>
                  <a:cubicBezTo>
                    <a:pt x="4589" y="11770"/>
                    <a:pt x="4977" y="11702"/>
                    <a:pt x="5342" y="11610"/>
                  </a:cubicBezTo>
                  <a:cubicBezTo>
                    <a:pt x="6095" y="11428"/>
                    <a:pt x="6826" y="11108"/>
                    <a:pt x="7511" y="10743"/>
                  </a:cubicBezTo>
                  <a:cubicBezTo>
                    <a:pt x="8880" y="10013"/>
                    <a:pt x="10067" y="8917"/>
                    <a:pt x="11071" y="7730"/>
                  </a:cubicBezTo>
                  <a:cubicBezTo>
                    <a:pt x="11528" y="7205"/>
                    <a:pt x="11961" y="6634"/>
                    <a:pt x="12327" y="6041"/>
                  </a:cubicBezTo>
                  <a:close/>
                  <a:moveTo>
                    <a:pt x="13668" y="309"/>
                  </a:moveTo>
                  <a:cubicBezTo>
                    <a:pt x="14069" y="309"/>
                    <a:pt x="14474" y="366"/>
                    <a:pt x="14860" y="472"/>
                  </a:cubicBezTo>
                  <a:cubicBezTo>
                    <a:pt x="15614" y="677"/>
                    <a:pt x="16298" y="1088"/>
                    <a:pt x="16846" y="1636"/>
                  </a:cubicBezTo>
                  <a:cubicBezTo>
                    <a:pt x="17440" y="2206"/>
                    <a:pt x="17805" y="2937"/>
                    <a:pt x="18056" y="3713"/>
                  </a:cubicBezTo>
                  <a:cubicBezTo>
                    <a:pt x="19174" y="6977"/>
                    <a:pt x="18444" y="10492"/>
                    <a:pt x="18878" y="13847"/>
                  </a:cubicBezTo>
                  <a:cubicBezTo>
                    <a:pt x="19106" y="15468"/>
                    <a:pt x="19585" y="17066"/>
                    <a:pt x="20567" y="18389"/>
                  </a:cubicBezTo>
                  <a:cubicBezTo>
                    <a:pt x="19218" y="19523"/>
                    <a:pt x="17450" y="20105"/>
                    <a:pt x="15694" y="20105"/>
                  </a:cubicBezTo>
                  <a:cubicBezTo>
                    <a:pt x="15400" y="20105"/>
                    <a:pt x="15106" y="20088"/>
                    <a:pt x="14815" y="20056"/>
                  </a:cubicBezTo>
                  <a:lnTo>
                    <a:pt x="14632" y="18321"/>
                  </a:lnTo>
                  <a:cubicBezTo>
                    <a:pt x="15089" y="17796"/>
                    <a:pt x="15477" y="17180"/>
                    <a:pt x="15796" y="16518"/>
                  </a:cubicBezTo>
                  <a:cubicBezTo>
                    <a:pt x="15796" y="16563"/>
                    <a:pt x="15842" y="16609"/>
                    <a:pt x="15887" y="16609"/>
                  </a:cubicBezTo>
                  <a:cubicBezTo>
                    <a:pt x="16709" y="16541"/>
                    <a:pt x="17257" y="15673"/>
                    <a:pt x="17576" y="15034"/>
                  </a:cubicBezTo>
                  <a:cubicBezTo>
                    <a:pt x="17919" y="14349"/>
                    <a:pt x="18261" y="13414"/>
                    <a:pt x="17965" y="12660"/>
                  </a:cubicBezTo>
                  <a:cubicBezTo>
                    <a:pt x="17827" y="12334"/>
                    <a:pt x="17586" y="12214"/>
                    <a:pt x="17309" y="12214"/>
                  </a:cubicBezTo>
                  <a:cubicBezTo>
                    <a:pt x="17219" y="12214"/>
                    <a:pt x="17124" y="12227"/>
                    <a:pt x="17029" y="12249"/>
                  </a:cubicBezTo>
                  <a:cubicBezTo>
                    <a:pt x="17074" y="12021"/>
                    <a:pt x="17097" y="11770"/>
                    <a:pt x="17143" y="11519"/>
                  </a:cubicBezTo>
                  <a:cubicBezTo>
                    <a:pt x="17280" y="11587"/>
                    <a:pt x="17417" y="11656"/>
                    <a:pt x="17554" y="11724"/>
                  </a:cubicBezTo>
                  <a:cubicBezTo>
                    <a:pt x="17570" y="11733"/>
                    <a:pt x="17593" y="11738"/>
                    <a:pt x="17615" y="11738"/>
                  </a:cubicBezTo>
                  <a:cubicBezTo>
                    <a:pt x="17654" y="11738"/>
                    <a:pt x="17691" y="11722"/>
                    <a:pt x="17691" y="11679"/>
                  </a:cubicBezTo>
                  <a:cubicBezTo>
                    <a:pt x="17942" y="10127"/>
                    <a:pt x="18056" y="8483"/>
                    <a:pt x="17622" y="6954"/>
                  </a:cubicBezTo>
                  <a:cubicBezTo>
                    <a:pt x="17234" y="5562"/>
                    <a:pt x="16367" y="4398"/>
                    <a:pt x="15248" y="3507"/>
                  </a:cubicBezTo>
                  <a:cubicBezTo>
                    <a:pt x="15225" y="3485"/>
                    <a:pt x="15203" y="3462"/>
                    <a:pt x="15157" y="3439"/>
                  </a:cubicBezTo>
                  <a:cubicBezTo>
                    <a:pt x="15157" y="3439"/>
                    <a:pt x="15157" y="3439"/>
                    <a:pt x="15157" y="3416"/>
                  </a:cubicBezTo>
                  <a:cubicBezTo>
                    <a:pt x="14153" y="2708"/>
                    <a:pt x="12989" y="2275"/>
                    <a:pt x="11802" y="2115"/>
                  </a:cubicBezTo>
                  <a:cubicBezTo>
                    <a:pt x="11459" y="2069"/>
                    <a:pt x="11094" y="2024"/>
                    <a:pt x="10752" y="2024"/>
                  </a:cubicBezTo>
                  <a:cubicBezTo>
                    <a:pt x="10752" y="2024"/>
                    <a:pt x="10752" y="2001"/>
                    <a:pt x="10775" y="2001"/>
                  </a:cubicBezTo>
                  <a:cubicBezTo>
                    <a:pt x="11208" y="1339"/>
                    <a:pt x="11779" y="745"/>
                    <a:pt x="12555" y="472"/>
                  </a:cubicBezTo>
                  <a:cubicBezTo>
                    <a:pt x="12911" y="360"/>
                    <a:pt x="13288" y="309"/>
                    <a:pt x="13668" y="309"/>
                  </a:cubicBezTo>
                  <a:close/>
                  <a:moveTo>
                    <a:pt x="12190" y="20033"/>
                  </a:moveTo>
                  <a:cubicBezTo>
                    <a:pt x="12304" y="20695"/>
                    <a:pt x="12464" y="21357"/>
                    <a:pt x="12874" y="21882"/>
                  </a:cubicBezTo>
                  <a:cubicBezTo>
                    <a:pt x="13308" y="22429"/>
                    <a:pt x="13947" y="22703"/>
                    <a:pt x="14632" y="22863"/>
                  </a:cubicBezTo>
                  <a:cubicBezTo>
                    <a:pt x="16161" y="23251"/>
                    <a:pt x="17828" y="23137"/>
                    <a:pt x="19243" y="23913"/>
                  </a:cubicBezTo>
                  <a:cubicBezTo>
                    <a:pt x="19905" y="24301"/>
                    <a:pt x="20407" y="24872"/>
                    <a:pt x="20749" y="25557"/>
                  </a:cubicBezTo>
                  <a:cubicBezTo>
                    <a:pt x="17419" y="26755"/>
                    <a:pt x="13878" y="27426"/>
                    <a:pt x="10337" y="27426"/>
                  </a:cubicBezTo>
                  <a:cubicBezTo>
                    <a:pt x="8417" y="27426"/>
                    <a:pt x="6497" y="27229"/>
                    <a:pt x="4612" y="26812"/>
                  </a:cubicBezTo>
                  <a:cubicBezTo>
                    <a:pt x="3219" y="26515"/>
                    <a:pt x="1850" y="26104"/>
                    <a:pt x="549" y="25488"/>
                  </a:cubicBezTo>
                  <a:cubicBezTo>
                    <a:pt x="846" y="24849"/>
                    <a:pt x="1279" y="24301"/>
                    <a:pt x="1895" y="23936"/>
                  </a:cubicBezTo>
                  <a:cubicBezTo>
                    <a:pt x="2580" y="23525"/>
                    <a:pt x="3333" y="23343"/>
                    <a:pt x="4110" y="23206"/>
                  </a:cubicBezTo>
                  <a:cubicBezTo>
                    <a:pt x="5411" y="22977"/>
                    <a:pt x="7100" y="23023"/>
                    <a:pt x="8081" y="21996"/>
                  </a:cubicBezTo>
                  <a:cubicBezTo>
                    <a:pt x="8560" y="21494"/>
                    <a:pt x="8766" y="20786"/>
                    <a:pt x="8903" y="20124"/>
                  </a:cubicBezTo>
                  <a:cubicBezTo>
                    <a:pt x="8949" y="20124"/>
                    <a:pt x="8971" y="20147"/>
                    <a:pt x="9017" y="20147"/>
                  </a:cubicBezTo>
                  <a:cubicBezTo>
                    <a:pt x="9477" y="20297"/>
                    <a:pt x="9950" y="20368"/>
                    <a:pt x="10421" y="20368"/>
                  </a:cubicBezTo>
                  <a:cubicBezTo>
                    <a:pt x="11025" y="20368"/>
                    <a:pt x="11625" y="20251"/>
                    <a:pt x="12190" y="20033"/>
                  </a:cubicBezTo>
                  <a:close/>
                  <a:moveTo>
                    <a:pt x="13762" y="1"/>
                  </a:moveTo>
                  <a:cubicBezTo>
                    <a:pt x="13316" y="1"/>
                    <a:pt x="12872" y="69"/>
                    <a:pt x="12464" y="221"/>
                  </a:cubicBezTo>
                  <a:cubicBezTo>
                    <a:pt x="11642" y="517"/>
                    <a:pt x="11071" y="1179"/>
                    <a:pt x="10615" y="1910"/>
                  </a:cubicBezTo>
                  <a:cubicBezTo>
                    <a:pt x="10569" y="1955"/>
                    <a:pt x="10592" y="2001"/>
                    <a:pt x="10638" y="2024"/>
                  </a:cubicBezTo>
                  <a:cubicBezTo>
                    <a:pt x="10560" y="2022"/>
                    <a:pt x="10482" y="2021"/>
                    <a:pt x="10404" y="2021"/>
                  </a:cubicBezTo>
                  <a:cubicBezTo>
                    <a:pt x="9540" y="2021"/>
                    <a:pt x="8648" y="2138"/>
                    <a:pt x="7853" y="2389"/>
                  </a:cubicBezTo>
                  <a:cubicBezTo>
                    <a:pt x="6689" y="2731"/>
                    <a:pt x="5593" y="3439"/>
                    <a:pt x="4771" y="4306"/>
                  </a:cubicBezTo>
                  <a:cubicBezTo>
                    <a:pt x="3927" y="5196"/>
                    <a:pt x="3333" y="6406"/>
                    <a:pt x="3128" y="7616"/>
                  </a:cubicBezTo>
                  <a:cubicBezTo>
                    <a:pt x="2900" y="8985"/>
                    <a:pt x="2923" y="10469"/>
                    <a:pt x="3197" y="11816"/>
                  </a:cubicBezTo>
                  <a:cubicBezTo>
                    <a:pt x="3197" y="11861"/>
                    <a:pt x="3242" y="11884"/>
                    <a:pt x="3288" y="11884"/>
                  </a:cubicBezTo>
                  <a:cubicBezTo>
                    <a:pt x="3539" y="11884"/>
                    <a:pt x="3767" y="11861"/>
                    <a:pt x="4018" y="11839"/>
                  </a:cubicBezTo>
                  <a:cubicBezTo>
                    <a:pt x="4018" y="11976"/>
                    <a:pt x="4041" y="12112"/>
                    <a:pt x="4064" y="12249"/>
                  </a:cubicBezTo>
                  <a:cubicBezTo>
                    <a:pt x="3971" y="12223"/>
                    <a:pt x="3876" y="12208"/>
                    <a:pt x="3784" y="12208"/>
                  </a:cubicBezTo>
                  <a:cubicBezTo>
                    <a:pt x="3559" y="12208"/>
                    <a:pt x="3349" y="12297"/>
                    <a:pt x="3219" y="12523"/>
                  </a:cubicBezTo>
                  <a:cubicBezTo>
                    <a:pt x="3014" y="12889"/>
                    <a:pt x="3037" y="13368"/>
                    <a:pt x="3105" y="13756"/>
                  </a:cubicBezTo>
                  <a:cubicBezTo>
                    <a:pt x="3242" y="14555"/>
                    <a:pt x="3653" y="15376"/>
                    <a:pt x="4155" y="15970"/>
                  </a:cubicBezTo>
                  <a:cubicBezTo>
                    <a:pt x="4452" y="16289"/>
                    <a:pt x="4794" y="16563"/>
                    <a:pt x="5228" y="16609"/>
                  </a:cubicBezTo>
                  <a:cubicBezTo>
                    <a:pt x="5251" y="16609"/>
                    <a:pt x="5274" y="16586"/>
                    <a:pt x="5296" y="16586"/>
                  </a:cubicBezTo>
                  <a:cubicBezTo>
                    <a:pt x="5319" y="16632"/>
                    <a:pt x="5342" y="16678"/>
                    <a:pt x="5365" y="16746"/>
                  </a:cubicBezTo>
                  <a:cubicBezTo>
                    <a:pt x="6095" y="18161"/>
                    <a:pt x="7214" y="19439"/>
                    <a:pt x="8720" y="20033"/>
                  </a:cubicBezTo>
                  <a:cubicBezTo>
                    <a:pt x="8560" y="20718"/>
                    <a:pt x="8332" y="21425"/>
                    <a:pt x="7807" y="21905"/>
                  </a:cubicBezTo>
                  <a:cubicBezTo>
                    <a:pt x="7168" y="22452"/>
                    <a:pt x="6255" y="22566"/>
                    <a:pt x="5456" y="22658"/>
                  </a:cubicBezTo>
                  <a:cubicBezTo>
                    <a:pt x="4018" y="22840"/>
                    <a:pt x="2398" y="22932"/>
                    <a:pt x="1211" y="23890"/>
                  </a:cubicBezTo>
                  <a:cubicBezTo>
                    <a:pt x="640" y="24347"/>
                    <a:pt x="275" y="24963"/>
                    <a:pt x="1" y="25648"/>
                  </a:cubicBezTo>
                  <a:cubicBezTo>
                    <a:pt x="1" y="25671"/>
                    <a:pt x="24" y="25739"/>
                    <a:pt x="47" y="25762"/>
                  </a:cubicBezTo>
                  <a:cubicBezTo>
                    <a:pt x="2466" y="26926"/>
                    <a:pt x="5114" y="27520"/>
                    <a:pt x="7762" y="27771"/>
                  </a:cubicBezTo>
                  <a:cubicBezTo>
                    <a:pt x="8524" y="27837"/>
                    <a:pt x="9289" y="27870"/>
                    <a:pt x="10053" y="27870"/>
                  </a:cubicBezTo>
                  <a:cubicBezTo>
                    <a:pt x="12169" y="27870"/>
                    <a:pt x="14281" y="27618"/>
                    <a:pt x="16344" y="27131"/>
                  </a:cubicBezTo>
                  <a:cubicBezTo>
                    <a:pt x="17896" y="26789"/>
                    <a:pt x="19425" y="26287"/>
                    <a:pt x="20886" y="25694"/>
                  </a:cubicBezTo>
                  <a:lnTo>
                    <a:pt x="20909" y="25694"/>
                  </a:lnTo>
                  <a:cubicBezTo>
                    <a:pt x="20955" y="25671"/>
                    <a:pt x="20977" y="25625"/>
                    <a:pt x="20955" y="25579"/>
                  </a:cubicBezTo>
                  <a:cubicBezTo>
                    <a:pt x="20749" y="24940"/>
                    <a:pt x="20384" y="24347"/>
                    <a:pt x="19859" y="23913"/>
                  </a:cubicBezTo>
                  <a:cubicBezTo>
                    <a:pt x="19311" y="23457"/>
                    <a:pt x="18649" y="23183"/>
                    <a:pt x="17987" y="23000"/>
                  </a:cubicBezTo>
                  <a:cubicBezTo>
                    <a:pt x="17257" y="22795"/>
                    <a:pt x="16527" y="22703"/>
                    <a:pt x="15796" y="22612"/>
                  </a:cubicBezTo>
                  <a:cubicBezTo>
                    <a:pt x="15043" y="22521"/>
                    <a:pt x="14198" y="22429"/>
                    <a:pt x="13559" y="22019"/>
                  </a:cubicBezTo>
                  <a:cubicBezTo>
                    <a:pt x="12874" y="21539"/>
                    <a:pt x="12601" y="20740"/>
                    <a:pt x="12395" y="19964"/>
                  </a:cubicBezTo>
                  <a:cubicBezTo>
                    <a:pt x="12874" y="19759"/>
                    <a:pt x="13308" y="19508"/>
                    <a:pt x="13719" y="19188"/>
                  </a:cubicBezTo>
                  <a:cubicBezTo>
                    <a:pt x="13993" y="18983"/>
                    <a:pt x="14221" y="18755"/>
                    <a:pt x="14449" y="18526"/>
                  </a:cubicBezTo>
                  <a:cubicBezTo>
                    <a:pt x="14495" y="19074"/>
                    <a:pt x="14541" y="19622"/>
                    <a:pt x="14586" y="20170"/>
                  </a:cubicBezTo>
                  <a:cubicBezTo>
                    <a:pt x="14586" y="20215"/>
                    <a:pt x="14609" y="20261"/>
                    <a:pt x="14655" y="20261"/>
                  </a:cubicBezTo>
                  <a:cubicBezTo>
                    <a:pt x="15079" y="20330"/>
                    <a:pt x="15508" y="20364"/>
                    <a:pt x="15936" y="20364"/>
                  </a:cubicBezTo>
                  <a:cubicBezTo>
                    <a:pt x="17791" y="20364"/>
                    <a:pt x="19637" y="19727"/>
                    <a:pt x="21046" y="18504"/>
                  </a:cubicBezTo>
                  <a:cubicBezTo>
                    <a:pt x="21069" y="18481"/>
                    <a:pt x="21092" y="18412"/>
                    <a:pt x="21069" y="18389"/>
                  </a:cubicBezTo>
                  <a:cubicBezTo>
                    <a:pt x="18855" y="15468"/>
                    <a:pt x="19243" y="11747"/>
                    <a:pt x="19174" y="8301"/>
                  </a:cubicBezTo>
                  <a:cubicBezTo>
                    <a:pt x="19083" y="5219"/>
                    <a:pt x="18535" y="1134"/>
                    <a:pt x="15020" y="175"/>
                  </a:cubicBezTo>
                  <a:cubicBezTo>
                    <a:pt x="14618" y="63"/>
                    <a:pt x="14189" y="1"/>
                    <a:pt x="137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200;p25">
              <a:extLst>
                <a:ext uri="{FF2B5EF4-FFF2-40B4-BE49-F238E27FC236}">
                  <a16:creationId xmlns:a16="http://schemas.microsoft.com/office/drawing/2014/main" id="{AC7B6111-2D71-4D5D-9B62-CB65A09A1153}"/>
                </a:ext>
              </a:extLst>
            </p:cNvPr>
            <p:cNvSpPr/>
            <p:nvPr/>
          </p:nvSpPr>
          <p:spPr>
            <a:xfrm>
              <a:off x="4444682" y="2293639"/>
              <a:ext cx="190892" cy="161531"/>
            </a:xfrm>
            <a:custGeom>
              <a:avLst/>
              <a:gdLst/>
              <a:ahLst/>
              <a:cxnLst/>
              <a:rect l="l" t="t" r="r" b="b"/>
              <a:pathLst>
                <a:path w="5884" h="4979" extrusionOk="0">
                  <a:moveTo>
                    <a:pt x="5724" y="1"/>
                  </a:moveTo>
                  <a:cubicBezTo>
                    <a:pt x="5724" y="24"/>
                    <a:pt x="5701" y="24"/>
                    <a:pt x="5701" y="24"/>
                  </a:cubicBezTo>
                  <a:cubicBezTo>
                    <a:pt x="5062" y="1096"/>
                    <a:pt x="4286" y="2078"/>
                    <a:pt x="3327" y="2877"/>
                  </a:cubicBezTo>
                  <a:cubicBezTo>
                    <a:pt x="2368" y="3698"/>
                    <a:pt x="1273" y="4338"/>
                    <a:pt x="86" y="4794"/>
                  </a:cubicBezTo>
                  <a:cubicBezTo>
                    <a:pt x="1" y="4837"/>
                    <a:pt x="15" y="4979"/>
                    <a:pt x="129" y="4979"/>
                  </a:cubicBezTo>
                  <a:cubicBezTo>
                    <a:pt x="137" y="4979"/>
                    <a:pt x="145" y="4978"/>
                    <a:pt x="154" y="4977"/>
                  </a:cubicBezTo>
                  <a:cubicBezTo>
                    <a:pt x="2688" y="4452"/>
                    <a:pt x="4948" y="2534"/>
                    <a:pt x="5861" y="115"/>
                  </a:cubicBezTo>
                  <a:cubicBezTo>
                    <a:pt x="5884" y="92"/>
                    <a:pt x="5861" y="92"/>
                    <a:pt x="5861" y="69"/>
                  </a:cubicBezTo>
                  <a:cubicBezTo>
                    <a:pt x="5861" y="69"/>
                    <a:pt x="5861" y="69"/>
                    <a:pt x="5861" y="46"/>
                  </a:cubicBezTo>
                  <a:cubicBezTo>
                    <a:pt x="5861" y="24"/>
                    <a:pt x="5838" y="24"/>
                    <a:pt x="5838" y="24"/>
                  </a:cubicBezTo>
                  <a:cubicBezTo>
                    <a:pt x="5815" y="1"/>
                    <a:pt x="5815" y="1"/>
                    <a:pt x="58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201;p25">
              <a:extLst>
                <a:ext uri="{FF2B5EF4-FFF2-40B4-BE49-F238E27FC236}">
                  <a16:creationId xmlns:a16="http://schemas.microsoft.com/office/drawing/2014/main" id="{C6E2C1A8-2A24-49BF-B531-026F70CAA893}"/>
                </a:ext>
              </a:extLst>
            </p:cNvPr>
            <p:cNvSpPr/>
            <p:nvPr/>
          </p:nvSpPr>
          <p:spPr>
            <a:xfrm>
              <a:off x="4754022" y="2320307"/>
              <a:ext cx="95738" cy="159844"/>
            </a:xfrm>
            <a:custGeom>
              <a:avLst/>
              <a:gdLst/>
              <a:ahLst/>
              <a:cxnLst/>
              <a:rect l="l" t="t" r="r" b="b"/>
              <a:pathLst>
                <a:path w="2951" h="4927" extrusionOk="0">
                  <a:moveTo>
                    <a:pt x="92" y="1"/>
                  </a:moveTo>
                  <a:cubicBezTo>
                    <a:pt x="69" y="1"/>
                    <a:pt x="69" y="1"/>
                    <a:pt x="69" y="23"/>
                  </a:cubicBezTo>
                  <a:cubicBezTo>
                    <a:pt x="46" y="23"/>
                    <a:pt x="46" y="23"/>
                    <a:pt x="23" y="46"/>
                  </a:cubicBezTo>
                  <a:cubicBezTo>
                    <a:pt x="23" y="46"/>
                    <a:pt x="23" y="46"/>
                    <a:pt x="23" y="69"/>
                  </a:cubicBezTo>
                  <a:cubicBezTo>
                    <a:pt x="23" y="69"/>
                    <a:pt x="1" y="69"/>
                    <a:pt x="1" y="92"/>
                  </a:cubicBezTo>
                  <a:cubicBezTo>
                    <a:pt x="46" y="1986"/>
                    <a:pt x="1142" y="3904"/>
                    <a:pt x="2762" y="4908"/>
                  </a:cubicBezTo>
                  <a:cubicBezTo>
                    <a:pt x="2780" y="4921"/>
                    <a:pt x="2798" y="4927"/>
                    <a:pt x="2816" y="4927"/>
                  </a:cubicBezTo>
                  <a:cubicBezTo>
                    <a:pt x="2890" y="4927"/>
                    <a:pt x="2950" y="4826"/>
                    <a:pt x="2877" y="4771"/>
                  </a:cubicBezTo>
                  <a:cubicBezTo>
                    <a:pt x="2237" y="4109"/>
                    <a:pt x="1667" y="3401"/>
                    <a:pt x="1210" y="2603"/>
                  </a:cubicBezTo>
                  <a:cubicBezTo>
                    <a:pt x="754" y="1804"/>
                    <a:pt x="434" y="959"/>
                    <a:pt x="183" y="69"/>
                  </a:cubicBezTo>
                  <a:cubicBezTo>
                    <a:pt x="183" y="46"/>
                    <a:pt x="183" y="46"/>
                    <a:pt x="160" y="46"/>
                  </a:cubicBezTo>
                  <a:cubicBezTo>
                    <a:pt x="160" y="46"/>
                    <a:pt x="160" y="23"/>
                    <a:pt x="160" y="23"/>
                  </a:cubicBezTo>
                  <a:cubicBezTo>
                    <a:pt x="138" y="23"/>
                    <a:pt x="138" y="1"/>
                    <a:pt x="1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202;p25">
              <a:extLst>
                <a:ext uri="{FF2B5EF4-FFF2-40B4-BE49-F238E27FC236}">
                  <a16:creationId xmlns:a16="http://schemas.microsoft.com/office/drawing/2014/main" id="{3C1CF084-1CFB-42DE-AFBE-4E9FF561E8DF}"/>
                </a:ext>
              </a:extLst>
            </p:cNvPr>
            <p:cNvSpPr/>
            <p:nvPr/>
          </p:nvSpPr>
          <p:spPr>
            <a:xfrm>
              <a:off x="4560762" y="2648171"/>
              <a:ext cx="159974" cy="20406"/>
            </a:xfrm>
            <a:custGeom>
              <a:avLst/>
              <a:gdLst/>
              <a:ahLst/>
              <a:cxnLst/>
              <a:rect l="l" t="t" r="r" b="b"/>
              <a:pathLst>
                <a:path w="4931" h="629" extrusionOk="0">
                  <a:moveTo>
                    <a:pt x="91" y="0"/>
                  </a:moveTo>
                  <a:cubicBezTo>
                    <a:pt x="60" y="0"/>
                    <a:pt x="42" y="37"/>
                    <a:pt x="23" y="75"/>
                  </a:cubicBezTo>
                  <a:cubicBezTo>
                    <a:pt x="0" y="97"/>
                    <a:pt x="23" y="166"/>
                    <a:pt x="69" y="166"/>
                  </a:cubicBezTo>
                  <a:cubicBezTo>
                    <a:pt x="852" y="474"/>
                    <a:pt x="1697" y="629"/>
                    <a:pt x="2543" y="629"/>
                  </a:cubicBezTo>
                  <a:cubicBezTo>
                    <a:pt x="3324" y="629"/>
                    <a:pt x="4105" y="497"/>
                    <a:pt x="4839" y="234"/>
                  </a:cubicBezTo>
                  <a:cubicBezTo>
                    <a:pt x="4930" y="212"/>
                    <a:pt x="4885" y="75"/>
                    <a:pt x="4793" y="75"/>
                  </a:cubicBezTo>
                  <a:cubicBezTo>
                    <a:pt x="4062" y="212"/>
                    <a:pt x="3336" y="281"/>
                    <a:pt x="2612" y="281"/>
                  </a:cubicBezTo>
                  <a:cubicBezTo>
                    <a:pt x="1777" y="281"/>
                    <a:pt x="946" y="190"/>
                    <a:pt x="114" y="6"/>
                  </a:cubicBezTo>
                  <a:cubicBezTo>
                    <a:pt x="106" y="2"/>
                    <a:pt x="98" y="0"/>
                    <a:pt x="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203;p25">
              <a:extLst>
                <a:ext uri="{FF2B5EF4-FFF2-40B4-BE49-F238E27FC236}">
                  <a16:creationId xmlns:a16="http://schemas.microsoft.com/office/drawing/2014/main" id="{3DB43013-3E07-4EF4-BD6B-D16E9A4076D8}"/>
                </a:ext>
              </a:extLst>
            </p:cNvPr>
            <p:cNvSpPr/>
            <p:nvPr/>
          </p:nvSpPr>
          <p:spPr>
            <a:xfrm>
              <a:off x="4560762" y="2698522"/>
              <a:ext cx="159779" cy="20147"/>
            </a:xfrm>
            <a:custGeom>
              <a:avLst/>
              <a:gdLst/>
              <a:ahLst/>
              <a:cxnLst/>
              <a:rect l="l" t="t" r="r" b="b"/>
              <a:pathLst>
                <a:path w="4925" h="621" extrusionOk="0">
                  <a:moveTo>
                    <a:pt x="90" y="0"/>
                  </a:moveTo>
                  <a:cubicBezTo>
                    <a:pt x="60" y="0"/>
                    <a:pt x="41" y="33"/>
                    <a:pt x="23" y="52"/>
                  </a:cubicBezTo>
                  <a:cubicBezTo>
                    <a:pt x="0" y="98"/>
                    <a:pt x="23" y="143"/>
                    <a:pt x="69" y="166"/>
                  </a:cubicBezTo>
                  <a:cubicBezTo>
                    <a:pt x="860" y="466"/>
                    <a:pt x="1715" y="621"/>
                    <a:pt x="2570" y="621"/>
                  </a:cubicBezTo>
                  <a:cubicBezTo>
                    <a:pt x="3341" y="621"/>
                    <a:pt x="4113" y="494"/>
                    <a:pt x="4839" y="234"/>
                  </a:cubicBezTo>
                  <a:cubicBezTo>
                    <a:pt x="4924" y="213"/>
                    <a:pt x="4890" y="72"/>
                    <a:pt x="4811" y="72"/>
                  </a:cubicBezTo>
                  <a:cubicBezTo>
                    <a:pt x="4805" y="72"/>
                    <a:pt x="4800" y="73"/>
                    <a:pt x="4793" y="75"/>
                  </a:cubicBezTo>
                  <a:cubicBezTo>
                    <a:pt x="4062" y="212"/>
                    <a:pt x="3336" y="281"/>
                    <a:pt x="2612" y="281"/>
                  </a:cubicBezTo>
                  <a:cubicBezTo>
                    <a:pt x="1777" y="281"/>
                    <a:pt x="946" y="190"/>
                    <a:pt x="114" y="6"/>
                  </a:cubicBezTo>
                  <a:cubicBezTo>
                    <a:pt x="106" y="2"/>
                    <a:pt x="98" y="0"/>
                    <a:pt x="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204;p25">
              <a:extLst>
                <a:ext uri="{FF2B5EF4-FFF2-40B4-BE49-F238E27FC236}">
                  <a16:creationId xmlns:a16="http://schemas.microsoft.com/office/drawing/2014/main" id="{F4A60418-2219-4B7F-A2D2-56BDD8B4A82C}"/>
                </a:ext>
              </a:extLst>
            </p:cNvPr>
            <p:cNvSpPr/>
            <p:nvPr/>
          </p:nvSpPr>
          <p:spPr>
            <a:xfrm>
              <a:off x="4642192" y="2642039"/>
              <a:ext cx="351060" cy="304116"/>
            </a:xfrm>
            <a:custGeom>
              <a:avLst/>
              <a:gdLst/>
              <a:ahLst/>
              <a:cxnLst/>
              <a:rect l="l" t="t" r="r" b="b"/>
              <a:pathLst>
                <a:path w="10821" h="9374" extrusionOk="0">
                  <a:moveTo>
                    <a:pt x="1470" y="1"/>
                  </a:moveTo>
                  <a:cubicBezTo>
                    <a:pt x="1408" y="1"/>
                    <a:pt x="1358" y="11"/>
                    <a:pt x="1325" y="35"/>
                  </a:cubicBezTo>
                  <a:lnTo>
                    <a:pt x="1302" y="58"/>
                  </a:lnTo>
                  <a:cubicBezTo>
                    <a:pt x="1279" y="58"/>
                    <a:pt x="1279" y="81"/>
                    <a:pt x="1279" y="81"/>
                  </a:cubicBezTo>
                  <a:cubicBezTo>
                    <a:pt x="1233" y="172"/>
                    <a:pt x="1462" y="423"/>
                    <a:pt x="1530" y="492"/>
                  </a:cubicBezTo>
                  <a:cubicBezTo>
                    <a:pt x="1667" y="606"/>
                    <a:pt x="1781" y="629"/>
                    <a:pt x="1918" y="674"/>
                  </a:cubicBezTo>
                  <a:cubicBezTo>
                    <a:pt x="2169" y="743"/>
                    <a:pt x="2398" y="880"/>
                    <a:pt x="2626" y="1017"/>
                  </a:cubicBezTo>
                  <a:cubicBezTo>
                    <a:pt x="3105" y="1314"/>
                    <a:pt x="3562" y="1656"/>
                    <a:pt x="3995" y="1998"/>
                  </a:cubicBezTo>
                  <a:cubicBezTo>
                    <a:pt x="4033" y="2036"/>
                    <a:pt x="4009" y="2073"/>
                    <a:pt x="3974" y="2073"/>
                  </a:cubicBezTo>
                  <a:cubicBezTo>
                    <a:pt x="3966" y="2073"/>
                    <a:pt x="3958" y="2071"/>
                    <a:pt x="3950" y="2067"/>
                  </a:cubicBezTo>
                  <a:cubicBezTo>
                    <a:pt x="3653" y="1884"/>
                    <a:pt x="3356" y="1679"/>
                    <a:pt x="3060" y="1496"/>
                  </a:cubicBezTo>
                  <a:cubicBezTo>
                    <a:pt x="2786" y="1336"/>
                    <a:pt x="2512" y="1154"/>
                    <a:pt x="2215" y="1017"/>
                  </a:cubicBezTo>
                  <a:cubicBezTo>
                    <a:pt x="1918" y="880"/>
                    <a:pt x="1576" y="789"/>
                    <a:pt x="1233" y="743"/>
                  </a:cubicBezTo>
                  <a:cubicBezTo>
                    <a:pt x="1074" y="697"/>
                    <a:pt x="914" y="674"/>
                    <a:pt x="754" y="674"/>
                  </a:cubicBezTo>
                  <a:cubicBezTo>
                    <a:pt x="693" y="674"/>
                    <a:pt x="612" y="654"/>
                    <a:pt x="538" y="654"/>
                  </a:cubicBezTo>
                  <a:cubicBezTo>
                    <a:pt x="501" y="654"/>
                    <a:pt x="465" y="659"/>
                    <a:pt x="435" y="674"/>
                  </a:cubicBezTo>
                  <a:cubicBezTo>
                    <a:pt x="206" y="811"/>
                    <a:pt x="343" y="903"/>
                    <a:pt x="457" y="994"/>
                  </a:cubicBezTo>
                  <a:cubicBezTo>
                    <a:pt x="937" y="1359"/>
                    <a:pt x="1599" y="1314"/>
                    <a:pt x="2101" y="1656"/>
                  </a:cubicBezTo>
                  <a:cubicBezTo>
                    <a:pt x="2671" y="2044"/>
                    <a:pt x="3196" y="2478"/>
                    <a:pt x="3744" y="2911"/>
                  </a:cubicBezTo>
                  <a:cubicBezTo>
                    <a:pt x="3784" y="2931"/>
                    <a:pt x="3755" y="2984"/>
                    <a:pt x="3718" y="2984"/>
                  </a:cubicBezTo>
                  <a:cubicBezTo>
                    <a:pt x="3711" y="2984"/>
                    <a:pt x="3705" y="2983"/>
                    <a:pt x="3699" y="2980"/>
                  </a:cubicBezTo>
                  <a:cubicBezTo>
                    <a:pt x="3242" y="2660"/>
                    <a:pt x="2786" y="2318"/>
                    <a:pt x="2306" y="2044"/>
                  </a:cubicBezTo>
                  <a:cubicBezTo>
                    <a:pt x="1850" y="1793"/>
                    <a:pt x="1325" y="1633"/>
                    <a:pt x="777" y="1565"/>
                  </a:cubicBezTo>
                  <a:cubicBezTo>
                    <a:pt x="663" y="1565"/>
                    <a:pt x="549" y="1542"/>
                    <a:pt x="435" y="1542"/>
                  </a:cubicBezTo>
                  <a:cubicBezTo>
                    <a:pt x="383" y="1533"/>
                    <a:pt x="328" y="1525"/>
                    <a:pt x="274" y="1525"/>
                  </a:cubicBezTo>
                  <a:cubicBezTo>
                    <a:pt x="187" y="1525"/>
                    <a:pt x="103" y="1548"/>
                    <a:pt x="47" y="1633"/>
                  </a:cubicBezTo>
                  <a:cubicBezTo>
                    <a:pt x="1" y="1747"/>
                    <a:pt x="47" y="1793"/>
                    <a:pt x="138" y="1861"/>
                  </a:cubicBezTo>
                  <a:cubicBezTo>
                    <a:pt x="320" y="2044"/>
                    <a:pt x="572" y="2090"/>
                    <a:pt x="823" y="2158"/>
                  </a:cubicBezTo>
                  <a:cubicBezTo>
                    <a:pt x="1028" y="2227"/>
                    <a:pt x="1233" y="2272"/>
                    <a:pt x="1439" y="2341"/>
                  </a:cubicBezTo>
                  <a:cubicBezTo>
                    <a:pt x="1644" y="2409"/>
                    <a:pt x="1850" y="2523"/>
                    <a:pt x="2032" y="2660"/>
                  </a:cubicBezTo>
                  <a:cubicBezTo>
                    <a:pt x="2238" y="2797"/>
                    <a:pt x="2443" y="2957"/>
                    <a:pt x="2626" y="3140"/>
                  </a:cubicBezTo>
                  <a:cubicBezTo>
                    <a:pt x="3014" y="3528"/>
                    <a:pt x="3379" y="3893"/>
                    <a:pt x="3699" y="4349"/>
                  </a:cubicBezTo>
                  <a:cubicBezTo>
                    <a:pt x="3950" y="4760"/>
                    <a:pt x="4155" y="5194"/>
                    <a:pt x="4224" y="5650"/>
                  </a:cubicBezTo>
                  <a:cubicBezTo>
                    <a:pt x="4269" y="5924"/>
                    <a:pt x="4292" y="6381"/>
                    <a:pt x="3950" y="6472"/>
                  </a:cubicBezTo>
                  <a:cubicBezTo>
                    <a:pt x="3905" y="6487"/>
                    <a:pt x="3860" y="6494"/>
                    <a:pt x="3816" y="6494"/>
                  </a:cubicBezTo>
                  <a:cubicBezTo>
                    <a:pt x="3520" y="6494"/>
                    <a:pt x="3235" y="6194"/>
                    <a:pt x="3037" y="6016"/>
                  </a:cubicBezTo>
                  <a:cubicBezTo>
                    <a:pt x="2671" y="5673"/>
                    <a:pt x="2261" y="5262"/>
                    <a:pt x="1758" y="5194"/>
                  </a:cubicBezTo>
                  <a:cubicBezTo>
                    <a:pt x="1622" y="5171"/>
                    <a:pt x="1485" y="5171"/>
                    <a:pt x="1348" y="5171"/>
                  </a:cubicBezTo>
                  <a:lnTo>
                    <a:pt x="1165" y="5171"/>
                  </a:lnTo>
                  <a:cubicBezTo>
                    <a:pt x="1119" y="5217"/>
                    <a:pt x="1142" y="5171"/>
                    <a:pt x="1165" y="5239"/>
                  </a:cubicBezTo>
                  <a:cubicBezTo>
                    <a:pt x="1211" y="5354"/>
                    <a:pt x="1393" y="5468"/>
                    <a:pt x="1485" y="5536"/>
                  </a:cubicBezTo>
                  <a:cubicBezTo>
                    <a:pt x="1553" y="5605"/>
                    <a:pt x="1644" y="5673"/>
                    <a:pt x="1736" y="5742"/>
                  </a:cubicBezTo>
                  <a:cubicBezTo>
                    <a:pt x="2147" y="6061"/>
                    <a:pt x="2557" y="6381"/>
                    <a:pt x="2923" y="6723"/>
                  </a:cubicBezTo>
                  <a:cubicBezTo>
                    <a:pt x="3082" y="6906"/>
                    <a:pt x="3265" y="7088"/>
                    <a:pt x="3402" y="7271"/>
                  </a:cubicBezTo>
                  <a:cubicBezTo>
                    <a:pt x="3539" y="7454"/>
                    <a:pt x="3676" y="7636"/>
                    <a:pt x="3858" y="7773"/>
                  </a:cubicBezTo>
                  <a:cubicBezTo>
                    <a:pt x="4246" y="8070"/>
                    <a:pt x="4794" y="8184"/>
                    <a:pt x="5251" y="8230"/>
                  </a:cubicBezTo>
                  <a:cubicBezTo>
                    <a:pt x="5707" y="8275"/>
                    <a:pt x="6187" y="8252"/>
                    <a:pt x="6643" y="8298"/>
                  </a:cubicBezTo>
                  <a:cubicBezTo>
                    <a:pt x="7100" y="8321"/>
                    <a:pt x="7533" y="8481"/>
                    <a:pt x="7967" y="8640"/>
                  </a:cubicBezTo>
                  <a:cubicBezTo>
                    <a:pt x="8469" y="8823"/>
                    <a:pt x="8971" y="9028"/>
                    <a:pt x="9473" y="9211"/>
                  </a:cubicBezTo>
                  <a:cubicBezTo>
                    <a:pt x="9558" y="9253"/>
                    <a:pt x="9740" y="9373"/>
                    <a:pt x="9839" y="9373"/>
                  </a:cubicBezTo>
                  <a:cubicBezTo>
                    <a:pt x="9847" y="9373"/>
                    <a:pt x="9855" y="9373"/>
                    <a:pt x="9861" y="9371"/>
                  </a:cubicBezTo>
                  <a:cubicBezTo>
                    <a:pt x="9953" y="9348"/>
                    <a:pt x="10044" y="9211"/>
                    <a:pt x="10090" y="9143"/>
                  </a:cubicBezTo>
                  <a:cubicBezTo>
                    <a:pt x="10249" y="8937"/>
                    <a:pt x="10409" y="8709"/>
                    <a:pt x="10523" y="8481"/>
                  </a:cubicBezTo>
                  <a:cubicBezTo>
                    <a:pt x="10660" y="8230"/>
                    <a:pt x="10820" y="7819"/>
                    <a:pt x="10752" y="7545"/>
                  </a:cubicBezTo>
                  <a:cubicBezTo>
                    <a:pt x="10706" y="7408"/>
                    <a:pt x="10592" y="7408"/>
                    <a:pt x="10455" y="7385"/>
                  </a:cubicBezTo>
                  <a:cubicBezTo>
                    <a:pt x="10318" y="7339"/>
                    <a:pt x="10158" y="7294"/>
                    <a:pt x="10021" y="7248"/>
                  </a:cubicBezTo>
                  <a:cubicBezTo>
                    <a:pt x="9473" y="7043"/>
                    <a:pt x="8926" y="6792"/>
                    <a:pt x="8423" y="6495"/>
                  </a:cubicBezTo>
                  <a:cubicBezTo>
                    <a:pt x="7990" y="6221"/>
                    <a:pt x="7693" y="5924"/>
                    <a:pt x="7396" y="5513"/>
                  </a:cubicBezTo>
                  <a:cubicBezTo>
                    <a:pt x="7031" y="5057"/>
                    <a:pt x="6689" y="4555"/>
                    <a:pt x="6392" y="4053"/>
                  </a:cubicBezTo>
                  <a:cubicBezTo>
                    <a:pt x="6095" y="3596"/>
                    <a:pt x="5867" y="3094"/>
                    <a:pt x="5616" y="2615"/>
                  </a:cubicBezTo>
                  <a:cubicBezTo>
                    <a:pt x="5342" y="2112"/>
                    <a:pt x="4908" y="1702"/>
                    <a:pt x="4452" y="1359"/>
                  </a:cubicBezTo>
                  <a:cubicBezTo>
                    <a:pt x="4018" y="1017"/>
                    <a:pt x="3516" y="743"/>
                    <a:pt x="2991" y="515"/>
                  </a:cubicBezTo>
                  <a:cubicBezTo>
                    <a:pt x="2813" y="455"/>
                    <a:pt x="1878" y="1"/>
                    <a:pt x="14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205;p25">
              <a:extLst>
                <a:ext uri="{FF2B5EF4-FFF2-40B4-BE49-F238E27FC236}">
                  <a16:creationId xmlns:a16="http://schemas.microsoft.com/office/drawing/2014/main" id="{1A893678-F91E-48C8-A526-A575A5919792}"/>
                </a:ext>
              </a:extLst>
            </p:cNvPr>
            <p:cNvSpPr/>
            <p:nvPr/>
          </p:nvSpPr>
          <p:spPr>
            <a:xfrm>
              <a:off x="4633335" y="2637757"/>
              <a:ext cx="373965" cy="320889"/>
            </a:xfrm>
            <a:custGeom>
              <a:avLst/>
              <a:gdLst/>
              <a:ahLst/>
              <a:cxnLst/>
              <a:rect l="l" t="t" r="r" b="b"/>
              <a:pathLst>
                <a:path w="11527" h="9891" extrusionOk="0">
                  <a:moveTo>
                    <a:pt x="1743" y="133"/>
                  </a:moveTo>
                  <a:cubicBezTo>
                    <a:pt x="2151" y="133"/>
                    <a:pt x="3086" y="587"/>
                    <a:pt x="3264" y="647"/>
                  </a:cubicBezTo>
                  <a:cubicBezTo>
                    <a:pt x="3789" y="875"/>
                    <a:pt x="4291" y="1149"/>
                    <a:pt x="4725" y="1491"/>
                  </a:cubicBezTo>
                  <a:cubicBezTo>
                    <a:pt x="5181" y="1834"/>
                    <a:pt x="5615" y="2244"/>
                    <a:pt x="5889" y="2747"/>
                  </a:cubicBezTo>
                  <a:cubicBezTo>
                    <a:pt x="6140" y="3226"/>
                    <a:pt x="6368" y="3728"/>
                    <a:pt x="6665" y="4185"/>
                  </a:cubicBezTo>
                  <a:cubicBezTo>
                    <a:pt x="6962" y="4687"/>
                    <a:pt x="7304" y="5189"/>
                    <a:pt x="7669" y="5645"/>
                  </a:cubicBezTo>
                  <a:cubicBezTo>
                    <a:pt x="7966" y="6056"/>
                    <a:pt x="8263" y="6353"/>
                    <a:pt x="8696" y="6627"/>
                  </a:cubicBezTo>
                  <a:cubicBezTo>
                    <a:pt x="9199" y="6924"/>
                    <a:pt x="9746" y="7175"/>
                    <a:pt x="10294" y="7380"/>
                  </a:cubicBezTo>
                  <a:cubicBezTo>
                    <a:pt x="10431" y="7426"/>
                    <a:pt x="10591" y="7471"/>
                    <a:pt x="10728" y="7517"/>
                  </a:cubicBezTo>
                  <a:cubicBezTo>
                    <a:pt x="10865" y="7540"/>
                    <a:pt x="10979" y="7540"/>
                    <a:pt x="11025" y="7677"/>
                  </a:cubicBezTo>
                  <a:cubicBezTo>
                    <a:pt x="11093" y="7951"/>
                    <a:pt x="10933" y="8362"/>
                    <a:pt x="10796" y="8613"/>
                  </a:cubicBezTo>
                  <a:cubicBezTo>
                    <a:pt x="10682" y="8841"/>
                    <a:pt x="10522" y="9069"/>
                    <a:pt x="10363" y="9275"/>
                  </a:cubicBezTo>
                  <a:cubicBezTo>
                    <a:pt x="10317" y="9343"/>
                    <a:pt x="10226" y="9480"/>
                    <a:pt x="10134" y="9503"/>
                  </a:cubicBezTo>
                  <a:cubicBezTo>
                    <a:pt x="10128" y="9505"/>
                    <a:pt x="10120" y="9505"/>
                    <a:pt x="10112" y="9505"/>
                  </a:cubicBezTo>
                  <a:cubicBezTo>
                    <a:pt x="10013" y="9505"/>
                    <a:pt x="9831" y="9385"/>
                    <a:pt x="9746" y="9343"/>
                  </a:cubicBezTo>
                  <a:cubicBezTo>
                    <a:pt x="9244" y="9160"/>
                    <a:pt x="8742" y="8955"/>
                    <a:pt x="8240" y="8772"/>
                  </a:cubicBezTo>
                  <a:cubicBezTo>
                    <a:pt x="7806" y="8613"/>
                    <a:pt x="7373" y="8453"/>
                    <a:pt x="6916" y="8430"/>
                  </a:cubicBezTo>
                  <a:cubicBezTo>
                    <a:pt x="6460" y="8384"/>
                    <a:pt x="5980" y="8407"/>
                    <a:pt x="5524" y="8362"/>
                  </a:cubicBezTo>
                  <a:cubicBezTo>
                    <a:pt x="5067" y="8316"/>
                    <a:pt x="4519" y="8202"/>
                    <a:pt x="4131" y="7905"/>
                  </a:cubicBezTo>
                  <a:cubicBezTo>
                    <a:pt x="3949" y="7768"/>
                    <a:pt x="3812" y="7586"/>
                    <a:pt x="3675" y="7403"/>
                  </a:cubicBezTo>
                  <a:cubicBezTo>
                    <a:pt x="3538" y="7220"/>
                    <a:pt x="3355" y="7038"/>
                    <a:pt x="3196" y="6855"/>
                  </a:cubicBezTo>
                  <a:cubicBezTo>
                    <a:pt x="2830" y="6513"/>
                    <a:pt x="2420" y="6193"/>
                    <a:pt x="2009" y="5874"/>
                  </a:cubicBezTo>
                  <a:cubicBezTo>
                    <a:pt x="1917" y="5805"/>
                    <a:pt x="1826" y="5737"/>
                    <a:pt x="1758" y="5668"/>
                  </a:cubicBezTo>
                  <a:cubicBezTo>
                    <a:pt x="1666" y="5600"/>
                    <a:pt x="1484" y="5486"/>
                    <a:pt x="1438" y="5371"/>
                  </a:cubicBezTo>
                  <a:cubicBezTo>
                    <a:pt x="1415" y="5303"/>
                    <a:pt x="1392" y="5349"/>
                    <a:pt x="1438" y="5303"/>
                  </a:cubicBezTo>
                  <a:lnTo>
                    <a:pt x="1621" y="5303"/>
                  </a:lnTo>
                  <a:cubicBezTo>
                    <a:pt x="1758" y="5303"/>
                    <a:pt x="1895" y="5303"/>
                    <a:pt x="2031" y="5326"/>
                  </a:cubicBezTo>
                  <a:cubicBezTo>
                    <a:pt x="2534" y="5394"/>
                    <a:pt x="2944" y="5805"/>
                    <a:pt x="3310" y="6148"/>
                  </a:cubicBezTo>
                  <a:cubicBezTo>
                    <a:pt x="3508" y="6326"/>
                    <a:pt x="3793" y="6626"/>
                    <a:pt x="4089" y="6626"/>
                  </a:cubicBezTo>
                  <a:cubicBezTo>
                    <a:pt x="4133" y="6626"/>
                    <a:pt x="4178" y="6619"/>
                    <a:pt x="4223" y="6604"/>
                  </a:cubicBezTo>
                  <a:cubicBezTo>
                    <a:pt x="4565" y="6513"/>
                    <a:pt x="4542" y="6056"/>
                    <a:pt x="4497" y="5782"/>
                  </a:cubicBezTo>
                  <a:cubicBezTo>
                    <a:pt x="4428" y="5326"/>
                    <a:pt x="4223" y="4892"/>
                    <a:pt x="3972" y="4481"/>
                  </a:cubicBezTo>
                  <a:cubicBezTo>
                    <a:pt x="3675" y="4025"/>
                    <a:pt x="3287" y="3660"/>
                    <a:pt x="2899" y="3272"/>
                  </a:cubicBezTo>
                  <a:cubicBezTo>
                    <a:pt x="2716" y="3089"/>
                    <a:pt x="2511" y="2929"/>
                    <a:pt x="2305" y="2792"/>
                  </a:cubicBezTo>
                  <a:cubicBezTo>
                    <a:pt x="2123" y="2655"/>
                    <a:pt x="1917" y="2541"/>
                    <a:pt x="1712" y="2473"/>
                  </a:cubicBezTo>
                  <a:cubicBezTo>
                    <a:pt x="1506" y="2404"/>
                    <a:pt x="1301" y="2359"/>
                    <a:pt x="1096" y="2290"/>
                  </a:cubicBezTo>
                  <a:cubicBezTo>
                    <a:pt x="845" y="2222"/>
                    <a:pt x="593" y="2176"/>
                    <a:pt x="411" y="1993"/>
                  </a:cubicBezTo>
                  <a:cubicBezTo>
                    <a:pt x="320" y="1925"/>
                    <a:pt x="274" y="1879"/>
                    <a:pt x="342" y="1765"/>
                  </a:cubicBezTo>
                  <a:cubicBezTo>
                    <a:pt x="385" y="1680"/>
                    <a:pt x="463" y="1657"/>
                    <a:pt x="549" y="1657"/>
                  </a:cubicBezTo>
                  <a:cubicBezTo>
                    <a:pt x="601" y="1657"/>
                    <a:pt x="656" y="1665"/>
                    <a:pt x="708" y="1674"/>
                  </a:cubicBezTo>
                  <a:cubicBezTo>
                    <a:pt x="822" y="1674"/>
                    <a:pt x="936" y="1697"/>
                    <a:pt x="1050" y="1697"/>
                  </a:cubicBezTo>
                  <a:cubicBezTo>
                    <a:pt x="1598" y="1765"/>
                    <a:pt x="2123" y="1925"/>
                    <a:pt x="2579" y="2176"/>
                  </a:cubicBezTo>
                  <a:cubicBezTo>
                    <a:pt x="3059" y="2450"/>
                    <a:pt x="3515" y="2792"/>
                    <a:pt x="3972" y="3112"/>
                  </a:cubicBezTo>
                  <a:cubicBezTo>
                    <a:pt x="3978" y="3115"/>
                    <a:pt x="3984" y="3116"/>
                    <a:pt x="3991" y="3116"/>
                  </a:cubicBezTo>
                  <a:cubicBezTo>
                    <a:pt x="4028" y="3116"/>
                    <a:pt x="4057" y="3063"/>
                    <a:pt x="4017" y="3043"/>
                  </a:cubicBezTo>
                  <a:cubicBezTo>
                    <a:pt x="3469" y="2610"/>
                    <a:pt x="2944" y="2176"/>
                    <a:pt x="2374" y="1788"/>
                  </a:cubicBezTo>
                  <a:cubicBezTo>
                    <a:pt x="1872" y="1446"/>
                    <a:pt x="1210" y="1491"/>
                    <a:pt x="730" y="1126"/>
                  </a:cubicBezTo>
                  <a:cubicBezTo>
                    <a:pt x="616" y="1035"/>
                    <a:pt x="502" y="943"/>
                    <a:pt x="708" y="806"/>
                  </a:cubicBezTo>
                  <a:cubicBezTo>
                    <a:pt x="738" y="791"/>
                    <a:pt x="774" y="786"/>
                    <a:pt x="811" y="786"/>
                  </a:cubicBezTo>
                  <a:cubicBezTo>
                    <a:pt x="885" y="786"/>
                    <a:pt x="966" y="806"/>
                    <a:pt x="1027" y="806"/>
                  </a:cubicBezTo>
                  <a:cubicBezTo>
                    <a:pt x="1187" y="806"/>
                    <a:pt x="1347" y="829"/>
                    <a:pt x="1506" y="875"/>
                  </a:cubicBezTo>
                  <a:cubicBezTo>
                    <a:pt x="1849" y="921"/>
                    <a:pt x="2191" y="1012"/>
                    <a:pt x="2488" y="1149"/>
                  </a:cubicBezTo>
                  <a:cubicBezTo>
                    <a:pt x="2785" y="1286"/>
                    <a:pt x="3059" y="1468"/>
                    <a:pt x="3333" y="1628"/>
                  </a:cubicBezTo>
                  <a:cubicBezTo>
                    <a:pt x="3629" y="1811"/>
                    <a:pt x="3926" y="2016"/>
                    <a:pt x="4223" y="2199"/>
                  </a:cubicBezTo>
                  <a:cubicBezTo>
                    <a:pt x="4231" y="2203"/>
                    <a:pt x="4239" y="2205"/>
                    <a:pt x="4247" y="2205"/>
                  </a:cubicBezTo>
                  <a:cubicBezTo>
                    <a:pt x="4282" y="2205"/>
                    <a:pt x="4306" y="2168"/>
                    <a:pt x="4268" y="2130"/>
                  </a:cubicBezTo>
                  <a:cubicBezTo>
                    <a:pt x="3835" y="1788"/>
                    <a:pt x="3378" y="1446"/>
                    <a:pt x="2899" y="1149"/>
                  </a:cubicBezTo>
                  <a:cubicBezTo>
                    <a:pt x="2671" y="1012"/>
                    <a:pt x="2442" y="875"/>
                    <a:pt x="2191" y="806"/>
                  </a:cubicBezTo>
                  <a:cubicBezTo>
                    <a:pt x="2054" y="761"/>
                    <a:pt x="1940" y="738"/>
                    <a:pt x="1803" y="624"/>
                  </a:cubicBezTo>
                  <a:cubicBezTo>
                    <a:pt x="1735" y="555"/>
                    <a:pt x="1506" y="304"/>
                    <a:pt x="1552" y="213"/>
                  </a:cubicBezTo>
                  <a:cubicBezTo>
                    <a:pt x="1552" y="213"/>
                    <a:pt x="1552" y="190"/>
                    <a:pt x="1575" y="190"/>
                  </a:cubicBezTo>
                  <a:cubicBezTo>
                    <a:pt x="1575" y="167"/>
                    <a:pt x="1575" y="167"/>
                    <a:pt x="1598" y="167"/>
                  </a:cubicBezTo>
                  <a:cubicBezTo>
                    <a:pt x="1631" y="143"/>
                    <a:pt x="1681" y="133"/>
                    <a:pt x="1743" y="133"/>
                  </a:cubicBezTo>
                  <a:close/>
                  <a:moveTo>
                    <a:pt x="1735" y="0"/>
                  </a:moveTo>
                  <a:cubicBezTo>
                    <a:pt x="1647" y="0"/>
                    <a:pt x="1564" y="15"/>
                    <a:pt x="1506" y="53"/>
                  </a:cubicBezTo>
                  <a:cubicBezTo>
                    <a:pt x="1301" y="190"/>
                    <a:pt x="1552" y="487"/>
                    <a:pt x="1735" y="669"/>
                  </a:cubicBezTo>
                  <a:cubicBezTo>
                    <a:pt x="1526" y="630"/>
                    <a:pt x="1174" y="568"/>
                    <a:pt x="870" y="568"/>
                  </a:cubicBezTo>
                  <a:cubicBezTo>
                    <a:pt x="476" y="568"/>
                    <a:pt x="162" y="671"/>
                    <a:pt x="342" y="1058"/>
                  </a:cubicBezTo>
                  <a:cubicBezTo>
                    <a:pt x="457" y="1286"/>
                    <a:pt x="708" y="1423"/>
                    <a:pt x="959" y="1514"/>
                  </a:cubicBezTo>
                  <a:cubicBezTo>
                    <a:pt x="846" y="1495"/>
                    <a:pt x="726" y="1480"/>
                    <a:pt x="609" y="1480"/>
                  </a:cubicBezTo>
                  <a:cubicBezTo>
                    <a:pt x="442" y="1480"/>
                    <a:pt x="281" y="1511"/>
                    <a:pt x="160" y="1605"/>
                  </a:cubicBezTo>
                  <a:cubicBezTo>
                    <a:pt x="0" y="1765"/>
                    <a:pt x="137" y="2016"/>
                    <a:pt x="274" y="2153"/>
                  </a:cubicBezTo>
                  <a:cubicBezTo>
                    <a:pt x="525" y="2404"/>
                    <a:pt x="959" y="2496"/>
                    <a:pt x="1301" y="2587"/>
                  </a:cubicBezTo>
                  <a:cubicBezTo>
                    <a:pt x="1963" y="2747"/>
                    <a:pt x="2465" y="3157"/>
                    <a:pt x="2922" y="3660"/>
                  </a:cubicBezTo>
                  <a:cubicBezTo>
                    <a:pt x="3355" y="4093"/>
                    <a:pt x="3766" y="4550"/>
                    <a:pt x="4017" y="5143"/>
                  </a:cubicBezTo>
                  <a:cubicBezTo>
                    <a:pt x="4109" y="5371"/>
                    <a:pt x="4200" y="5623"/>
                    <a:pt x="4223" y="5874"/>
                  </a:cubicBezTo>
                  <a:cubicBezTo>
                    <a:pt x="4246" y="5965"/>
                    <a:pt x="4268" y="6102"/>
                    <a:pt x="4223" y="6193"/>
                  </a:cubicBezTo>
                  <a:cubicBezTo>
                    <a:pt x="4178" y="6276"/>
                    <a:pt x="4123" y="6306"/>
                    <a:pt x="4064" y="6306"/>
                  </a:cubicBezTo>
                  <a:cubicBezTo>
                    <a:pt x="3946" y="6306"/>
                    <a:pt x="3812" y="6178"/>
                    <a:pt x="3721" y="6102"/>
                  </a:cubicBezTo>
                  <a:cubicBezTo>
                    <a:pt x="3401" y="5828"/>
                    <a:pt x="3104" y="5531"/>
                    <a:pt x="2739" y="5280"/>
                  </a:cubicBezTo>
                  <a:cubicBezTo>
                    <a:pt x="2420" y="5075"/>
                    <a:pt x="2077" y="4983"/>
                    <a:pt x="1689" y="4983"/>
                  </a:cubicBezTo>
                  <a:cubicBezTo>
                    <a:pt x="1484" y="4983"/>
                    <a:pt x="1050" y="5006"/>
                    <a:pt x="1073" y="5303"/>
                  </a:cubicBezTo>
                  <a:cubicBezTo>
                    <a:pt x="1073" y="5577"/>
                    <a:pt x="1415" y="5828"/>
                    <a:pt x="1621" y="5965"/>
                  </a:cubicBezTo>
                  <a:cubicBezTo>
                    <a:pt x="1963" y="6262"/>
                    <a:pt x="2328" y="6536"/>
                    <a:pt x="2671" y="6832"/>
                  </a:cubicBezTo>
                  <a:cubicBezTo>
                    <a:pt x="3036" y="7152"/>
                    <a:pt x="3355" y="7517"/>
                    <a:pt x="3652" y="7905"/>
                  </a:cubicBezTo>
                  <a:cubicBezTo>
                    <a:pt x="3903" y="8202"/>
                    <a:pt x="4246" y="8384"/>
                    <a:pt x="4611" y="8499"/>
                  </a:cubicBezTo>
                  <a:cubicBezTo>
                    <a:pt x="4999" y="8658"/>
                    <a:pt x="5432" y="8704"/>
                    <a:pt x="5866" y="8727"/>
                  </a:cubicBezTo>
                  <a:cubicBezTo>
                    <a:pt x="6323" y="8750"/>
                    <a:pt x="6802" y="8704"/>
                    <a:pt x="7258" y="8818"/>
                  </a:cubicBezTo>
                  <a:cubicBezTo>
                    <a:pt x="8286" y="9069"/>
                    <a:pt x="9244" y="9526"/>
                    <a:pt x="10203" y="9891"/>
                  </a:cubicBezTo>
                  <a:cubicBezTo>
                    <a:pt x="10226" y="9891"/>
                    <a:pt x="10249" y="9891"/>
                    <a:pt x="10271" y="9868"/>
                  </a:cubicBezTo>
                  <a:cubicBezTo>
                    <a:pt x="10888" y="9206"/>
                    <a:pt x="11527" y="8316"/>
                    <a:pt x="11276" y="7357"/>
                  </a:cubicBezTo>
                  <a:cubicBezTo>
                    <a:pt x="11276" y="7334"/>
                    <a:pt x="11253" y="7312"/>
                    <a:pt x="11253" y="7312"/>
                  </a:cubicBezTo>
                  <a:cubicBezTo>
                    <a:pt x="11230" y="7312"/>
                    <a:pt x="11207" y="7312"/>
                    <a:pt x="11184" y="7289"/>
                  </a:cubicBezTo>
                  <a:cubicBezTo>
                    <a:pt x="10705" y="7198"/>
                    <a:pt x="10226" y="7038"/>
                    <a:pt x="9792" y="6832"/>
                  </a:cubicBezTo>
                  <a:cubicBezTo>
                    <a:pt x="9358" y="6650"/>
                    <a:pt x="8902" y="6444"/>
                    <a:pt x="8537" y="6148"/>
                  </a:cubicBezTo>
                  <a:cubicBezTo>
                    <a:pt x="8126" y="5851"/>
                    <a:pt x="7829" y="5417"/>
                    <a:pt x="7532" y="5006"/>
                  </a:cubicBezTo>
                  <a:cubicBezTo>
                    <a:pt x="7213" y="4595"/>
                    <a:pt x="6939" y="4162"/>
                    <a:pt x="6665" y="3728"/>
                  </a:cubicBezTo>
                  <a:cubicBezTo>
                    <a:pt x="6414" y="3317"/>
                    <a:pt x="6231" y="2838"/>
                    <a:pt x="5957" y="2427"/>
                  </a:cubicBezTo>
                  <a:cubicBezTo>
                    <a:pt x="5729" y="2062"/>
                    <a:pt x="5387" y="1742"/>
                    <a:pt x="5022" y="1468"/>
                  </a:cubicBezTo>
                  <a:cubicBezTo>
                    <a:pt x="4314" y="898"/>
                    <a:pt x="3447" y="555"/>
                    <a:pt x="2602" y="236"/>
                  </a:cubicBezTo>
                  <a:cubicBezTo>
                    <a:pt x="2420" y="167"/>
                    <a:pt x="2237" y="99"/>
                    <a:pt x="2077" y="53"/>
                  </a:cubicBezTo>
                  <a:cubicBezTo>
                    <a:pt x="1985" y="27"/>
                    <a:pt x="1855" y="0"/>
                    <a:pt x="173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206;p25">
              <a:extLst>
                <a:ext uri="{FF2B5EF4-FFF2-40B4-BE49-F238E27FC236}">
                  <a16:creationId xmlns:a16="http://schemas.microsoft.com/office/drawing/2014/main" id="{E53A6384-F83A-422C-8CF3-436DBF89EEC3}"/>
                </a:ext>
              </a:extLst>
            </p:cNvPr>
            <p:cNvSpPr/>
            <p:nvPr/>
          </p:nvSpPr>
          <p:spPr>
            <a:xfrm>
              <a:off x="4631843" y="2784299"/>
              <a:ext cx="257723" cy="242605"/>
            </a:xfrm>
            <a:custGeom>
              <a:avLst/>
              <a:gdLst/>
              <a:ahLst/>
              <a:cxnLst/>
              <a:rect l="l" t="t" r="r" b="b"/>
              <a:pathLst>
                <a:path w="7944" h="7478" extrusionOk="0">
                  <a:moveTo>
                    <a:pt x="7396" y="1"/>
                  </a:moveTo>
                  <a:cubicBezTo>
                    <a:pt x="7313" y="1"/>
                    <a:pt x="7234" y="22"/>
                    <a:pt x="7168" y="56"/>
                  </a:cubicBezTo>
                  <a:cubicBezTo>
                    <a:pt x="6643" y="421"/>
                    <a:pt x="6711" y="398"/>
                    <a:pt x="6232" y="809"/>
                  </a:cubicBezTo>
                  <a:cubicBezTo>
                    <a:pt x="6095" y="923"/>
                    <a:pt x="5958" y="1037"/>
                    <a:pt x="5798" y="1151"/>
                  </a:cubicBezTo>
                  <a:cubicBezTo>
                    <a:pt x="5136" y="1676"/>
                    <a:pt x="4520" y="2247"/>
                    <a:pt x="3904" y="2863"/>
                  </a:cubicBezTo>
                  <a:cubicBezTo>
                    <a:pt x="2831" y="2064"/>
                    <a:pt x="2785" y="2041"/>
                    <a:pt x="1667" y="1311"/>
                  </a:cubicBezTo>
                  <a:cubicBezTo>
                    <a:pt x="1393" y="1128"/>
                    <a:pt x="1119" y="946"/>
                    <a:pt x="868" y="763"/>
                  </a:cubicBezTo>
                  <a:cubicBezTo>
                    <a:pt x="773" y="706"/>
                    <a:pt x="670" y="677"/>
                    <a:pt x="571" y="677"/>
                  </a:cubicBezTo>
                  <a:cubicBezTo>
                    <a:pt x="431" y="677"/>
                    <a:pt x="299" y="735"/>
                    <a:pt x="206" y="854"/>
                  </a:cubicBezTo>
                  <a:cubicBezTo>
                    <a:pt x="183" y="900"/>
                    <a:pt x="160" y="969"/>
                    <a:pt x="160" y="1014"/>
                  </a:cubicBezTo>
                  <a:cubicBezTo>
                    <a:pt x="183" y="1106"/>
                    <a:pt x="297" y="1174"/>
                    <a:pt x="411" y="1265"/>
                  </a:cubicBezTo>
                  <a:cubicBezTo>
                    <a:pt x="457" y="1288"/>
                    <a:pt x="480" y="1288"/>
                    <a:pt x="525" y="1311"/>
                  </a:cubicBezTo>
                  <a:cubicBezTo>
                    <a:pt x="1187" y="1767"/>
                    <a:pt x="2671" y="2977"/>
                    <a:pt x="3287" y="3502"/>
                  </a:cubicBezTo>
                  <a:cubicBezTo>
                    <a:pt x="2329" y="4552"/>
                    <a:pt x="1963" y="4917"/>
                    <a:pt x="1050" y="6013"/>
                  </a:cubicBezTo>
                  <a:cubicBezTo>
                    <a:pt x="845" y="6264"/>
                    <a:pt x="662" y="6515"/>
                    <a:pt x="457" y="6766"/>
                  </a:cubicBezTo>
                  <a:cubicBezTo>
                    <a:pt x="457" y="6766"/>
                    <a:pt x="0" y="7268"/>
                    <a:pt x="297" y="7405"/>
                  </a:cubicBezTo>
                  <a:cubicBezTo>
                    <a:pt x="390" y="7452"/>
                    <a:pt x="459" y="7477"/>
                    <a:pt x="523" y="7477"/>
                  </a:cubicBezTo>
                  <a:cubicBezTo>
                    <a:pt x="646" y="7477"/>
                    <a:pt x="748" y="7381"/>
                    <a:pt x="959" y="7154"/>
                  </a:cubicBezTo>
                  <a:cubicBezTo>
                    <a:pt x="959" y="7154"/>
                    <a:pt x="2602" y="5351"/>
                    <a:pt x="3972" y="4119"/>
                  </a:cubicBezTo>
                  <a:cubicBezTo>
                    <a:pt x="5159" y="5168"/>
                    <a:pt x="5821" y="5739"/>
                    <a:pt x="6825" y="6858"/>
                  </a:cubicBezTo>
                  <a:cubicBezTo>
                    <a:pt x="6880" y="6913"/>
                    <a:pt x="6952" y="6943"/>
                    <a:pt x="7026" y="6943"/>
                  </a:cubicBezTo>
                  <a:cubicBezTo>
                    <a:pt x="7074" y="6943"/>
                    <a:pt x="7123" y="6930"/>
                    <a:pt x="7168" y="6903"/>
                  </a:cubicBezTo>
                  <a:lnTo>
                    <a:pt x="7670" y="6584"/>
                  </a:lnTo>
                  <a:cubicBezTo>
                    <a:pt x="7807" y="6492"/>
                    <a:pt x="7829" y="6310"/>
                    <a:pt x="7715" y="6196"/>
                  </a:cubicBezTo>
                  <a:cubicBezTo>
                    <a:pt x="7510" y="5990"/>
                    <a:pt x="7327" y="5762"/>
                    <a:pt x="7122" y="5556"/>
                  </a:cubicBezTo>
                  <a:cubicBezTo>
                    <a:pt x="6779" y="5237"/>
                    <a:pt x="6437" y="4917"/>
                    <a:pt x="6095" y="4621"/>
                  </a:cubicBezTo>
                  <a:lnTo>
                    <a:pt x="4680" y="3457"/>
                  </a:lnTo>
                  <a:cubicBezTo>
                    <a:pt x="5821" y="2452"/>
                    <a:pt x="6437" y="1927"/>
                    <a:pt x="7647" y="1060"/>
                  </a:cubicBezTo>
                  <a:cubicBezTo>
                    <a:pt x="7852" y="923"/>
                    <a:pt x="7944" y="444"/>
                    <a:pt x="7807" y="215"/>
                  </a:cubicBezTo>
                  <a:cubicBezTo>
                    <a:pt x="7738" y="101"/>
                    <a:pt x="7624" y="33"/>
                    <a:pt x="7487" y="10"/>
                  </a:cubicBezTo>
                  <a:cubicBezTo>
                    <a:pt x="7456" y="4"/>
                    <a:pt x="7426" y="1"/>
                    <a:pt x="73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 name="Google Shape;1207;p25">
            <a:extLst>
              <a:ext uri="{FF2B5EF4-FFF2-40B4-BE49-F238E27FC236}">
                <a16:creationId xmlns:a16="http://schemas.microsoft.com/office/drawing/2014/main" id="{C75F6359-96ED-446A-A6DE-40693E9BCEBE}"/>
              </a:ext>
            </a:extLst>
          </p:cNvPr>
          <p:cNvGrpSpPr/>
          <p:nvPr/>
        </p:nvGrpSpPr>
        <p:grpSpPr>
          <a:xfrm>
            <a:off x="5998094" y="1343625"/>
            <a:ext cx="537637" cy="894634"/>
            <a:chOff x="5998094" y="1343625"/>
            <a:chExt cx="537637" cy="894634"/>
          </a:xfrm>
          <a:solidFill>
            <a:schemeClr val="accent3"/>
          </a:solidFill>
        </p:grpSpPr>
        <p:sp>
          <p:nvSpPr>
            <p:cNvPr id="81" name="Google Shape;1208;p25">
              <a:extLst>
                <a:ext uri="{FF2B5EF4-FFF2-40B4-BE49-F238E27FC236}">
                  <a16:creationId xmlns:a16="http://schemas.microsoft.com/office/drawing/2014/main" id="{9C2EB03D-0718-426E-BAA9-692018AD928B}"/>
                </a:ext>
              </a:extLst>
            </p:cNvPr>
            <p:cNvSpPr/>
            <p:nvPr/>
          </p:nvSpPr>
          <p:spPr>
            <a:xfrm>
              <a:off x="6101002" y="1425024"/>
              <a:ext cx="37309" cy="102583"/>
            </a:xfrm>
            <a:custGeom>
              <a:avLst/>
              <a:gdLst/>
              <a:ahLst/>
              <a:cxnLst/>
              <a:rect l="l" t="t" r="r" b="b"/>
              <a:pathLst>
                <a:path w="1150" h="3162" extrusionOk="0">
                  <a:moveTo>
                    <a:pt x="161" y="1"/>
                  </a:moveTo>
                  <a:cubicBezTo>
                    <a:pt x="138" y="1"/>
                    <a:pt x="138" y="1"/>
                    <a:pt x="115" y="24"/>
                  </a:cubicBezTo>
                  <a:lnTo>
                    <a:pt x="92" y="24"/>
                  </a:lnTo>
                  <a:cubicBezTo>
                    <a:pt x="69" y="24"/>
                    <a:pt x="69" y="24"/>
                    <a:pt x="69" y="46"/>
                  </a:cubicBezTo>
                  <a:cubicBezTo>
                    <a:pt x="69" y="46"/>
                    <a:pt x="46" y="46"/>
                    <a:pt x="46" y="69"/>
                  </a:cubicBezTo>
                  <a:lnTo>
                    <a:pt x="24" y="69"/>
                  </a:lnTo>
                  <a:cubicBezTo>
                    <a:pt x="24" y="92"/>
                    <a:pt x="24" y="92"/>
                    <a:pt x="24" y="92"/>
                  </a:cubicBezTo>
                  <a:cubicBezTo>
                    <a:pt x="24" y="115"/>
                    <a:pt x="24" y="115"/>
                    <a:pt x="24" y="138"/>
                  </a:cubicBezTo>
                  <a:cubicBezTo>
                    <a:pt x="1" y="1165"/>
                    <a:pt x="298" y="2238"/>
                    <a:pt x="845" y="3105"/>
                  </a:cubicBezTo>
                  <a:cubicBezTo>
                    <a:pt x="877" y="3144"/>
                    <a:pt x="924" y="3162"/>
                    <a:pt x="970" y="3162"/>
                  </a:cubicBezTo>
                  <a:cubicBezTo>
                    <a:pt x="1061" y="3162"/>
                    <a:pt x="1149" y="3096"/>
                    <a:pt x="1119" y="2991"/>
                  </a:cubicBezTo>
                  <a:cubicBezTo>
                    <a:pt x="959" y="2512"/>
                    <a:pt x="822" y="2032"/>
                    <a:pt x="686" y="1553"/>
                  </a:cubicBezTo>
                  <a:cubicBezTo>
                    <a:pt x="549" y="1074"/>
                    <a:pt x="434" y="594"/>
                    <a:pt x="298" y="115"/>
                  </a:cubicBezTo>
                  <a:cubicBezTo>
                    <a:pt x="298" y="115"/>
                    <a:pt x="298" y="92"/>
                    <a:pt x="298" y="92"/>
                  </a:cubicBezTo>
                  <a:cubicBezTo>
                    <a:pt x="298" y="92"/>
                    <a:pt x="275" y="69"/>
                    <a:pt x="275" y="69"/>
                  </a:cubicBezTo>
                  <a:cubicBezTo>
                    <a:pt x="275" y="46"/>
                    <a:pt x="275" y="46"/>
                    <a:pt x="252" y="46"/>
                  </a:cubicBezTo>
                  <a:cubicBezTo>
                    <a:pt x="252" y="46"/>
                    <a:pt x="252" y="46"/>
                    <a:pt x="252" y="24"/>
                  </a:cubicBezTo>
                  <a:lnTo>
                    <a:pt x="206" y="24"/>
                  </a:lnTo>
                  <a:cubicBezTo>
                    <a:pt x="206" y="1"/>
                    <a:pt x="183" y="1"/>
                    <a:pt x="1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209;p25">
              <a:extLst>
                <a:ext uri="{FF2B5EF4-FFF2-40B4-BE49-F238E27FC236}">
                  <a16:creationId xmlns:a16="http://schemas.microsoft.com/office/drawing/2014/main" id="{EF070670-DAB7-4C28-9F6A-E67177D5827A}"/>
                </a:ext>
              </a:extLst>
            </p:cNvPr>
            <p:cNvSpPr/>
            <p:nvPr/>
          </p:nvSpPr>
          <p:spPr>
            <a:xfrm>
              <a:off x="6175068" y="1400854"/>
              <a:ext cx="22710" cy="88828"/>
            </a:xfrm>
            <a:custGeom>
              <a:avLst/>
              <a:gdLst/>
              <a:ahLst/>
              <a:cxnLst/>
              <a:rect l="l" t="t" r="r" b="b"/>
              <a:pathLst>
                <a:path w="700" h="2738" extrusionOk="0">
                  <a:moveTo>
                    <a:pt x="347" y="1"/>
                  </a:moveTo>
                  <a:cubicBezTo>
                    <a:pt x="329" y="1"/>
                    <a:pt x="312" y="5"/>
                    <a:pt x="297" y="15"/>
                  </a:cubicBezTo>
                  <a:lnTo>
                    <a:pt x="274" y="15"/>
                  </a:lnTo>
                  <a:cubicBezTo>
                    <a:pt x="229" y="38"/>
                    <a:pt x="206" y="61"/>
                    <a:pt x="206" y="107"/>
                  </a:cubicBezTo>
                  <a:cubicBezTo>
                    <a:pt x="0" y="928"/>
                    <a:pt x="69" y="1887"/>
                    <a:pt x="434" y="2663"/>
                  </a:cubicBezTo>
                  <a:cubicBezTo>
                    <a:pt x="451" y="2715"/>
                    <a:pt x="496" y="2738"/>
                    <a:pt x="542" y="2738"/>
                  </a:cubicBezTo>
                  <a:cubicBezTo>
                    <a:pt x="617" y="2738"/>
                    <a:pt x="699" y="2679"/>
                    <a:pt x="685" y="2595"/>
                  </a:cubicBezTo>
                  <a:cubicBezTo>
                    <a:pt x="639" y="1773"/>
                    <a:pt x="548" y="951"/>
                    <a:pt x="480" y="129"/>
                  </a:cubicBezTo>
                  <a:cubicBezTo>
                    <a:pt x="480" y="58"/>
                    <a:pt x="410"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210;p25">
              <a:extLst>
                <a:ext uri="{FF2B5EF4-FFF2-40B4-BE49-F238E27FC236}">
                  <a16:creationId xmlns:a16="http://schemas.microsoft.com/office/drawing/2014/main" id="{0D8D4D0A-025C-4D6E-83F6-BAA1CB45E876}"/>
                </a:ext>
              </a:extLst>
            </p:cNvPr>
            <p:cNvSpPr/>
            <p:nvPr/>
          </p:nvSpPr>
          <p:spPr>
            <a:xfrm>
              <a:off x="6248388" y="1376717"/>
              <a:ext cx="20471" cy="89282"/>
            </a:xfrm>
            <a:custGeom>
              <a:avLst/>
              <a:gdLst/>
              <a:ahLst/>
              <a:cxnLst/>
              <a:rect l="l" t="t" r="r" b="b"/>
              <a:pathLst>
                <a:path w="631" h="2752" extrusionOk="0">
                  <a:moveTo>
                    <a:pt x="448" y="0"/>
                  </a:moveTo>
                  <a:cubicBezTo>
                    <a:pt x="390" y="0"/>
                    <a:pt x="334" y="28"/>
                    <a:pt x="320" y="97"/>
                  </a:cubicBezTo>
                  <a:cubicBezTo>
                    <a:pt x="0" y="919"/>
                    <a:pt x="23" y="1878"/>
                    <a:pt x="365" y="2677"/>
                  </a:cubicBezTo>
                  <a:cubicBezTo>
                    <a:pt x="383" y="2729"/>
                    <a:pt x="427" y="2751"/>
                    <a:pt x="473" y="2751"/>
                  </a:cubicBezTo>
                  <a:cubicBezTo>
                    <a:pt x="549" y="2751"/>
                    <a:pt x="630" y="2693"/>
                    <a:pt x="616" y="2608"/>
                  </a:cubicBezTo>
                  <a:cubicBezTo>
                    <a:pt x="593" y="2197"/>
                    <a:pt x="571" y="1787"/>
                    <a:pt x="571" y="1376"/>
                  </a:cubicBezTo>
                  <a:cubicBezTo>
                    <a:pt x="548" y="965"/>
                    <a:pt x="571" y="554"/>
                    <a:pt x="593" y="143"/>
                  </a:cubicBezTo>
                  <a:cubicBezTo>
                    <a:pt x="593" y="97"/>
                    <a:pt x="593" y="52"/>
                    <a:pt x="548" y="29"/>
                  </a:cubicBezTo>
                  <a:cubicBezTo>
                    <a:pt x="521" y="11"/>
                    <a:pt x="484" y="0"/>
                    <a:pt x="4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211;p25">
              <a:extLst>
                <a:ext uri="{FF2B5EF4-FFF2-40B4-BE49-F238E27FC236}">
                  <a16:creationId xmlns:a16="http://schemas.microsoft.com/office/drawing/2014/main" id="{8B2E01C6-F027-45FF-B8D0-789C6F5B5049}"/>
                </a:ext>
              </a:extLst>
            </p:cNvPr>
            <p:cNvSpPr/>
            <p:nvPr/>
          </p:nvSpPr>
          <p:spPr>
            <a:xfrm>
              <a:off x="6122479" y="1758987"/>
              <a:ext cx="375489" cy="402871"/>
            </a:xfrm>
            <a:custGeom>
              <a:avLst/>
              <a:gdLst/>
              <a:ahLst/>
              <a:cxnLst/>
              <a:rect l="l" t="t" r="r" b="b"/>
              <a:pathLst>
                <a:path w="11574" h="12418" extrusionOk="0">
                  <a:moveTo>
                    <a:pt x="11391" y="1"/>
                  </a:moveTo>
                  <a:cubicBezTo>
                    <a:pt x="10569" y="366"/>
                    <a:pt x="8355" y="617"/>
                    <a:pt x="5730" y="617"/>
                  </a:cubicBezTo>
                  <a:cubicBezTo>
                    <a:pt x="3310" y="617"/>
                    <a:pt x="1210" y="389"/>
                    <a:pt x="275" y="69"/>
                  </a:cubicBezTo>
                  <a:lnTo>
                    <a:pt x="206" y="69"/>
                  </a:lnTo>
                  <a:cubicBezTo>
                    <a:pt x="206" y="412"/>
                    <a:pt x="206" y="731"/>
                    <a:pt x="206" y="1074"/>
                  </a:cubicBezTo>
                  <a:cubicBezTo>
                    <a:pt x="183" y="3288"/>
                    <a:pt x="138" y="5479"/>
                    <a:pt x="115" y="7693"/>
                  </a:cubicBezTo>
                  <a:cubicBezTo>
                    <a:pt x="92" y="8218"/>
                    <a:pt x="92" y="8743"/>
                    <a:pt x="92" y="9268"/>
                  </a:cubicBezTo>
                  <a:cubicBezTo>
                    <a:pt x="69" y="9907"/>
                    <a:pt x="1" y="10546"/>
                    <a:pt x="69" y="11163"/>
                  </a:cubicBezTo>
                  <a:cubicBezTo>
                    <a:pt x="183" y="12282"/>
                    <a:pt x="1243" y="12376"/>
                    <a:pt x="2174" y="12376"/>
                  </a:cubicBezTo>
                  <a:cubicBezTo>
                    <a:pt x="2363" y="12376"/>
                    <a:pt x="2547" y="12372"/>
                    <a:pt x="2717" y="12372"/>
                  </a:cubicBezTo>
                  <a:lnTo>
                    <a:pt x="4086" y="12372"/>
                  </a:lnTo>
                  <a:cubicBezTo>
                    <a:pt x="5182" y="12395"/>
                    <a:pt x="6301" y="12395"/>
                    <a:pt x="7396" y="12418"/>
                  </a:cubicBezTo>
                  <a:lnTo>
                    <a:pt x="9587" y="12418"/>
                  </a:lnTo>
                  <a:cubicBezTo>
                    <a:pt x="9907" y="12418"/>
                    <a:pt x="10226" y="12418"/>
                    <a:pt x="10523" y="12349"/>
                  </a:cubicBezTo>
                  <a:cubicBezTo>
                    <a:pt x="10888" y="12235"/>
                    <a:pt x="11231" y="12053"/>
                    <a:pt x="11413" y="11710"/>
                  </a:cubicBezTo>
                  <a:cubicBezTo>
                    <a:pt x="11573" y="11368"/>
                    <a:pt x="11573" y="10957"/>
                    <a:pt x="11573" y="10592"/>
                  </a:cubicBezTo>
                  <a:cubicBezTo>
                    <a:pt x="11573" y="9839"/>
                    <a:pt x="11550" y="9108"/>
                    <a:pt x="11550" y="8378"/>
                  </a:cubicBezTo>
                  <a:cubicBezTo>
                    <a:pt x="11527" y="7100"/>
                    <a:pt x="11527" y="5844"/>
                    <a:pt x="11505" y="4566"/>
                  </a:cubicBezTo>
                  <a:cubicBezTo>
                    <a:pt x="11459" y="3037"/>
                    <a:pt x="11436" y="1530"/>
                    <a:pt x="114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212;p25">
              <a:extLst>
                <a:ext uri="{FF2B5EF4-FFF2-40B4-BE49-F238E27FC236}">
                  <a16:creationId xmlns:a16="http://schemas.microsoft.com/office/drawing/2014/main" id="{737F0AFA-A2D6-4799-8D13-2289243A8B34}"/>
                </a:ext>
              </a:extLst>
            </p:cNvPr>
            <p:cNvSpPr/>
            <p:nvPr/>
          </p:nvSpPr>
          <p:spPr>
            <a:xfrm>
              <a:off x="6114336" y="1719764"/>
              <a:ext cx="393236" cy="450983"/>
            </a:xfrm>
            <a:custGeom>
              <a:avLst/>
              <a:gdLst/>
              <a:ahLst/>
              <a:cxnLst/>
              <a:rect l="l" t="t" r="r" b="b"/>
              <a:pathLst>
                <a:path w="12121" h="13901" extrusionOk="0">
                  <a:moveTo>
                    <a:pt x="11756" y="1210"/>
                  </a:moveTo>
                  <a:cubicBezTo>
                    <a:pt x="11778" y="2739"/>
                    <a:pt x="11801" y="4246"/>
                    <a:pt x="11824" y="5775"/>
                  </a:cubicBezTo>
                  <a:cubicBezTo>
                    <a:pt x="11847" y="7030"/>
                    <a:pt x="11870" y="8309"/>
                    <a:pt x="11893" y="9587"/>
                  </a:cubicBezTo>
                  <a:cubicBezTo>
                    <a:pt x="11893" y="10317"/>
                    <a:pt x="11915" y="11048"/>
                    <a:pt x="11915" y="11801"/>
                  </a:cubicBezTo>
                  <a:cubicBezTo>
                    <a:pt x="11915" y="12166"/>
                    <a:pt x="11915" y="12577"/>
                    <a:pt x="11733" y="12919"/>
                  </a:cubicBezTo>
                  <a:cubicBezTo>
                    <a:pt x="11573" y="13262"/>
                    <a:pt x="11231" y="13444"/>
                    <a:pt x="10865" y="13558"/>
                  </a:cubicBezTo>
                  <a:cubicBezTo>
                    <a:pt x="10569" y="13627"/>
                    <a:pt x="10249" y="13627"/>
                    <a:pt x="9930" y="13627"/>
                  </a:cubicBezTo>
                  <a:lnTo>
                    <a:pt x="7738" y="13627"/>
                  </a:lnTo>
                  <a:cubicBezTo>
                    <a:pt x="6643" y="13604"/>
                    <a:pt x="5524" y="13604"/>
                    <a:pt x="4429" y="13581"/>
                  </a:cubicBezTo>
                  <a:lnTo>
                    <a:pt x="3059" y="13581"/>
                  </a:lnTo>
                  <a:cubicBezTo>
                    <a:pt x="2889" y="13581"/>
                    <a:pt x="2705" y="13585"/>
                    <a:pt x="2516" y="13585"/>
                  </a:cubicBezTo>
                  <a:cubicBezTo>
                    <a:pt x="1585" y="13585"/>
                    <a:pt x="525" y="13491"/>
                    <a:pt x="411" y="12372"/>
                  </a:cubicBezTo>
                  <a:cubicBezTo>
                    <a:pt x="343" y="11755"/>
                    <a:pt x="411" y="11116"/>
                    <a:pt x="434" y="10477"/>
                  </a:cubicBezTo>
                  <a:cubicBezTo>
                    <a:pt x="434" y="9952"/>
                    <a:pt x="434" y="9427"/>
                    <a:pt x="457" y="8902"/>
                  </a:cubicBezTo>
                  <a:cubicBezTo>
                    <a:pt x="480" y="6688"/>
                    <a:pt x="526" y="4497"/>
                    <a:pt x="548" y="2283"/>
                  </a:cubicBezTo>
                  <a:cubicBezTo>
                    <a:pt x="548" y="1940"/>
                    <a:pt x="548" y="1621"/>
                    <a:pt x="548" y="1278"/>
                  </a:cubicBezTo>
                  <a:lnTo>
                    <a:pt x="617" y="1278"/>
                  </a:lnTo>
                  <a:cubicBezTo>
                    <a:pt x="1553" y="1598"/>
                    <a:pt x="3630" y="1826"/>
                    <a:pt x="6072" y="1826"/>
                  </a:cubicBezTo>
                  <a:cubicBezTo>
                    <a:pt x="8697" y="1826"/>
                    <a:pt x="10911" y="1575"/>
                    <a:pt x="11733" y="1210"/>
                  </a:cubicBezTo>
                  <a:close/>
                  <a:moveTo>
                    <a:pt x="6072" y="0"/>
                  </a:moveTo>
                  <a:cubicBezTo>
                    <a:pt x="2763" y="0"/>
                    <a:pt x="92" y="411"/>
                    <a:pt x="92" y="913"/>
                  </a:cubicBezTo>
                  <a:cubicBezTo>
                    <a:pt x="46" y="3401"/>
                    <a:pt x="46" y="5912"/>
                    <a:pt x="23" y="8400"/>
                  </a:cubicBezTo>
                  <a:cubicBezTo>
                    <a:pt x="23" y="9610"/>
                    <a:pt x="1" y="10819"/>
                    <a:pt x="23" y="12052"/>
                  </a:cubicBezTo>
                  <a:cubicBezTo>
                    <a:pt x="23" y="12691"/>
                    <a:pt x="229" y="13330"/>
                    <a:pt x="845" y="13650"/>
                  </a:cubicBezTo>
                  <a:cubicBezTo>
                    <a:pt x="1325" y="13901"/>
                    <a:pt x="1849" y="13901"/>
                    <a:pt x="2374" y="13901"/>
                  </a:cubicBezTo>
                  <a:cubicBezTo>
                    <a:pt x="2922" y="13878"/>
                    <a:pt x="3470" y="13878"/>
                    <a:pt x="3995" y="13878"/>
                  </a:cubicBezTo>
                  <a:cubicBezTo>
                    <a:pt x="5159" y="13855"/>
                    <a:pt x="6300" y="13855"/>
                    <a:pt x="7442" y="13855"/>
                  </a:cubicBezTo>
                  <a:cubicBezTo>
                    <a:pt x="8218" y="13855"/>
                    <a:pt x="9017" y="13832"/>
                    <a:pt x="9793" y="13832"/>
                  </a:cubicBezTo>
                  <a:cubicBezTo>
                    <a:pt x="10614" y="13832"/>
                    <a:pt x="11642" y="13787"/>
                    <a:pt x="11984" y="12874"/>
                  </a:cubicBezTo>
                  <a:cubicBezTo>
                    <a:pt x="12121" y="12531"/>
                    <a:pt x="12121" y="12143"/>
                    <a:pt x="12098" y="11801"/>
                  </a:cubicBezTo>
                  <a:cubicBezTo>
                    <a:pt x="12098" y="10226"/>
                    <a:pt x="12098" y="8628"/>
                    <a:pt x="12075" y="7053"/>
                  </a:cubicBezTo>
                  <a:cubicBezTo>
                    <a:pt x="12075" y="5775"/>
                    <a:pt x="12075" y="4474"/>
                    <a:pt x="12075" y="3173"/>
                  </a:cubicBezTo>
                  <a:cubicBezTo>
                    <a:pt x="12075" y="2443"/>
                    <a:pt x="12052" y="1712"/>
                    <a:pt x="12052" y="1005"/>
                  </a:cubicBezTo>
                  <a:cubicBezTo>
                    <a:pt x="12052" y="982"/>
                    <a:pt x="12052" y="982"/>
                    <a:pt x="12052" y="959"/>
                  </a:cubicBezTo>
                  <a:cubicBezTo>
                    <a:pt x="12052" y="959"/>
                    <a:pt x="12075" y="936"/>
                    <a:pt x="12075" y="913"/>
                  </a:cubicBezTo>
                  <a:cubicBezTo>
                    <a:pt x="12075" y="411"/>
                    <a:pt x="9382" y="0"/>
                    <a:pt x="6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213;p25">
              <a:extLst>
                <a:ext uri="{FF2B5EF4-FFF2-40B4-BE49-F238E27FC236}">
                  <a16:creationId xmlns:a16="http://schemas.microsoft.com/office/drawing/2014/main" id="{08455661-1D73-4409-A34A-CF4E2A12F784}"/>
                </a:ext>
              </a:extLst>
            </p:cNvPr>
            <p:cNvSpPr/>
            <p:nvPr/>
          </p:nvSpPr>
          <p:spPr>
            <a:xfrm>
              <a:off x="6199497" y="1827116"/>
              <a:ext cx="11874" cy="292534"/>
            </a:xfrm>
            <a:custGeom>
              <a:avLst/>
              <a:gdLst/>
              <a:ahLst/>
              <a:cxnLst/>
              <a:rect l="l" t="t" r="r" b="b"/>
              <a:pathLst>
                <a:path w="366" h="9017" extrusionOk="0">
                  <a:moveTo>
                    <a:pt x="183" y="1"/>
                  </a:moveTo>
                  <a:cubicBezTo>
                    <a:pt x="115" y="1"/>
                    <a:pt x="92" y="47"/>
                    <a:pt x="92" y="92"/>
                  </a:cubicBezTo>
                  <a:cubicBezTo>
                    <a:pt x="23" y="1439"/>
                    <a:pt x="1" y="2831"/>
                    <a:pt x="1" y="4155"/>
                  </a:cubicBezTo>
                  <a:lnTo>
                    <a:pt x="1" y="4520"/>
                  </a:lnTo>
                  <a:lnTo>
                    <a:pt x="1" y="4840"/>
                  </a:lnTo>
                  <a:cubicBezTo>
                    <a:pt x="1" y="6187"/>
                    <a:pt x="1" y="7556"/>
                    <a:pt x="92" y="8926"/>
                  </a:cubicBezTo>
                  <a:cubicBezTo>
                    <a:pt x="92" y="8994"/>
                    <a:pt x="115" y="9017"/>
                    <a:pt x="183" y="9017"/>
                  </a:cubicBezTo>
                  <a:cubicBezTo>
                    <a:pt x="229" y="9017"/>
                    <a:pt x="274" y="8994"/>
                    <a:pt x="274" y="8926"/>
                  </a:cubicBezTo>
                  <a:cubicBezTo>
                    <a:pt x="343" y="7579"/>
                    <a:pt x="343" y="6187"/>
                    <a:pt x="366" y="4863"/>
                  </a:cubicBezTo>
                  <a:lnTo>
                    <a:pt x="366" y="4520"/>
                  </a:lnTo>
                  <a:lnTo>
                    <a:pt x="366" y="4201"/>
                  </a:lnTo>
                  <a:cubicBezTo>
                    <a:pt x="343" y="2854"/>
                    <a:pt x="343" y="1462"/>
                    <a:pt x="274" y="92"/>
                  </a:cubicBezTo>
                  <a:cubicBezTo>
                    <a:pt x="274" y="47"/>
                    <a:pt x="229" y="1"/>
                    <a:pt x="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214;p25">
              <a:extLst>
                <a:ext uri="{FF2B5EF4-FFF2-40B4-BE49-F238E27FC236}">
                  <a16:creationId xmlns:a16="http://schemas.microsoft.com/office/drawing/2014/main" id="{9AC2F070-D39C-4960-856B-051351F2B77C}"/>
                </a:ext>
              </a:extLst>
            </p:cNvPr>
            <p:cNvSpPr/>
            <p:nvPr/>
          </p:nvSpPr>
          <p:spPr>
            <a:xfrm>
              <a:off x="6304643" y="1827116"/>
              <a:ext cx="12620" cy="292534"/>
            </a:xfrm>
            <a:custGeom>
              <a:avLst/>
              <a:gdLst/>
              <a:ahLst/>
              <a:cxnLst/>
              <a:rect l="l" t="t" r="r" b="b"/>
              <a:pathLst>
                <a:path w="389" h="9017" extrusionOk="0">
                  <a:moveTo>
                    <a:pt x="206" y="1"/>
                  </a:moveTo>
                  <a:cubicBezTo>
                    <a:pt x="138" y="1"/>
                    <a:pt x="92" y="47"/>
                    <a:pt x="92" y="92"/>
                  </a:cubicBezTo>
                  <a:cubicBezTo>
                    <a:pt x="24" y="1439"/>
                    <a:pt x="24" y="2831"/>
                    <a:pt x="24" y="4155"/>
                  </a:cubicBezTo>
                  <a:lnTo>
                    <a:pt x="1" y="4520"/>
                  </a:lnTo>
                  <a:lnTo>
                    <a:pt x="24" y="4840"/>
                  </a:lnTo>
                  <a:cubicBezTo>
                    <a:pt x="24" y="6187"/>
                    <a:pt x="24" y="7556"/>
                    <a:pt x="92" y="8926"/>
                  </a:cubicBezTo>
                  <a:cubicBezTo>
                    <a:pt x="92" y="8994"/>
                    <a:pt x="138" y="9017"/>
                    <a:pt x="206" y="9017"/>
                  </a:cubicBezTo>
                  <a:cubicBezTo>
                    <a:pt x="252" y="9017"/>
                    <a:pt x="297" y="8994"/>
                    <a:pt x="297" y="8926"/>
                  </a:cubicBezTo>
                  <a:cubicBezTo>
                    <a:pt x="366" y="7579"/>
                    <a:pt x="366" y="6187"/>
                    <a:pt x="389" y="4863"/>
                  </a:cubicBezTo>
                  <a:lnTo>
                    <a:pt x="389" y="4520"/>
                  </a:lnTo>
                  <a:lnTo>
                    <a:pt x="389" y="4201"/>
                  </a:lnTo>
                  <a:cubicBezTo>
                    <a:pt x="366" y="2854"/>
                    <a:pt x="366" y="1462"/>
                    <a:pt x="297" y="92"/>
                  </a:cubicBezTo>
                  <a:cubicBezTo>
                    <a:pt x="297" y="47"/>
                    <a:pt x="252" y="1"/>
                    <a:pt x="2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215;p25">
              <a:extLst>
                <a:ext uri="{FF2B5EF4-FFF2-40B4-BE49-F238E27FC236}">
                  <a16:creationId xmlns:a16="http://schemas.microsoft.com/office/drawing/2014/main" id="{FC98D8CD-F9FD-4C0E-8A16-B5CC6493379E}"/>
                </a:ext>
              </a:extLst>
            </p:cNvPr>
            <p:cNvSpPr/>
            <p:nvPr/>
          </p:nvSpPr>
          <p:spPr>
            <a:xfrm>
              <a:off x="6410536" y="1827116"/>
              <a:ext cx="11874" cy="292534"/>
            </a:xfrm>
            <a:custGeom>
              <a:avLst/>
              <a:gdLst/>
              <a:ahLst/>
              <a:cxnLst/>
              <a:rect l="l" t="t" r="r" b="b"/>
              <a:pathLst>
                <a:path w="366" h="9017" extrusionOk="0">
                  <a:moveTo>
                    <a:pt x="183" y="1"/>
                  </a:moveTo>
                  <a:cubicBezTo>
                    <a:pt x="138" y="1"/>
                    <a:pt x="92" y="47"/>
                    <a:pt x="92" y="92"/>
                  </a:cubicBezTo>
                  <a:cubicBezTo>
                    <a:pt x="24" y="1439"/>
                    <a:pt x="24" y="2831"/>
                    <a:pt x="1" y="4155"/>
                  </a:cubicBezTo>
                  <a:lnTo>
                    <a:pt x="1" y="4520"/>
                  </a:lnTo>
                  <a:lnTo>
                    <a:pt x="1" y="4840"/>
                  </a:lnTo>
                  <a:cubicBezTo>
                    <a:pt x="24" y="6187"/>
                    <a:pt x="24" y="7556"/>
                    <a:pt x="92" y="8926"/>
                  </a:cubicBezTo>
                  <a:cubicBezTo>
                    <a:pt x="92" y="8994"/>
                    <a:pt x="138" y="9017"/>
                    <a:pt x="183" y="9017"/>
                  </a:cubicBezTo>
                  <a:cubicBezTo>
                    <a:pt x="252" y="9017"/>
                    <a:pt x="275" y="8994"/>
                    <a:pt x="297" y="8926"/>
                  </a:cubicBezTo>
                  <a:cubicBezTo>
                    <a:pt x="366" y="7579"/>
                    <a:pt x="366" y="6187"/>
                    <a:pt x="366" y="4863"/>
                  </a:cubicBezTo>
                  <a:lnTo>
                    <a:pt x="366" y="4520"/>
                  </a:lnTo>
                  <a:lnTo>
                    <a:pt x="366" y="4201"/>
                  </a:lnTo>
                  <a:cubicBezTo>
                    <a:pt x="366" y="2854"/>
                    <a:pt x="366" y="1462"/>
                    <a:pt x="297" y="92"/>
                  </a:cubicBezTo>
                  <a:cubicBezTo>
                    <a:pt x="275" y="47"/>
                    <a:pt x="252" y="1"/>
                    <a:pt x="18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216;p25">
              <a:extLst>
                <a:ext uri="{FF2B5EF4-FFF2-40B4-BE49-F238E27FC236}">
                  <a16:creationId xmlns:a16="http://schemas.microsoft.com/office/drawing/2014/main" id="{1B6D5A82-027A-48D1-A90C-A3423B937C8E}"/>
                </a:ext>
              </a:extLst>
            </p:cNvPr>
            <p:cNvSpPr/>
            <p:nvPr/>
          </p:nvSpPr>
          <p:spPr>
            <a:xfrm>
              <a:off x="6092113" y="1343625"/>
              <a:ext cx="443619" cy="406634"/>
            </a:xfrm>
            <a:custGeom>
              <a:avLst/>
              <a:gdLst/>
              <a:ahLst/>
              <a:cxnLst/>
              <a:rect l="l" t="t" r="r" b="b"/>
              <a:pathLst>
                <a:path w="13674" h="12534" extrusionOk="0">
                  <a:moveTo>
                    <a:pt x="10671" y="416"/>
                  </a:moveTo>
                  <a:cubicBezTo>
                    <a:pt x="11207" y="416"/>
                    <a:pt x="11688" y="1061"/>
                    <a:pt x="11939" y="1437"/>
                  </a:cubicBezTo>
                  <a:cubicBezTo>
                    <a:pt x="12509" y="2327"/>
                    <a:pt x="13034" y="3331"/>
                    <a:pt x="13194" y="4381"/>
                  </a:cubicBezTo>
                  <a:cubicBezTo>
                    <a:pt x="13240" y="4792"/>
                    <a:pt x="13262" y="5272"/>
                    <a:pt x="13034" y="5660"/>
                  </a:cubicBezTo>
                  <a:cubicBezTo>
                    <a:pt x="12943" y="5819"/>
                    <a:pt x="12897" y="5865"/>
                    <a:pt x="12737" y="5934"/>
                  </a:cubicBezTo>
                  <a:cubicBezTo>
                    <a:pt x="12532" y="6025"/>
                    <a:pt x="12327" y="6162"/>
                    <a:pt x="12144" y="6276"/>
                  </a:cubicBezTo>
                  <a:cubicBezTo>
                    <a:pt x="11573" y="4701"/>
                    <a:pt x="10774" y="3217"/>
                    <a:pt x="9770" y="1871"/>
                  </a:cubicBezTo>
                  <a:cubicBezTo>
                    <a:pt x="9861" y="1551"/>
                    <a:pt x="9907" y="1186"/>
                    <a:pt x="10044" y="866"/>
                  </a:cubicBezTo>
                  <a:cubicBezTo>
                    <a:pt x="10135" y="684"/>
                    <a:pt x="10295" y="478"/>
                    <a:pt x="10523" y="433"/>
                  </a:cubicBezTo>
                  <a:cubicBezTo>
                    <a:pt x="10573" y="421"/>
                    <a:pt x="10622" y="416"/>
                    <a:pt x="10671" y="416"/>
                  </a:cubicBezTo>
                  <a:close/>
                  <a:moveTo>
                    <a:pt x="9647" y="4138"/>
                  </a:moveTo>
                  <a:cubicBezTo>
                    <a:pt x="9691" y="4138"/>
                    <a:pt x="9737" y="4187"/>
                    <a:pt x="9702" y="4222"/>
                  </a:cubicBezTo>
                  <a:lnTo>
                    <a:pt x="9679" y="4222"/>
                  </a:lnTo>
                  <a:cubicBezTo>
                    <a:pt x="8332" y="5774"/>
                    <a:pt x="6689" y="7098"/>
                    <a:pt x="4885" y="8079"/>
                  </a:cubicBezTo>
                  <a:lnTo>
                    <a:pt x="4863" y="8079"/>
                  </a:lnTo>
                  <a:cubicBezTo>
                    <a:pt x="4863" y="8079"/>
                    <a:pt x="4840" y="8056"/>
                    <a:pt x="4840" y="8056"/>
                  </a:cubicBezTo>
                  <a:cubicBezTo>
                    <a:pt x="4840" y="8033"/>
                    <a:pt x="4840" y="8033"/>
                    <a:pt x="4817" y="8033"/>
                  </a:cubicBezTo>
                  <a:cubicBezTo>
                    <a:pt x="4817" y="8033"/>
                    <a:pt x="4817" y="8011"/>
                    <a:pt x="4817" y="8011"/>
                  </a:cubicBezTo>
                  <a:cubicBezTo>
                    <a:pt x="4840" y="7988"/>
                    <a:pt x="4840" y="7988"/>
                    <a:pt x="4840" y="7988"/>
                  </a:cubicBezTo>
                  <a:cubicBezTo>
                    <a:pt x="6460" y="6732"/>
                    <a:pt x="8058" y="5454"/>
                    <a:pt x="9610" y="4153"/>
                  </a:cubicBezTo>
                  <a:cubicBezTo>
                    <a:pt x="9621" y="4143"/>
                    <a:pt x="9634" y="4138"/>
                    <a:pt x="9647" y="4138"/>
                  </a:cubicBezTo>
                  <a:close/>
                  <a:moveTo>
                    <a:pt x="10824" y="6042"/>
                  </a:moveTo>
                  <a:cubicBezTo>
                    <a:pt x="10864" y="6042"/>
                    <a:pt x="10903" y="6079"/>
                    <a:pt x="10866" y="6116"/>
                  </a:cubicBezTo>
                  <a:cubicBezTo>
                    <a:pt x="10866" y="6116"/>
                    <a:pt x="10866" y="6139"/>
                    <a:pt x="10866" y="6139"/>
                  </a:cubicBezTo>
                  <a:cubicBezTo>
                    <a:pt x="9519" y="7668"/>
                    <a:pt x="7625" y="8787"/>
                    <a:pt x="5616" y="9198"/>
                  </a:cubicBezTo>
                  <a:lnTo>
                    <a:pt x="5593" y="9198"/>
                  </a:lnTo>
                  <a:cubicBezTo>
                    <a:pt x="5570" y="9198"/>
                    <a:pt x="5570" y="9175"/>
                    <a:pt x="5570" y="9175"/>
                  </a:cubicBezTo>
                  <a:cubicBezTo>
                    <a:pt x="5570" y="9175"/>
                    <a:pt x="5570" y="9175"/>
                    <a:pt x="5570" y="9152"/>
                  </a:cubicBezTo>
                  <a:cubicBezTo>
                    <a:pt x="5570" y="9129"/>
                    <a:pt x="5570" y="9129"/>
                    <a:pt x="5570" y="9129"/>
                  </a:cubicBezTo>
                  <a:cubicBezTo>
                    <a:pt x="5570" y="9129"/>
                    <a:pt x="5570" y="9129"/>
                    <a:pt x="5570" y="9106"/>
                  </a:cubicBezTo>
                  <a:lnTo>
                    <a:pt x="5593" y="9106"/>
                  </a:lnTo>
                  <a:cubicBezTo>
                    <a:pt x="7510" y="8376"/>
                    <a:pt x="9222" y="7372"/>
                    <a:pt x="10797" y="6048"/>
                  </a:cubicBezTo>
                  <a:cubicBezTo>
                    <a:pt x="10806" y="6044"/>
                    <a:pt x="10815" y="6042"/>
                    <a:pt x="10824" y="6042"/>
                  </a:cubicBezTo>
                  <a:close/>
                  <a:moveTo>
                    <a:pt x="2649" y="7257"/>
                  </a:moveTo>
                  <a:cubicBezTo>
                    <a:pt x="3539" y="8650"/>
                    <a:pt x="4634" y="9882"/>
                    <a:pt x="5913" y="10887"/>
                  </a:cubicBezTo>
                  <a:cubicBezTo>
                    <a:pt x="5821" y="11183"/>
                    <a:pt x="5753" y="11526"/>
                    <a:pt x="5502" y="11754"/>
                  </a:cubicBezTo>
                  <a:cubicBezTo>
                    <a:pt x="5274" y="12005"/>
                    <a:pt x="4908" y="12119"/>
                    <a:pt x="4566" y="12119"/>
                  </a:cubicBezTo>
                  <a:cubicBezTo>
                    <a:pt x="4552" y="12120"/>
                    <a:pt x="4538" y="12120"/>
                    <a:pt x="4525" y="12120"/>
                  </a:cubicBezTo>
                  <a:cubicBezTo>
                    <a:pt x="3839" y="12120"/>
                    <a:pt x="3345" y="11566"/>
                    <a:pt x="2786" y="11275"/>
                  </a:cubicBezTo>
                  <a:cubicBezTo>
                    <a:pt x="2192" y="10955"/>
                    <a:pt x="1485" y="10795"/>
                    <a:pt x="1051" y="10248"/>
                  </a:cubicBezTo>
                  <a:cubicBezTo>
                    <a:pt x="617" y="9700"/>
                    <a:pt x="457" y="8946"/>
                    <a:pt x="754" y="8285"/>
                  </a:cubicBezTo>
                  <a:cubicBezTo>
                    <a:pt x="1142" y="7623"/>
                    <a:pt x="1918" y="7394"/>
                    <a:pt x="2649" y="7257"/>
                  </a:cubicBezTo>
                  <a:close/>
                  <a:moveTo>
                    <a:pt x="10613" y="1"/>
                  </a:moveTo>
                  <a:cubicBezTo>
                    <a:pt x="10347" y="1"/>
                    <a:pt x="10088" y="117"/>
                    <a:pt x="9861" y="410"/>
                  </a:cubicBezTo>
                  <a:cubicBezTo>
                    <a:pt x="9702" y="592"/>
                    <a:pt x="9610" y="844"/>
                    <a:pt x="9542" y="1072"/>
                  </a:cubicBezTo>
                  <a:cubicBezTo>
                    <a:pt x="9519" y="1254"/>
                    <a:pt x="9473" y="1437"/>
                    <a:pt x="9428" y="1620"/>
                  </a:cubicBezTo>
                  <a:cubicBezTo>
                    <a:pt x="9405" y="1688"/>
                    <a:pt x="9359" y="1757"/>
                    <a:pt x="9359" y="1848"/>
                  </a:cubicBezTo>
                  <a:cubicBezTo>
                    <a:pt x="9085" y="2647"/>
                    <a:pt x="8606" y="3172"/>
                    <a:pt x="7876" y="3583"/>
                  </a:cubicBezTo>
                  <a:cubicBezTo>
                    <a:pt x="7442" y="3856"/>
                    <a:pt x="6985" y="4130"/>
                    <a:pt x="6575" y="4473"/>
                  </a:cubicBezTo>
                  <a:cubicBezTo>
                    <a:pt x="6164" y="4815"/>
                    <a:pt x="5844" y="5203"/>
                    <a:pt x="5525" y="5614"/>
                  </a:cubicBezTo>
                  <a:cubicBezTo>
                    <a:pt x="5182" y="6071"/>
                    <a:pt x="4794" y="6367"/>
                    <a:pt x="4269" y="6550"/>
                  </a:cubicBezTo>
                  <a:cubicBezTo>
                    <a:pt x="3767" y="6710"/>
                    <a:pt x="3242" y="6732"/>
                    <a:pt x="2717" y="6824"/>
                  </a:cubicBezTo>
                  <a:cubicBezTo>
                    <a:pt x="1827" y="6961"/>
                    <a:pt x="868" y="7257"/>
                    <a:pt x="389" y="8079"/>
                  </a:cubicBezTo>
                  <a:cubicBezTo>
                    <a:pt x="389" y="8079"/>
                    <a:pt x="389" y="8102"/>
                    <a:pt x="389" y="8102"/>
                  </a:cubicBezTo>
                  <a:cubicBezTo>
                    <a:pt x="389" y="8102"/>
                    <a:pt x="366" y="8125"/>
                    <a:pt x="366" y="8125"/>
                  </a:cubicBezTo>
                  <a:cubicBezTo>
                    <a:pt x="1" y="8855"/>
                    <a:pt x="183" y="9723"/>
                    <a:pt x="640" y="10384"/>
                  </a:cubicBezTo>
                  <a:cubicBezTo>
                    <a:pt x="1142" y="11115"/>
                    <a:pt x="1964" y="11275"/>
                    <a:pt x="2671" y="11686"/>
                  </a:cubicBezTo>
                  <a:cubicBezTo>
                    <a:pt x="3014" y="11891"/>
                    <a:pt x="3333" y="12142"/>
                    <a:pt x="3676" y="12325"/>
                  </a:cubicBezTo>
                  <a:cubicBezTo>
                    <a:pt x="3948" y="12461"/>
                    <a:pt x="4220" y="12533"/>
                    <a:pt x="4510" y="12533"/>
                  </a:cubicBezTo>
                  <a:cubicBezTo>
                    <a:pt x="4610" y="12533"/>
                    <a:pt x="4712" y="12525"/>
                    <a:pt x="4817" y="12507"/>
                  </a:cubicBezTo>
                  <a:cubicBezTo>
                    <a:pt x="5182" y="12462"/>
                    <a:pt x="5570" y="12302"/>
                    <a:pt x="5844" y="12005"/>
                  </a:cubicBezTo>
                  <a:cubicBezTo>
                    <a:pt x="6141" y="11708"/>
                    <a:pt x="6232" y="11275"/>
                    <a:pt x="6369" y="10887"/>
                  </a:cubicBezTo>
                  <a:cubicBezTo>
                    <a:pt x="6483" y="10499"/>
                    <a:pt x="6689" y="10225"/>
                    <a:pt x="7054" y="10065"/>
                  </a:cubicBezTo>
                  <a:cubicBezTo>
                    <a:pt x="7373" y="9905"/>
                    <a:pt x="7739" y="9837"/>
                    <a:pt x="8081" y="9745"/>
                  </a:cubicBezTo>
                  <a:cubicBezTo>
                    <a:pt x="8583" y="9608"/>
                    <a:pt x="9108" y="9517"/>
                    <a:pt x="9610" y="9335"/>
                  </a:cubicBezTo>
                  <a:cubicBezTo>
                    <a:pt x="10067" y="9152"/>
                    <a:pt x="10455" y="8878"/>
                    <a:pt x="10797" y="8513"/>
                  </a:cubicBezTo>
                  <a:cubicBezTo>
                    <a:pt x="11299" y="7965"/>
                    <a:pt x="11573" y="7235"/>
                    <a:pt x="12167" y="6755"/>
                  </a:cubicBezTo>
                  <a:cubicBezTo>
                    <a:pt x="12441" y="6550"/>
                    <a:pt x="12737" y="6413"/>
                    <a:pt x="13034" y="6276"/>
                  </a:cubicBezTo>
                  <a:cubicBezTo>
                    <a:pt x="13194" y="6185"/>
                    <a:pt x="13308" y="6048"/>
                    <a:pt x="13377" y="5888"/>
                  </a:cubicBezTo>
                  <a:cubicBezTo>
                    <a:pt x="13628" y="5477"/>
                    <a:pt x="13673" y="4975"/>
                    <a:pt x="13628" y="4496"/>
                  </a:cubicBezTo>
                  <a:cubicBezTo>
                    <a:pt x="13491" y="3331"/>
                    <a:pt x="12943" y="2213"/>
                    <a:pt x="12304" y="1232"/>
                  </a:cubicBezTo>
                  <a:cubicBezTo>
                    <a:pt x="12304" y="1232"/>
                    <a:pt x="12304" y="1232"/>
                    <a:pt x="12281" y="1209"/>
                  </a:cubicBezTo>
                  <a:cubicBezTo>
                    <a:pt x="12281" y="1209"/>
                    <a:pt x="12281" y="1209"/>
                    <a:pt x="12281" y="1186"/>
                  </a:cubicBezTo>
                  <a:cubicBezTo>
                    <a:pt x="11941" y="685"/>
                    <a:pt x="11259" y="1"/>
                    <a:pt x="106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217;p25">
              <a:extLst>
                <a:ext uri="{FF2B5EF4-FFF2-40B4-BE49-F238E27FC236}">
                  <a16:creationId xmlns:a16="http://schemas.microsoft.com/office/drawing/2014/main" id="{7AF2F368-3F05-4EC1-A219-2E298439279A}"/>
                </a:ext>
              </a:extLst>
            </p:cNvPr>
            <p:cNvSpPr/>
            <p:nvPr/>
          </p:nvSpPr>
          <p:spPr>
            <a:xfrm>
              <a:off x="6003253" y="2075074"/>
              <a:ext cx="391776" cy="156632"/>
            </a:xfrm>
            <a:custGeom>
              <a:avLst/>
              <a:gdLst/>
              <a:ahLst/>
              <a:cxnLst/>
              <a:rect l="l" t="t" r="r" b="b"/>
              <a:pathLst>
                <a:path w="12076" h="4828" extrusionOk="0">
                  <a:moveTo>
                    <a:pt x="5711" y="0"/>
                  </a:moveTo>
                  <a:cubicBezTo>
                    <a:pt x="2578" y="0"/>
                    <a:pt x="68" y="801"/>
                    <a:pt x="46" y="1876"/>
                  </a:cubicBezTo>
                  <a:lnTo>
                    <a:pt x="24" y="2675"/>
                  </a:lnTo>
                  <a:cubicBezTo>
                    <a:pt x="1" y="3793"/>
                    <a:pt x="2671" y="4752"/>
                    <a:pt x="5981" y="4820"/>
                  </a:cubicBezTo>
                  <a:cubicBezTo>
                    <a:pt x="6145" y="4825"/>
                    <a:pt x="6308" y="4827"/>
                    <a:pt x="6469" y="4827"/>
                  </a:cubicBezTo>
                  <a:cubicBezTo>
                    <a:pt x="9554" y="4827"/>
                    <a:pt x="12008" y="4012"/>
                    <a:pt x="12030" y="2949"/>
                  </a:cubicBezTo>
                  <a:lnTo>
                    <a:pt x="12053" y="2150"/>
                  </a:lnTo>
                  <a:cubicBezTo>
                    <a:pt x="12075" y="1031"/>
                    <a:pt x="9405" y="73"/>
                    <a:pt x="6095" y="4"/>
                  </a:cubicBezTo>
                  <a:cubicBezTo>
                    <a:pt x="5966" y="2"/>
                    <a:pt x="5838" y="0"/>
                    <a:pt x="57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218;p25">
              <a:extLst>
                <a:ext uri="{FF2B5EF4-FFF2-40B4-BE49-F238E27FC236}">
                  <a16:creationId xmlns:a16="http://schemas.microsoft.com/office/drawing/2014/main" id="{D6BC0DB6-0546-4F4C-A227-2A3CB03660A9}"/>
                </a:ext>
              </a:extLst>
            </p:cNvPr>
            <p:cNvSpPr/>
            <p:nvPr/>
          </p:nvSpPr>
          <p:spPr>
            <a:xfrm>
              <a:off x="5998094" y="2058918"/>
              <a:ext cx="400632" cy="179342"/>
            </a:xfrm>
            <a:custGeom>
              <a:avLst/>
              <a:gdLst/>
              <a:ahLst/>
              <a:cxnLst/>
              <a:rect l="l" t="t" r="r" b="b"/>
              <a:pathLst>
                <a:path w="12349" h="5528" extrusionOk="0">
                  <a:moveTo>
                    <a:pt x="5410" y="616"/>
                  </a:moveTo>
                  <a:cubicBezTo>
                    <a:pt x="5364" y="685"/>
                    <a:pt x="5341" y="776"/>
                    <a:pt x="5341" y="890"/>
                  </a:cubicBezTo>
                  <a:cubicBezTo>
                    <a:pt x="5341" y="1119"/>
                    <a:pt x="5432" y="1621"/>
                    <a:pt x="5569" y="2054"/>
                  </a:cubicBezTo>
                  <a:lnTo>
                    <a:pt x="6870" y="2100"/>
                  </a:lnTo>
                  <a:cubicBezTo>
                    <a:pt x="7030" y="1666"/>
                    <a:pt x="7144" y="1164"/>
                    <a:pt x="7144" y="913"/>
                  </a:cubicBezTo>
                  <a:cubicBezTo>
                    <a:pt x="7144" y="822"/>
                    <a:pt x="7122" y="731"/>
                    <a:pt x="7099" y="639"/>
                  </a:cubicBezTo>
                  <a:lnTo>
                    <a:pt x="7099" y="639"/>
                  </a:lnTo>
                  <a:cubicBezTo>
                    <a:pt x="7738" y="685"/>
                    <a:pt x="8354" y="776"/>
                    <a:pt x="8970" y="890"/>
                  </a:cubicBezTo>
                  <a:cubicBezTo>
                    <a:pt x="9815" y="1073"/>
                    <a:pt x="10682" y="1301"/>
                    <a:pt x="11413" y="1758"/>
                  </a:cubicBezTo>
                  <a:cubicBezTo>
                    <a:pt x="11595" y="1895"/>
                    <a:pt x="11778" y="2032"/>
                    <a:pt x="11892" y="2191"/>
                  </a:cubicBezTo>
                  <a:cubicBezTo>
                    <a:pt x="12052" y="2420"/>
                    <a:pt x="12075" y="2625"/>
                    <a:pt x="12052" y="2899"/>
                  </a:cubicBezTo>
                  <a:cubicBezTo>
                    <a:pt x="12052" y="3104"/>
                    <a:pt x="12075" y="3333"/>
                    <a:pt x="12029" y="3538"/>
                  </a:cubicBezTo>
                  <a:cubicBezTo>
                    <a:pt x="11983" y="3744"/>
                    <a:pt x="11824" y="3926"/>
                    <a:pt x="11641" y="4063"/>
                  </a:cubicBezTo>
                  <a:cubicBezTo>
                    <a:pt x="10979" y="4588"/>
                    <a:pt x="10020" y="4794"/>
                    <a:pt x="9176" y="4930"/>
                  </a:cubicBezTo>
                  <a:cubicBezTo>
                    <a:pt x="8313" y="5087"/>
                    <a:pt x="7418" y="5162"/>
                    <a:pt x="6519" y="5162"/>
                  </a:cubicBezTo>
                  <a:cubicBezTo>
                    <a:pt x="5586" y="5162"/>
                    <a:pt x="4650" y="5082"/>
                    <a:pt x="3743" y="4930"/>
                  </a:cubicBezTo>
                  <a:cubicBezTo>
                    <a:pt x="2899" y="4771"/>
                    <a:pt x="2009" y="4565"/>
                    <a:pt x="1233" y="4154"/>
                  </a:cubicBezTo>
                  <a:cubicBezTo>
                    <a:pt x="845" y="3949"/>
                    <a:pt x="388" y="3652"/>
                    <a:pt x="342" y="3173"/>
                  </a:cubicBezTo>
                  <a:cubicBezTo>
                    <a:pt x="320" y="2785"/>
                    <a:pt x="274" y="2260"/>
                    <a:pt x="525" y="1940"/>
                  </a:cubicBezTo>
                  <a:cubicBezTo>
                    <a:pt x="845" y="1575"/>
                    <a:pt x="1347" y="1347"/>
                    <a:pt x="1780" y="1187"/>
                  </a:cubicBezTo>
                  <a:cubicBezTo>
                    <a:pt x="2237" y="1027"/>
                    <a:pt x="2693" y="913"/>
                    <a:pt x="3150" y="822"/>
                  </a:cubicBezTo>
                  <a:cubicBezTo>
                    <a:pt x="3903" y="685"/>
                    <a:pt x="4656" y="616"/>
                    <a:pt x="5410" y="616"/>
                  </a:cubicBezTo>
                  <a:close/>
                  <a:moveTo>
                    <a:pt x="6277" y="0"/>
                  </a:moveTo>
                  <a:cubicBezTo>
                    <a:pt x="5957" y="0"/>
                    <a:pt x="5661" y="160"/>
                    <a:pt x="5501" y="411"/>
                  </a:cubicBezTo>
                  <a:cubicBezTo>
                    <a:pt x="4702" y="411"/>
                    <a:pt x="3926" y="480"/>
                    <a:pt x="3150" y="616"/>
                  </a:cubicBezTo>
                  <a:cubicBezTo>
                    <a:pt x="2283" y="776"/>
                    <a:pt x="1278" y="982"/>
                    <a:pt x="571" y="1552"/>
                  </a:cubicBezTo>
                  <a:cubicBezTo>
                    <a:pt x="205" y="1826"/>
                    <a:pt x="91" y="2146"/>
                    <a:pt x="69" y="2602"/>
                  </a:cubicBezTo>
                  <a:cubicBezTo>
                    <a:pt x="46" y="3059"/>
                    <a:pt x="0" y="3470"/>
                    <a:pt x="297" y="3835"/>
                  </a:cubicBezTo>
                  <a:cubicBezTo>
                    <a:pt x="571" y="4177"/>
                    <a:pt x="959" y="4405"/>
                    <a:pt x="1324" y="4565"/>
                  </a:cubicBezTo>
                  <a:cubicBezTo>
                    <a:pt x="1758" y="4794"/>
                    <a:pt x="2214" y="4930"/>
                    <a:pt x="2693" y="5067"/>
                  </a:cubicBezTo>
                  <a:cubicBezTo>
                    <a:pt x="3907" y="5374"/>
                    <a:pt x="5180" y="5528"/>
                    <a:pt x="6451" y="5528"/>
                  </a:cubicBezTo>
                  <a:cubicBezTo>
                    <a:pt x="7259" y="5528"/>
                    <a:pt x="8066" y="5466"/>
                    <a:pt x="8856" y="5341"/>
                  </a:cubicBezTo>
                  <a:cubicBezTo>
                    <a:pt x="9792" y="5204"/>
                    <a:pt x="10796" y="4999"/>
                    <a:pt x="11618" y="4474"/>
                  </a:cubicBezTo>
                  <a:cubicBezTo>
                    <a:pt x="11938" y="4269"/>
                    <a:pt x="12257" y="3972"/>
                    <a:pt x="12326" y="3561"/>
                  </a:cubicBezTo>
                  <a:cubicBezTo>
                    <a:pt x="12349" y="3333"/>
                    <a:pt x="12349" y="3104"/>
                    <a:pt x="12349" y="2876"/>
                  </a:cubicBezTo>
                  <a:cubicBezTo>
                    <a:pt x="12349" y="2671"/>
                    <a:pt x="12349" y="2465"/>
                    <a:pt x="12257" y="2260"/>
                  </a:cubicBezTo>
                  <a:cubicBezTo>
                    <a:pt x="12052" y="1849"/>
                    <a:pt x="11641" y="1575"/>
                    <a:pt x="11230" y="1393"/>
                  </a:cubicBezTo>
                  <a:cubicBezTo>
                    <a:pt x="10774" y="1141"/>
                    <a:pt x="10249" y="982"/>
                    <a:pt x="9746" y="845"/>
                  </a:cubicBezTo>
                  <a:cubicBezTo>
                    <a:pt x="8856" y="616"/>
                    <a:pt x="7943" y="502"/>
                    <a:pt x="7007" y="434"/>
                  </a:cubicBezTo>
                  <a:cubicBezTo>
                    <a:pt x="6870" y="183"/>
                    <a:pt x="6597" y="0"/>
                    <a:pt x="62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219;p25">
              <a:extLst>
                <a:ext uri="{FF2B5EF4-FFF2-40B4-BE49-F238E27FC236}">
                  <a16:creationId xmlns:a16="http://schemas.microsoft.com/office/drawing/2014/main" id="{C249D2F1-C1B1-4034-923D-635417F1F2AC}"/>
                </a:ext>
              </a:extLst>
            </p:cNvPr>
            <p:cNvSpPr/>
            <p:nvPr/>
          </p:nvSpPr>
          <p:spPr>
            <a:xfrm>
              <a:off x="6045460" y="2151476"/>
              <a:ext cx="303662" cy="39288"/>
            </a:xfrm>
            <a:custGeom>
              <a:avLst/>
              <a:gdLst/>
              <a:ahLst/>
              <a:cxnLst/>
              <a:rect l="l" t="t" r="r" b="b"/>
              <a:pathLst>
                <a:path w="9360" h="1211" extrusionOk="0">
                  <a:moveTo>
                    <a:pt x="92" y="0"/>
                  </a:moveTo>
                  <a:cubicBezTo>
                    <a:pt x="92" y="0"/>
                    <a:pt x="69" y="0"/>
                    <a:pt x="47" y="23"/>
                  </a:cubicBezTo>
                  <a:cubicBezTo>
                    <a:pt x="47" y="23"/>
                    <a:pt x="24" y="23"/>
                    <a:pt x="24" y="46"/>
                  </a:cubicBezTo>
                  <a:cubicBezTo>
                    <a:pt x="1" y="46"/>
                    <a:pt x="1" y="46"/>
                    <a:pt x="1" y="69"/>
                  </a:cubicBezTo>
                  <a:cubicBezTo>
                    <a:pt x="1" y="114"/>
                    <a:pt x="1" y="137"/>
                    <a:pt x="24" y="160"/>
                  </a:cubicBezTo>
                  <a:cubicBezTo>
                    <a:pt x="1393" y="913"/>
                    <a:pt x="3037" y="1187"/>
                    <a:pt x="4589" y="1210"/>
                  </a:cubicBezTo>
                  <a:cubicBezTo>
                    <a:pt x="6187" y="1210"/>
                    <a:pt x="7739" y="891"/>
                    <a:pt x="9245" y="388"/>
                  </a:cubicBezTo>
                  <a:cubicBezTo>
                    <a:pt x="9359" y="343"/>
                    <a:pt x="9314" y="206"/>
                    <a:pt x="9199" y="206"/>
                  </a:cubicBezTo>
                  <a:cubicBezTo>
                    <a:pt x="7670" y="548"/>
                    <a:pt x="6164" y="776"/>
                    <a:pt x="4589" y="776"/>
                  </a:cubicBezTo>
                  <a:cubicBezTo>
                    <a:pt x="3082" y="776"/>
                    <a:pt x="1507" y="571"/>
                    <a:pt x="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1220;p25">
            <a:extLst>
              <a:ext uri="{FF2B5EF4-FFF2-40B4-BE49-F238E27FC236}">
                <a16:creationId xmlns:a16="http://schemas.microsoft.com/office/drawing/2014/main" id="{1CC23763-8E73-44CC-89A0-A40EAFA13D37}"/>
              </a:ext>
            </a:extLst>
          </p:cNvPr>
          <p:cNvGrpSpPr/>
          <p:nvPr/>
        </p:nvGrpSpPr>
        <p:grpSpPr>
          <a:xfrm>
            <a:off x="7460602" y="2160625"/>
            <a:ext cx="921205" cy="904205"/>
            <a:chOff x="7460602" y="2160625"/>
            <a:chExt cx="921205" cy="904205"/>
          </a:xfrm>
          <a:solidFill>
            <a:schemeClr val="accent3"/>
          </a:solidFill>
        </p:grpSpPr>
        <p:sp>
          <p:nvSpPr>
            <p:cNvPr id="94" name="Google Shape;1221;p25">
              <a:extLst>
                <a:ext uri="{FF2B5EF4-FFF2-40B4-BE49-F238E27FC236}">
                  <a16:creationId xmlns:a16="http://schemas.microsoft.com/office/drawing/2014/main" id="{9D69B1F8-364F-4FC7-9D17-88C75D17844E}"/>
                </a:ext>
              </a:extLst>
            </p:cNvPr>
            <p:cNvSpPr/>
            <p:nvPr/>
          </p:nvSpPr>
          <p:spPr>
            <a:xfrm>
              <a:off x="7925633" y="2170617"/>
              <a:ext cx="319202" cy="642264"/>
            </a:xfrm>
            <a:custGeom>
              <a:avLst/>
              <a:gdLst/>
              <a:ahLst/>
              <a:cxnLst/>
              <a:rect l="l" t="t" r="r" b="b"/>
              <a:pathLst>
                <a:path w="9839" h="19797" extrusionOk="0">
                  <a:moveTo>
                    <a:pt x="2928" y="1"/>
                  </a:moveTo>
                  <a:cubicBezTo>
                    <a:pt x="2542" y="1"/>
                    <a:pt x="2159" y="52"/>
                    <a:pt x="1804" y="164"/>
                  </a:cubicBezTo>
                  <a:cubicBezTo>
                    <a:pt x="1027" y="437"/>
                    <a:pt x="480" y="1031"/>
                    <a:pt x="23" y="1693"/>
                  </a:cubicBezTo>
                  <a:cubicBezTo>
                    <a:pt x="23" y="1693"/>
                    <a:pt x="23" y="1716"/>
                    <a:pt x="0" y="1716"/>
                  </a:cubicBezTo>
                  <a:cubicBezTo>
                    <a:pt x="366" y="1716"/>
                    <a:pt x="708" y="1761"/>
                    <a:pt x="1050" y="1807"/>
                  </a:cubicBezTo>
                  <a:cubicBezTo>
                    <a:pt x="2260" y="1967"/>
                    <a:pt x="3424" y="2400"/>
                    <a:pt x="4406" y="3108"/>
                  </a:cubicBezTo>
                  <a:cubicBezTo>
                    <a:pt x="4406" y="3131"/>
                    <a:pt x="4428" y="3131"/>
                    <a:pt x="4428" y="3131"/>
                  </a:cubicBezTo>
                  <a:cubicBezTo>
                    <a:pt x="4451" y="3154"/>
                    <a:pt x="4474" y="3177"/>
                    <a:pt x="4520" y="3199"/>
                  </a:cubicBezTo>
                  <a:cubicBezTo>
                    <a:pt x="5638" y="4090"/>
                    <a:pt x="6506" y="5254"/>
                    <a:pt x="6894" y="6646"/>
                  </a:cubicBezTo>
                  <a:cubicBezTo>
                    <a:pt x="7327" y="8175"/>
                    <a:pt x="7213" y="9819"/>
                    <a:pt x="6962" y="11371"/>
                  </a:cubicBezTo>
                  <a:cubicBezTo>
                    <a:pt x="6948" y="11414"/>
                    <a:pt x="6915" y="11430"/>
                    <a:pt x="6881" y="11430"/>
                  </a:cubicBezTo>
                  <a:cubicBezTo>
                    <a:pt x="6862" y="11430"/>
                    <a:pt x="6842" y="11425"/>
                    <a:pt x="6825" y="11416"/>
                  </a:cubicBezTo>
                  <a:cubicBezTo>
                    <a:pt x="6688" y="11348"/>
                    <a:pt x="6528" y="11279"/>
                    <a:pt x="6391" y="11211"/>
                  </a:cubicBezTo>
                  <a:cubicBezTo>
                    <a:pt x="6369" y="11462"/>
                    <a:pt x="6323" y="11713"/>
                    <a:pt x="6300" y="11941"/>
                  </a:cubicBezTo>
                  <a:cubicBezTo>
                    <a:pt x="6390" y="11919"/>
                    <a:pt x="6482" y="11906"/>
                    <a:pt x="6571" y="11906"/>
                  </a:cubicBezTo>
                  <a:cubicBezTo>
                    <a:pt x="6843" y="11906"/>
                    <a:pt x="7093" y="12026"/>
                    <a:pt x="7213" y="12352"/>
                  </a:cubicBezTo>
                  <a:cubicBezTo>
                    <a:pt x="7533" y="13106"/>
                    <a:pt x="7190" y="14041"/>
                    <a:pt x="6848" y="14726"/>
                  </a:cubicBezTo>
                  <a:cubicBezTo>
                    <a:pt x="6506" y="15365"/>
                    <a:pt x="5981" y="16233"/>
                    <a:pt x="5159" y="16301"/>
                  </a:cubicBezTo>
                  <a:cubicBezTo>
                    <a:pt x="5090" y="16301"/>
                    <a:pt x="5068" y="16255"/>
                    <a:pt x="5068" y="16210"/>
                  </a:cubicBezTo>
                  <a:cubicBezTo>
                    <a:pt x="4748" y="16872"/>
                    <a:pt x="4360" y="17488"/>
                    <a:pt x="3881" y="18013"/>
                  </a:cubicBezTo>
                  <a:lnTo>
                    <a:pt x="4063" y="19748"/>
                  </a:lnTo>
                  <a:cubicBezTo>
                    <a:pt x="4355" y="19780"/>
                    <a:pt x="4649" y="19797"/>
                    <a:pt x="4944" y="19797"/>
                  </a:cubicBezTo>
                  <a:cubicBezTo>
                    <a:pt x="6705" y="19797"/>
                    <a:pt x="8489" y="19215"/>
                    <a:pt x="9838" y="18081"/>
                  </a:cubicBezTo>
                  <a:cubicBezTo>
                    <a:pt x="8857" y="16758"/>
                    <a:pt x="8354" y="15160"/>
                    <a:pt x="8149" y="13539"/>
                  </a:cubicBezTo>
                  <a:cubicBezTo>
                    <a:pt x="7715" y="10184"/>
                    <a:pt x="8446" y="6669"/>
                    <a:pt x="7327" y="3405"/>
                  </a:cubicBezTo>
                  <a:cubicBezTo>
                    <a:pt x="7053" y="2629"/>
                    <a:pt x="6688" y="1898"/>
                    <a:pt x="6118" y="1328"/>
                  </a:cubicBezTo>
                  <a:cubicBezTo>
                    <a:pt x="5570" y="780"/>
                    <a:pt x="4885" y="369"/>
                    <a:pt x="4132" y="164"/>
                  </a:cubicBezTo>
                  <a:cubicBezTo>
                    <a:pt x="3745" y="58"/>
                    <a:pt x="3335" y="1"/>
                    <a:pt x="292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222;p25">
              <a:extLst>
                <a:ext uri="{FF2B5EF4-FFF2-40B4-BE49-F238E27FC236}">
                  <a16:creationId xmlns:a16="http://schemas.microsoft.com/office/drawing/2014/main" id="{ADC1E276-BCF0-4DEC-87B2-57848BA4ABD0}"/>
                </a:ext>
              </a:extLst>
            </p:cNvPr>
            <p:cNvSpPr/>
            <p:nvPr/>
          </p:nvSpPr>
          <p:spPr>
            <a:xfrm>
              <a:off x="7687180" y="2233037"/>
              <a:ext cx="468048" cy="298341"/>
            </a:xfrm>
            <a:custGeom>
              <a:avLst/>
              <a:gdLst/>
              <a:ahLst/>
              <a:cxnLst/>
              <a:rect l="l" t="t" r="r" b="b"/>
              <a:pathLst>
                <a:path w="14427" h="9196" extrusionOk="0">
                  <a:moveTo>
                    <a:pt x="7186" y="1"/>
                  </a:moveTo>
                  <a:cubicBezTo>
                    <a:pt x="6255" y="1"/>
                    <a:pt x="5314" y="137"/>
                    <a:pt x="4452" y="431"/>
                  </a:cubicBezTo>
                  <a:cubicBezTo>
                    <a:pt x="3356" y="796"/>
                    <a:pt x="2329" y="1481"/>
                    <a:pt x="1553" y="2348"/>
                  </a:cubicBezTo>
                  <a:cubicBezTo>
                    <a:pt x="799" y="3215"/>
                    <a:pt x="274" y="4357"/>
                    <a:pt x="115" y="5498"/>
                  </a:cubicBezTo>
                  <a:cubicBezTo>
                    <a:pt x="1" y="6114"/>
                    <a:pt x="1" y="6776"/>
                    <a:pt x="23" y="7415"/>
                  </a:cubicBezTo>
                  <a:cubicBezTo>
                    <a:pt x="23" y="8009"/>
                    <a:pt x="69" y="8602"/>
                    <a:pt x="183" y="9196"/>
                  </a:cubicBezTo>
                  <a:cubicBezTo>
                    <a:pt x="1028" y="9127"/>
                    <a:pt x="1872" y="8990"/>
                    <a:pt x="2671" y="8671"/>
                  </a:cubicBezTo>
                  <a:cubicBezTo>
                    <a:pt x="5433" y="7598"/>
                    <a:pt x="7556" y="5361"/>
                    <a:pt x="9039" y="2827"/>
                  </a:cubicBezTo>
                  <a:cubicBezTo>
                    <a:pt x="9055" y="2805"/>
                    <a:pt x="9077" y="2794"/>
                    <a:pt x="9101" y="2794"/>
                  </a:cubicBezTo>
                  <a:cubicBezTo>
                    <a:pt x="9148" y="2794"/>
                    <a:pt x="9199" y="2835"/>
                    <a:pt x="9199" y="2896"/>
                  </a:cubicBezTo>
                  <a:cubicBezTo>
                    <a:pt x="9268" y="3444"/>
                    <a:pt x="9382" y="3992"/>
                    <a:pt x="9564" y="4517"/>
                  </a:cubicBezTo>
                  <a:cubicBezTo>
                    <a:pt x="9838" y="5224"/>
                    <a:pt x="10226" y="5886"/>
                    <a:pt x="10683" y="6480"/>
                  </a:cubicBezTo>
                  <a:cubicBezTo>
                    <a:pt x="11596" y="7598"/>
                    <a:pt x="12783" y="8488"/>
                    <a:pt x="14084" y="9150"/>
                  </a:cubicBezTo>
                  <a:cubicBezTo>
                    <a:pt x="14312" y="7689"/>
                    <a:pt x="14426" y="6183"/>
                    <a:pt x="14015" y="4745"/>
                  </a:cubicBezTo>
                  <a:cubicBezTo>
                    <a:pt x="13627" y="3352"/>
                    <a:pt x="12783" y="2234"/>
                    <a:pt x="11664" y="1344"/>
                  </a:cubicBezTo>
                  <a:cubicBezTo>
                    <a:pt x="10614" y="591"/>
                    <a:pt x="9359" y="157"/>
                    <a:pt x="8081" y="43"/>
                  </a:cubicBezTo>
                  <a:cubicBezTo>
                    <a:pt x="7786" y="15"/>
                    <a:pt x="7486" y="1"/>
                    <a:pt x="71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223;p25">
              <a:extLst>
                <a:ext uri="{FF2B5EF4-FFF2-40B4-BE49-F238E27FC236}">
                  <a16:creationId xmlns:a16="http://schemas.microsoft.com/office/drawing/2014/main" id="{E2DA469D-0EC6-4CA2-A0CF-A2E2B07BD924}"/>
                </a:ext>
              </a:extLst>
            </p:cNvPr>
            <p:cNvSpPr/>
            <p:nvPr/>
          </p:nvSpPr>
          <p:spPr>
            <a:xfrm>
              <a:off x="7711610" y="2539488"/>
              <a:ext cx="416205" cy="275015"/>
            </a:xfrm>
            <a:custGeom>
              <a:avLst/>
              <a:gdLst/>
              <a:ahLst/>
              <a:cxnLst/>
              <a:rect l="l" t="t" r="r" b="b"/>
              <a:pathLst>
                <a:path w="12829" h="8477" extrusionOk="0">
                  <a:moveTo>
                    <a:pt x="1" y="1"/>
                  </a:moveTo>
                  <a:lnTo>
                    <a:pt x="69" y="845"/>
                  </a:lnTo>
                  <a:cubicBezTo>
                    <a:pt x="937" y="1142"/>
                    <a:pt x="1964" y="2055"/>
                    <a:pt x="2215" y="2968"/>
                  </a:cubicBezTo>
                  <a:cubicBezTo>
                    <a:pt x="2443" y="3744"/>
                    <a:pt x="2192" y="4726"/>
                    <a:pt x="1211" y="4726"/>
                  </a:cubicBezTo>
                  <a:cubicBezTo>
                    <a:pt x="1211" y="4726"/>
                    <a:pt x="2831" y="8058"/>
                    <a:pt x="5684" y="8446"/>
                  </a:cubicBezTo>
                  <a:lnTo>
                    <a:pt x="6369" y="8469"/>
                  </a:lnTo>
                  <a:cubicBezTo>
                    <a:pt x="6454" y="8474"/>
                    <a:pt x="6538" y="8477"/>
                    <a:pt x="6621" y="8477"/>
                  </a:cubicBezTo>
                  <a:cubicBezTo>
                    <a:pt x="9819" y="8477"/>
                    <a:pt x="11619" y="4726"/>
                    <a:pt x="11619" y="4726"/>
                  </a:cubicBezTo>
                  <a:cubicBezTo>
                    <a:pt x="10637" y="4726"/>
                    <a:pt x="10386" y="3744"/>
                    <a:pt x="10615" y="2968"/>
                  </a:cubicBezTo>
                  <a:cubicBezTo>
                    <a:pt x="10888" y="2055"/>
                    <a:pt x="11893" y="1142"/>
                    <a:pt x="12783" y="845"/>
                  </a:cubicBezTo>
                  <a:lnTo>
                    <a:pt x="12829" y="1"/>
                  </a:lnTo>
                  <a:lnTo>
                    <a:pt x="12829" y="1"/>
                  </a:lnTo>
                  <a:cubicBezTo>
                    <a:pt x="12258" y="366"/>
                    <a:pt x="11687" y="708"/>
                    <a:pt x="11117" y="1096"/>
                  </a:cubicBezTo>
                  <a:cubicBezTo>
                    <a:pt x="10589" y="1482"/>
                    <a:pt x="10079" y="1796"/>
                    <a:pt x="9426" y="1796"/>
                  </a:cubicBezTo>
                  <a:cubicBezTo>
                    <a:pt x="9345" y="1796"/>
                    <a:pt x="9262" y="1791"/>
                    <a:pt x="9177" y="1781"/>
                  </a:cubicBezTo>
                  <a:cubicBezTo>
                    <a:pt x="8362" y="1695"/>
                    <a:pt x="7628" y="1227"/>
                    <a:pt x="6786" y="1227"/>
                  </a:cubicBezTo>
                  <a:cubicBezTo>
                    <a:pt x="6731" y="1227"/>
                    <a:pt x="6676" y="1229"/>
                    <a:pt x="6620" y="1233"/>
                  </a:cubicBezTo>
                  <a:lnTo>
                    <a:pt x="6232" y="1233"/>
                  </a:lnTo>
                  <a:cubicBezTo>
                    <a:pt x="6175" y="1229"/>
                    <a:pt x="6119" y="1227"/>
                    <a:pt x="6063" y="1227"/>
                  </a:cubicBezTo>
                  <a:cubicBezTo>
                    <a:pt x="5204" y="1227"/>
                    <a:pt x="4489" y="1695"/>
                    <a:pt x="3653" y="1781"/>
                  </a:cubicBezTo>
                  <a:cubicBezTo>
                    <a:pt x="3567" y="1791"/>
                    <a:pt x="3485" y="1796"/>
                    <a:pt x="3405" y="1796"/>
                  </a:cubicBezTo>
                  <a:cubicBezTo>
                    <a:pt x="2755" y="1796"/>
                    <a:pt x="2261" y="1482"/>
                    <a:pt x="1713" y="1096"/>
                  </a:cubicBezTo>
                  <a:cubicBezTo>
                    <a:pt x="1165" y="708"/>
                    <a:pt x="571" y="366"/>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224;p25">
              <a:extLst>
                <a:ext uri="{FF2B5EF4-FFF2-40B4-BE49-F238E27FC236}">
                  <a16:creationId xmlns:a16="http://schemas.microsoft.com/office/drawing/2014/main" id="{F9382A56-D98E-498B-87A2-59087FC49DB9}"/>
                </a:ext>
              </a:extLst>
            </p:cNvPr>
            <p:cNvSpPr/>
            <p:nvPr/>
          </p:nvSpPr>
          <p:spPr>
            <a:xfrm>
              <a:off x="7576844" y="2160625"/>
              <a:ext cx="684277" cy="904205"/>
            </a:xfrm>
            <a:custGeom>
              <a:avLst/>
              <a:gdLst/>
              <a:ahLst/>
              <a:cxnLst/>
              <a:rect l="l" t="t" r="r" b="b"/>
              <a:pathLst>
                <a:path w="21092" h="27871" extrusionOk="0">
                  <a:moveTo>
                    <a:pt x="10587" y="2233"/>
                  </a:moveTo>
                  <a:cubicBezTo>
                    <a:pt x="10887" y="2233"/>
                    <a:pt x="11187" y="2247"/>
                    <a:pt x="11482" y="2275"/>
                  </a:cubicBezTo>
                  <a:cubicBezTo>
                    <a:pt x="12760" y="2389"/>
                    <a:pt x="14015" y="2823"/>
                    <a:pt x="15065" y="3576"/>
                  </a:cubicBezTo>
                  <a:cubicBezTo>
                    <a:pt x="16184" y="4466"/>
                    <a:pt x="17028" y="5584"/>
                    <a:pt x="17416" y="6977"/>
                  </a:cubicBezTo>
                  <a:cubicBezTo>
                    <a:pt x="17827" y="8415"/>
                    <a:pt x="17713" y="9921"/>
                    <a:pt x="17485" y="11382"/>
                  </a:cubicBezTo>
                  <a:cubicBezTo>
                    <a:pt x="16184" y="10720"/>
                    <a:pt x="14997" y="9830"/>
                    <a:pt x="14084" y="8712"/>
                  </a:cubicBezTo>
                  <a:cubicBezTo>
                    <a:pt x="13627" y="8118"/>
                    <a:pt x="13239" y="7456"/>
                    <a:pt x="12965" y="6749"/>
                  </a:cubicBezTo>
                  <a:cubicBezTo>
                    <a:pt x="12783" y="6224"/>
                    <a:pt x="12669" y="5676"/>
                    <a:pt x="12600" y="5128"/>
                  </a:cubicBezTo>
                  <a:cubicBezTo>
                    <a:pt x="12600" y="5067"/>
                    <a:pt x="12549" y="5026"/>
                    <a:pt x="12502" y="5026"/>
                  </a:cubicBezTo>
                  <a:cubicBezTo>
                    <a:pt x="12478" y="5026"/>
                    <a:pt x="12456" y="5037"/>
                    <a:pt x="12440" y="5059"/>
                  </a:cubicBezTo>
                  <a:cubicBezTo>
                    <a:pt x="10957" y="7593"/>
                    <a:pt x="8834" y="9830"/>
                    <a:pt x="6072" y="10903"/>
                  </a:cubicBezTo>
                  <a:cubicBezTo>
                    <a:pt x="5273" y="11222"/>
                    <a:pt x="4429" y="11359"/>
                    <a:pt x="3584" y="11428"/>
                  </a:cubicBezTo>
                  <a:cubicBezTo>
                    <a:pt x="3470" y="10834"/>
                    <a:pt x="3424" y="10241"/>
                    <a:pt x="3424" y="9647"/>
                  </a:cubicBezTo>
                  <a:cubicBezTo>
                    <a:pt x="3402" y="9008"/>
                    <a:pt x="3402" y="8346"/>
                    <a:pt x="3516" y="7730"/>
                  </a:cubicBezTo>
                  <a:cubicBezTo>
                    <a:pt x="3675" y="6589"/>
                    <a:pt x="4200" y="5447"/>
                    <a:pt x="4954" y="4580"/>
                  </a:cubicBezTo>
                  <a:cubicBezTo>
                    <a:pt x="5730" y="3713"/>
                    <a:pt x="6757" y="3028"/>
                    <a:pt x="7853" y="2663"/>
                  </a:cubicBezTo>
                  <a:cubicBezTo>
                    <a:pt x="8715" y="2369"/>
                    <a:pt x="9656" y="2233"/>
                    <a:pt x="10587" y="2233"/>
                  </a:cubicBezTo>
                  <a:close/>
                  <a:moveTo>
                    <a:pt x="3820" y="12667"/>
                  </a:moveTo>
                  <a:cubicBezTo>
                    <a:pt x="3919" y="12667"/>
                    <a:pt x="4030" y="12720"/>
                    <a:pt x="4109" y="12752"/>
                  </a:cubicBezTo>
                  <a:lnTo>
                    <a:pt x="4132" y="12752"/>
                  </a:lnTo>
                  <a:cubicBezTo>
                    <a:pt x="4315" y="13893"/>
                    <a:pt x="4611" y="15034"/>
                    <a:pt x="5068" y="16084"/>
                  </a:cubicBezTo>
                  <a:cubicBezTo>
                    <a:pt x="4817" y="16016"/>
                    <a:pt x="4634" y="15787"/>
                    <a:pt x="4474" y="15605"/>
                  </a:cubicBezTo>
                  <a:cubicBezTo>
                    <a:pt x="4223" y="15308"/>
                    <a:pt x="4041" y="14966"/>
                    <a:pt x="3881" y="14623"/>
                  </a:cubicBezTo>
                  <a:cubicBezTo>
                    <a:pt x="3721" y="14281"/>
                    <a:pt x="3607" y="13938"/>
                    <a:pt x="3561" y="13573"/>
                  </a:cubicBezTo>
                  <a:cubicBezTo>
                    <a:pt x="3539" y="13345"/>
                    <a:pt x="3516" y="13117"/>
                    <a:pt x="3584" y="12911"/>
                  </a:cubicBezTo>
                  <a:cubicBezTo>
                    <a:pt x="3584" y="12843"/>
                    <a:pt x="3630" y="12752"/>
                    <a:pt x="3698" y="12706"/>
                  </a:cubicBezTo>
                  <a:cubicBezTo>
                    <a:pt x="3734" y="12678"/>
                    <a:pt x="3776" y="12667"/>
                    <a:pt x="3820" y="12667"/>
                  </a:cubicBezTo>
                  <a:close/>
                  <a:moveTo>
                    <a:pt x="17340" y="12658"/>
                  </a:moveTo>
                  <a:cubicBezTo>
                    <a:pt x="17376" y="12658"/>
                    <a:pt x="17410" y="12666"/>
                    <a:pt x="17439" y="12683"/>
                  </a:cubicBezTo>
                  <a:cubicBezTo>
                    <a:pt x="17508" y="12729"/>
                    <a:pt x="17553" y="12820"/>
                    <a:pt x="17576" y="12889"/>
                  </a:cubicBezTo>
                  <a:cubicBezTo>
                    <a:pt x="17622" y="13094"/>
                    <a:pt x="17622" y="13322"/>
                    <a:pt x="17599" y="13528"/>
                  </a:cubicBezTo>
                  <a:cubicBezTo>
                    <a:pt x="17553" y="13916"/>
                    <a:pt x="17416" y="14281"/>
                    <a:pt x="17279" y="14623"/>
                  </a:cubicBezTo>
                  <a:cubicBezTo>
                    <a:pt x="17120" y="14943"/>
                    <a:pt x="16937" y="15285"/>
                    <a:pt x="16709" y="15582"/>
                  </a:cubicBezTo>
                  <a:cubicBezTo>
                    <a:pt x="16526" y="15810"/>
                    <a:pt x="16298" y="16038"/>
                    <a:pt x="16001" y="16107"/>
                  </a:cubicBezTo>
                  <a:lnTo>
                    <a:pt x="16001" y="16107"/>
                  </a:lnTo>
                  <a:cubicBezTo>
                    <a:pt x="16184" y="15742"/>
                    <a:pt x="16321" y="15354"/>
                    <a:pt x="16458" y="14966"/>
                  </a:cubicBezTo>
                  <a:cubicBezTo>
                    <a:pt x="16686" y="14235"/>
                    <a:pt x="16846" y="13505"/>
                    <a:pt x="16960" y="12752"/>
                  </a:cubicBezTo>
                  <a:lnTo>
                    <a:pt x="17051" y="12752"/>
                  </a:lnTo>
                  <a:cubicBezTo>
                    <a:pt x="17119" y="12718"/>
                    <a:pt x="17237" y="12658"/>
                    <a:pt x="17340" y="12658"/>
                  </a:cubicBezTo>
                  <a:close/>
                  <a:moveTo>
                    <a:pt x="12349" y="6041"/>
                  </a:moveTo>
                  <a:cubicBezTo>
                    <a:pt x="12920" y="8438"/>
                    <a:pt x="14837" y="10286"/>
                    <a:pt x="16960" y="11428"/>
                  </a:cubicBezTo>
                  <a:cubicBezTo>
                    <a:pt x="16914" y="11747"/>
                    <a:pt x="16869" y="12044"/>
                    <a:pt x="16800" y="12364"/>
                  </a:cubicBezTo>
                  <a:cubicBezTo>
                    <a:pt x="16777" y="12386"/>
                    <a:pt x="16777" y="12432"/>
                    <a:pt x="16800" y="12455"/>
                  </a:cubicBezTo>
                  <a:cubicBezTo>
                    <a:pt x="16549" y="13619"/>
                    <a:pt x="16229" y="14783"/>
                    <a:pt x="15727" y="15856"/>
                  </a:cubicBezTo>
                  <a:cubicBezTo>
                    <a:pt x="15248" y="16883"/>
                    <a:pt x="14609" y="17887"/>
                    <a:pt x="13741" y="18618"/>
                  </a:cubicBezTo>
                  <a:cubicBezTo>
                    <a:pt x="12807" y="19411"/>
                    <a:pt x="11640" y="19919"/>
                    <a:pt x="10442" y="19919"/>
                  </a:cubicBezTo>
                  <a:cubicBezTo>
                    <a:pt x="10089" y="19919"/>
                    <a:pt x="9734" y="19875"/>
                    <a:pt x="9382" y="19782"/>
                  </a:cubicBezTo>
                  <a:cubicBezTo>
                    <a:pt x="7853" y="19394"/>
                    <a:pt x="6688" y="18207"/>
                    <a:pt x="5912" y="16906"/>
                  </a:cubicBezTo>
                  <a:cubicBezTo>
                    <a:pt x="5091" y="15559"/>
                    <a:pt x="4634" y="14030"/>
                    <a:pt x="4337" y="12500"/>
                  </a:cubicBezTo>
                  <a:cubicBezTo>
                    <a:pt x="4337" y="12500"/>
                    <a:pt x="4360" y="12478"/>
                    <a:pt x="4360" y="12478"/>
                  </a:cubicBezTo>
                  <a:cubicBezTo>
                    <a:pt x="4383" y="12432"/>
                    <a:pt x="4383" y="12364"/>
                    <a:pt x="4315" y="12341"/>
                  </a:cubicBezTo>
                  <a:cubicBezTo>
                    <a:pt x="4269" y="12158"/>
                    <a:pt x="4246" y="11976"/>
                    <a:pt x="4223" y="11816"/>
                  </a:cubicBezTo>
                  <a:cubicBezTo>
                    <a:pt x="4611" y="11770"/>
                    <a:pt x="4977" y="11702"/>
                    <a:pt x="5365" y="11610"/>
                  </a:cubicBezTo>
                  <a:cubicBezTo>
                    <a:pt x="6118" y="11428"/>
                    <a:pt x="6848" y="11108"/>
                    <a:pt x="7510" y="10743"/>
                  </a:cubicBezTo>
                  <a:cubicBezTo>
                    <a:pt x="8902" y="10013"/>
                    <a:pt x="10089" y="8917"/>
                    <a:pt x="11094" y="7730"/>
                  </a:cubicBezTo>
                  <a:cubicBezTo>
                    <a:pt x="11550" y="7205"/>
                    <a:pt x="11961" y="6634"/>
                    <a:pt x="12349" y="6041"/>
                  </a:cubicBezTo>
                  <a:close/>
                  <a:moveTo>
                    <a:pt x="13679" y="309"/>
                  </a:moveTo>
                  <a:cubicBezTo>
                    <a:pt x="14086" y="309"/>
                    <a:pt x="14496" y="366"/>
                    <a:pt x="14883" y="472"/>
                  </a:cubicBezTo>
                  <a:cubicBezTo>
                    <a:pt x="15613" y="677"/>
                    <a:pt x="16321" y="1088"/>
                    <a:pt x="16869" y="1636"/>
                  </a:cubicBezTo>
                  <a:cubicBezTo>
                    <a:pt x="17439" y="2206"/>
                    <a:pt x="17804" y="2937"/>
                    <a:pt x="18078" y="3713"/>
                  </a:cubicBezTo>
                  <a:cubicBezTo>
                    <a:pt x="19197" y="6977"/>
                    <a:pt x="18466" y="10492"/>
                    <a:pt x="18900" y="13847"/>
                  </a:cubicBezTo>
                  <a:cubicBezTo>
                    <a:pt x="19105" y="15468"/>
                    <a:pt x="19608" y="17066"/>
                    <a:pt x="20589" y="18389"/>
                  </a:cubicBezTo>
                  <a:cubicBezTo>
                    <a:pt x="19240" y="19523"/>
                    <a:pt x="17456" y="20105"/>
                    <a:pt x="15695" y="20105"/>
                  </a:cubicBezTo>
                  <a:cubicBezTo>
                    <a:pt x="15400" y="20105"/>
                    <a:pt x="15106" y="20088"/>
                    <a:pt x="14814" y="20056"/>
                  </a:cubicBezTo>
                  <a:lnTo>
                    <a:pt x="14632" y="18321"/>
                  </a:lnTo>
                  <a:cubicBezTo>
                    <a:pt x="15111" y="17796"/>
                    <a:pt x="15499" y="17180"/>
                    <a:pt x="15819" y="16518"/>
                  </a:cubicBezTo>
                  <a:cubicBezTo>
                    <a:pt x="15819" y="16563"/>
                    <a:pt x="15841" y="16609"/>
                    <a:pt x="15910" y="16609"/>
                  </a:cubicBezTo>
                  <a:cubicBezTo>
                    <a:pt x="16732" y="16541"/>
                    <a:pt x="17257" y="15673"/>
                    <a:pt x="17599" y="15034"/>
                  </a:cubicBezTo>
                  <a:cubicBezTo>
                    <a:pt x="17941" y="14349"/>
                    <a:pt x="18284" y="13414"/>
                    <a:pt x="17964" y="12660"/>
                  </a:cubicBezTo>
                  <a:cubicBezTo>
                    <a:pt x="17844" y="12334"/>
                    <a:pt x="17594" y="12214"/>
                    <a:pt x="17322" y="12214"/>
                  </a:cubicBezTo>
                  <a:cubicBezTo>
                    <a:pt x="17233" y="12214"/>
                    <a:pt x="17141" y="12227"/>
                    <a:pt x="17051" y="12249"/>
                  </a:cubicBezTo>
                  <a:cubicBezTo>
                    <a:pt x="17074" y="12021"/>
                    <a:pt x="17120" y="11770"/>
                    <a:pt x="17142" y="11519"/>
                  </a:cubicBezTo>
                  <a:cubicBezTo>
                    <a:pt x="17279" y="11587"/>
                    <a:pt x="17439" y="11656"/>
                    <a:pt x="17576" y="11724"/>
                  </a:cubicBezTo>
                  <a:cubicBezTo>
                    <a:pt x="17593" y="11733"/>
                    <a:pt x="17613" y="11738"/>
                    <a:pt x="17632" y="11738"/>
                  </a:cubicBezTo>
                  <a:cubicBezTo>
                    <a:pt x="17666" y="11738"/>
                    <a:pt x="17699" y="11722"/>
                    <a:pt x="17713" y="11679"/>
                  </a:cubicBezTo>
                  <a:cubicBezTo>
                    <a:pt x="17964" y="10127"/>
                    <a:pt x="18078" y="8483"/>
                    <a:pt x="17645" y="6954"/>
                  </a:cubicBezTo>
                  <a:cubicBezTo>
                    <a:pt x="17257" y="5562"/>
                    <a:pt x="16389" y="4398"/>
                    <a:pt x="15248" y="3507"/>
                  </a:cubicBezTo>
                  <a:cubicBezTo>
                    <a:pt x="15225" y="3485"/>
                    <a:pt x="15202" y="3462"/>
                    <a:pt x="15179" y="3439"/>
                  </a:cubicBezTo>
                  <a:cubicBezTo>
                    <a:pt x="15179" y="3439"/>
                    <a:pt x="15157" y="3439"/>
                    <a:pt x="15157" y="3416"/>
                  </a:cubicBezTo>
                  <a:cubicBezTo>
                    <a:pt x="14175" y="2708"/>
                    <a:pt x="13011" y="2275"/>
                    <a:pt x="11801" y="2115"/>
                  </a:cubicBezTo>
                  <a:cubicBezTo>
                    <a:pt x="11459" y="2069"/>
                    <a:pt x="11117" y="2024"/>
                    <a:pt x="10751" y="2024"/>
                  </a:cubicBezTo>
                  <a:cubicBezTo>
                    <a:pt x="10774" y="2024"/>
                    <a:pt x="10774" y="2001"/>
                    <a:pt x="10774" y="2001"/>
                  </a:cubicBezTo>
                  <a:cubicBezTo>
                    <a:pt x="11231" y="1339"/>
                    <a:pt x="11778" y="745"/>
                    <a:pt x="12555" y="472"/>
                  </a:cubicBezTo>
                  <a:cubicBezTo>
                    <a:pt x="12910" y="360"/>
                    <a:pt x="13293" y="309"/>
                    <a:pt x="13679" y="309"/>
                  </a:cubicBezTo>
                  <a:close/>
                  <a:moveTo>
                    <a:pt x="12212" y="20033"/>
                  </a:moveTo>
                  <a:cubicBezTo>
                    <a:pt x="12303" y="20695"/>
                    <a:pt x="12486" y="21357"/>
                    <a:pt x="12897" y="21882"/>
                  </a:cubicBezTo>
                  <a:cubicBezTo>
                    <a:pt x="13331" y="22429"/>
                    <a:pt x="13970" y="22703"/>
                    <a:pt x="14632" y="22863"/>
                  </a:cubicBezTo>
                  <a:cubicBezTo>
                    <a:pt x="16161" y="23251"/>
                    <a:pt x="17850" y="23137"/>
                    <a:pt x="19242" y="23913"/>
                  </a:cubicBezTo>
                  <a:cubicBezTo>
                    <a:pt x="19927" y="24301"/>
                    <a:pt x="20429" y="24872"/>
                    <a:pt x="20749" y="25557"/>
                  </a:cubicBezTo>
                  <a:cubicBezTo>
                    <a:pt x="17419" y="26755"/>
                    <a:pt x="13887" y="27426"/>
                    <a:pt x="10353" y="27426"/>
                  </a:cubicBezTo>
                  <a:cubicBezTo>
                    <a:pt x="8437" y="27426"/>
                    <a:pt x="6520" y="27229"/>
                    <a:pt x="4634" y="26812"/>
                  </a:cubicBezTo>
                  <a:cubicBezTo>
                    <a:pt x="3242" y="26515"/>
                    <a:pt x="1849" y="26104"/>
                    <a:pt x="571" y="25488"/>
                  </a:cubicBezTo>
                  <a:cubicBezTo>
                    <a:pt x="845" y="24849"/>
                    <a:pt x="1302" y="24301"/>
                    <a:pt x="1918" y="23936"/>
                  </a:cubicBezTo>
                  <a:cubicBezTo>
                    <a:pt x="2580" y="23525"/>
                    <a:pt x="3356" y="23343"/>
                    <a:pt x="4109" y="23206"/>
                  </a:cubicBezTo>
                  <a:cubicBezTo>
                    <a:pt x="5410" y="22977"/>
                    <a:pt x="7099" y="23023"/>
                    <a:pt x="8081" y="21996"/>
                  </a:cubicBezTo>
                  <a:cubicBezTo>
                    <a:pt x="8560" y="21494"/>
                    <a:pt x="8766" y="20786"/>
                    <a:pt x="8925" y="20124"/>
                  </a:cubicBezTo>
                  <a:cubicBezTo>
                    <a:pt x="8948" y="20124"/>
                    <a:pt x="8994" y="20147"/>
                    <a:pt x="9039" y="20147"/>
                  </a:cubicBezTo>
                  <a:cubicBezTo>
                    <a:pt x="9499" y="20297"/>
                    <a:pt x="9972" y="20368"/>
                    <a:pt x="10443" y="20368"/>
                  </a:cubicBezTo>
                  <a:cubicBezTo>
                    <a:pt x="11047" y="20368"/>
                    <a:pt x="11648" y="20251"/>
                    <a:pt x="12212" y="20033"/>
                  </a:cubicBezTo>
                  <a:close/>
                  <a:moveTo>
                    <a:pt x="13772" y="1"/>
                  </a:moveTo>
                  <a:cubicBezTo>
                    <a:pt x="13332" y="1"/>
                    <a:pt x="12894" y="69"/>
                    <a:pt x="12486" y="221"/>
                  </a:cubicBezTo>
                  <a:cubicBezTo>
                    <a:pt x="11642" y="517"/>
                    <a:pt x="11071" y="1179"/>
                    <a:pt x="10614" y="1910"/>
                  </a:cubicBezTo>
                  <a:cubicBezTo>
                    <a:pt x="10592" y="1955"/>
                    <a:pt x="10614" y="2001"/>
                    <a:pt x="10660" y="2024"/>
                  </a:cubicBezTo>
                  <a:cubicBezTo>
                    <a:pt x="10581" y="2022"/>
                    <a:pt x="10501" y="2021"/>
                    <a:pt x="10422" y="2021"/>
                  </a:cubicBezTo>
                  <a:cubicBezTo>
                    <a:pt x="9543" y="2021"/>
                    <a:pt x="8669" y="2138"/>
                    <a:pt x="7853" y="2389"/>
                  </a:cubicBezTo>
                  <a:cubicBezTo>
                    <a:pt x="6711" y="2731"/>
                    <a:pt x="5616" y="3439"/>
                    <a:pt x="4771" y="4306"/>
                  </a:cubicBezTo>
                  <a:cubicBezTo>
                    <a:pt x="3927" y="5196"/>
                    <a:pt x="3356" y="6406"/>
                    <a:pt x="3151" y="7616"/>
                  </a:cubicBezTo>
                  <a:cubicBezTo>
                    <a:pt x="2899" y="8985"/>
                    <a:pt x="2945" y="10469"/>
                    <a:pt x="3219" y="11816"/>
                  </a:cubicBezTo>
                  <a:cubicBezTo>
                    <a:pt x="3219" y="11861"/>
                    <a:pt x="3265" y="11884"/>
                    <a:pt x="3287" y="11884"/>
                  </a:cubicBezTo>
                  <a:cubicBezTo>
                    <a:pt x="3539" y="11884"/>
                    <a:pt x="3790" y="11861"/>
                    <a:pt x="4018" y="11839"/>
                  </a:cubicBezTo>
                  <a:cubicBezTo>
                    <a:pt x="4041" y="11976"/>
                    <a:pt x="4064" y="12112"/>
                    <a:pt x="4064" y="12249"/>
                  </a:cubicBezTo>
                  <a:cubicBezTo>
                    <a:pt x="3971" y="12223"/>
                    <a:pt x="3878" y="12208"/>
                    <a:pt x="3788" y="12208"/>
                  </a:cubicBezTo>
                  <a:cubicBezTo>
                    <a:pt x="3570" y="12208"/>
                    <a:pt x="3371" y="12297"/>
                    <a:pt x="3242" y="12523"/>
                  </a:cubicBezTo>
                  <a:cubicBezTo>
                    <a:pt x="3014" y="12889"/>
                    <a:pt x="3059" y="13368"/>
                    <a:pt x="3128" y="13756"/>
                  </a:cubicBezTo>
                  <a:cubicBezTo>
                    <a:pt x="3242" y="14555"/>
                    <a:pt x="3653" y="15376"/>
                    <a:pt x="4178" y="15970"/>
                  </a:cubicBezTo>
                  <a:cubicBezTo>
                    <a:pt x="4452" y="16289"/>
                    <a:pt x="4817" y="16563"/>
                    <a:pt x="5250" y="16609"/>
                  </a:cubicBezTo>
                  <a:cubicBezTo>
                    <a:pt x="5273" y="16609"/>
                    <a:pt x="5273" y="16586"/>
                    <a:pt x="5296" y="16586"/>
                  </a:cubicBezTo>
                  <a:cubicBezTo>
                    <a:pt x="5319" y="16632"/>
                    <a:pt x="5342" y="16678"/>
                    <a:pt x="5365" y="16746"/>
                  </a:cubicBezTo>
                  <a:cubicBezTo>
                    <a:pt x="6095" y="18161"/>
                    <a:pt x="7236" y="19439"/>
                    <a:pt x="8743" y="20033"/>
                  </a:cubicBezTo>
                  <a:cubicBezTo>
                    <a:pt x="8560" y="20718"/>
                    <a:pt x="8355" y="21425"/>
                    <a:pt x="7807" y="21905"/>
                  </a:cubicBezTo>
                  <a:cubicBezTo>
                    <a:pt x="7191" y="22452"/>
                    <a:pt x="6278" y="22566"/>
                    <a:pt x="5479" y="22658"/>
                  </a:cubicBezTo>
                  <a:cubicBezTo>
                    <a:pt x="4018" y="22840"/>
                    <a:pt x="2420" y="22932"/>
                    <a:pt x="1233" y="23890"/>
                  </a:cubicBezTo>
                  <a:cubicBezTo>
                    <a:pt x="640" y="24347"/>
                    <a:pt x="275" y="24963"/>
                    <a:pt x="23" y="25648"/>
                  </a:cubicBezTo>
                  <a:cubicBezTo>
                    <a:pt x="1" y="25671"/>
                    <a:pt x="23" y="25739"/>
                    <a:pt x="69" y="25762"/>
                  </a:cubicBezTo>
                  <a:cubicBezTo>
                    <a:pt x="2466" y="26926"/>
                    <a:pt x="5113" y="27520"/>
                    <a:pt x="7761" y="27771"/>
                  </a:cubicBezTo>
                  <a:cubicBezTo>
                    <a:pt x="8524" y="27837"/>
                    <a:pt x="9290" y="27870"/>
                    <a:pt x="10056" y="27870"/>
                  </a:cubicBezTo>
                  <a:cubicBezTo>
                    <a:pt x="12179" y="27870"/>
                    <a:pt x="14304" y="27618"/>
                    <a:pt x="16366" y="27131"/>
                  </a:cubicBezTo>
                  <a:cubicBezTo>
                    <a:pt x="17918" y="26789"/>
                    <a:pt x="19425" y="26287"/>
                    <a:pt x="20909" y="25694"/>
                  </a:cubicBezTo>
                  <a:lnTo>
                    <a:pt x="20931" y="25694"/>
                  </a:lnTo>
                  <a:cubicBezTo>
                    <a:pt x="20954" y="25671"/>
                    <a:pt x="20977" y="25625"/>
                    <a:pt x="20977" y="25579"/>
                  </a:cubicBezTo>
                  <a:cubicBezTo>
                    <a:pt x="20772" y="24940"/>
                    <a:pt x="20406" y="24347"/>
                    <a:pt x="19859" y="23913"/>
                  </a:cubicBezTo>
                  <a:cubicBezTo>
                    <a:pt x="19334" y="23457"/>
                    <a:pt x="18672" y="23183"/>
                    <a:pt x="17987" y="23000"/>
                  </a:cubicBezTo>
                  <a:cubicBezTo>
                    <a:pt x="17279" y="22795"/>
                    <a:pt x="16526" y="22703"/>
                    <a:pt x="15796" y="22612"/>
                  </a:cubicBezTo>
                  <a:cubicBezTo>
                    <a:pt x="15065" y="22521"/>
                    <a:pt x="14221" y="22429"/>
                    <a:pt x="13582" y="22019"/>
                  </a:cubicBezTo>
                  <a:cubicBezTo>
                    <a:pt x="12874" y="21539"/>
                    <a:pt x="12623" y="20740"/>
                    <a:pt x="12395" y="19964"/>
                  </a:cubicBezTo>
                  <a:cubicBezTo>
                    <a:pt x="12874" y="19759"/>
                    <a:pt x="13331" y="19508"/>
                    <a:pt x="13741" y="19188"/>
                  </a:cubicBezTo>
                  <a:cubicBezTo>
                    <a:pt x="14015" y="18983"/>
                    <a:pt x="14244" y="18755"/>
                    <a:pt x="14472" y="18526"/>
                  </a:cubicBezTo>
                  <a:cubicBezTo>
                    <a:pt x="14518" y="19074"/>
                    <a:pt x="14563" y="19622"/>
                    <a:pt x="14609" y="20170"/>
                  </a:cubicBezTo>
                  <a:cubicBezTo>
                    <a:pt x="14609" y="20215"/>
                    <a:pt x="14632" y="20261"/>
                    <a:pt x="14677" y="20261"/>
                  </a:cubicBezTo>
                  <a:cubicBezTo>
                    <a:pt x="15101" y="20330"/>
                    <a:pt x="15530" y="20364"/>
                    <a:pt x="15957" y="20364"/>
                  </a:cubicBezTo>
                  <a:cubicBezTo>
                    <a:pt x="17806" y="20364"/>
                    <a:pt x="19636" y="19727"/>
                    <a:pt x="21046" y="18504"/>
                  </a:cubicBezTo>
                  <a:cubicBezTo>
                    <a:pt x="21091" y="18481"/>
                    <a:pt x="21091" y="18412"/>
                    <a:pt x="21068" y="18389"/>
                  </a:cubicBezTo>
                  <a:cubicBezTo>
                    <a:pt x="18877" y="15468"/>
                    <a:pt x="19265" y="11747"/>
                    <a:pt x="19174" y="8301"/>
                  </a:cubicBezTo>
                  <a:cubicBezTo>
                    <a:pt x="19105" y="5219"/>
                    <a:pt x="18535" y="1134"/>
                    <a:pt x="15020" y="175"/>
                  </a:cubicBezTo>
                  <a:cubicBezTo>
                    <a:pt x="14618" y="63"/>
                    <a:pt x="14194" y="1"/>
                    <a:pt x="137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225;p25">
              <a:extLst>
                <a:ext uri="{FF2B5EF4-FFF2-40B4-BE49-F238E27FC236}">
                  <a16:creationId xmlns:a16="http://schemas.microsoft.com/office/drawing/2014/main" id="{1097E2B3-BC99-41F8-8832-413607CF6813}"/>
                </a:ext>
              </a:extLst>
            </p:cNvPr>
            <p:cNvSpPr/>
            <p:nvPr/>
          </p:nvSpPr>
          <p:spPr>
            <a:xfrm>
              <a:off x="7722965" y="2293639"/>
              <a:ext cx="190859" cy="161531"/>
            </a:xfrm>
            <a:custGeom>
              <a:avLst/>
              <a:gdLst/>
              <a:ahLst/>
              <a:cxnLst/>
              <a:rect l="l" t="t" r="r" b="b"/>
              <a:pathLst>
                <a:path w="5883" h="4979" extrusionOk="0">
                  <a:moveTo>
                    <a:pt x="5745" y="1"/>
                  </a:moveTo>
                  <a:cubicBezTo>
                    <a:pt x="5722" y="24"/>
                    <a:pt x="5722" y="24"/>
                    <a:pt x="5700" y="24"/>
                  </a:cubicBezTo>
                  <a:cubicBezTo>
                    <a:pt x="5060" y="1096"/>
                    <a:pt x="4284" y="2078"/>
                    <a:pt x="3349" y="2877"/>
                  </a:cubicBezTo>
                  <a:cubicBezTo>
                    <a:pt x="2367" y="3698"/>
                    <a:pt x="1271" y="4338"/>
                    <a:pt x="107" y="4794"/>
                  </a:cubicBezTo>
                  <a:cubicBezTo>
                    <a:pt x="1" y="4837"/>
                    <a:pt x="34" y="4979"/>
                    <a:pt x="131" y="4979"/>
                  </a:cubicBezTo>
                  <a:cubicBezTo>
                    <a:pt x="138" y="4979"/>
                    <a:pt x="145" y="4978"/>
                    <a:pt x="153" y="4977"/>
                  </a:cubicBezTo>
                  <a:cubicBezTo>
                    <a:pt x="2687" y="4452"/>
                    <a:pt x="4946" y="2534"/>
                    <a:pt x="5882" y="115"/>
                  </a:cubicBezTo>
                  <a:cubicBezTo>
                    <a:pt x="5882" y="92"/>
                    <a:pt x="5882" y="92"/>
                    <a:pt x="5882" y="69"/>
                  </a:cubicBezTo>
                  <a:cubicBezTo>
                    <a:pt x="5882" y="69"/>
                    <a:pt x="5882" y="69"/>
                    <a:pt x="5882" y="46"/>
                  </a:cubicBezTo>
                  <a:cubicBezTo>
                    <a:pt x="5859" y="24"/>
                    <a:pt x="5859" y="24"/>
                    <a:pt x="5836" y="24"/>
                  </a:cubicBezTo>
                  <a:cubicBezTo>
                    <a:pt x="5836" y="1"/>
                    <a:pt x="5836" y="1"/>
                    <a:pt x="58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226;p25">
              <a:extLst>
                <a:ext uri="{FF2B5EF4-FFF2-40B4-BE49-F238E27FC236}">
                  <a16:creationId xmlns:a16="http://schemas.microsoft.com/office/drawing/2014/main" id="{A9855302-72EA-40A9-9A7B-5EEED96DACF2}"/>
                </a:ext>
              </a:extLst>
            </p:cNvPr>
            <p:cNvSpPr/>
            <p:nvPr/>
          </p:nvSpPr>
          <p:spPr>
            <a:xfrm>
              <a:off x="8033018" y="2320307"/>
              <a:ext cx="95121" cy="159844"/>
            </a:xfrm>
            <a:custGeom>
              <a:avLst/>
              <a:gdLst/>
              <a:ahLst/>
              <a:cxnLst/>
              <a:rect l="l" t="t" r="r" b="b"/>
              <a:pathLst>
                <a:path w="2932" h="4927" extrusionOk="0">
                  <a:moveTo>
                    <a:pt x="68" y="1"/>
                  </a:moveTo>
                  <a:cubicBezTo>
                    <a:pt x="68" y="1"/>
                    <a:pt x="68" y="1"/>
                    <a:pt x="46" y="23"/>
                  </a:cubicBezTo>
                  <a:cubicBezTo>
                    <a:pt x="46" y="23"/>
                    <a:pt x="23" y="23"/>
                    <a:pt x="23" y="46"/>
                  </a:cubicBezTo>
                  <a:cubicBezTo>
                    <a:pt x="0" y="46"/>
                    <a:pt x="0" y="46"/>
                    <a:pt x="0" y="69"/>
                  </a:cubicBezTo>
                  <a:cubicBezTo>
                    <a:pt x="0" y="69"/>
                    <a:pt x="0" y="69"/>
                    <a:pt x="0" y="92"/>
                  </a:cubicBezTo>
                  <a:cubicBezTo>
                    <a:pt x="46" y="1986"/>
                    <a:pt x="1141" y="3904"/>
                    <a:pt x="2762" y="4908"/>
                  </a:cubicBezTo>
                  <a:cubicBezTo>
                    <a:pt x="2779" y="4921"/>
                    <a:pt x="2797" y="4927"/>
                    <a:pt x="2813" y="4927"/>
                  </a:cubicBezTo>
                  <a:cubicBezTo>
                    <a:pt x="2882" y="4927"/>
                    <a:pt x="2931" y="4826"/>
                    <a:pt x="2876" y="4771"/>
                  </a:cubicBezTo>
                  <a:cubicBezTo>
                    <a:pt x="2237" y="4109"/>
                    <a:pt x="1643" y="3401"/>
                    <a:pt x="1187" y="2603"/>
                  </a:cubicBezTo>
                  <a:cubicBezTo>
                    <a:pt x="730" y="1804"/>
                    <a:pt x="411" y="959"/>
                    <a:pt x="183" y="69"/>
                  </a:cubicBezTo>
                  <a:cubicBezTo>
                    <a:pt x="183" y="46"/>
                    <a:pt x="160" y="46"/>
                    <a:pt x="160" y="46"/>
                  </a:cubicBezTo>
                  <a:cubicBezTo>
                    <a:pt x="160" y="46"/>
                    <a:pt x="160" y="23"/>
                    <a:pt x="137" y="23"/>
                  </a:cubicBezTo>
                  <a:cubicBezTo>
                    <a:pt x="137" y="23"/>
                    <a:pt x="114" y="1"/>
                    <a:pt x="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227;p25">
              <a:extLst>
                <a:ext uri="{FF2B5EF4-FFF2-40B4-BE49-F238E27FC236}">
                  <a16:creationId xmlns:a16="http://schemas.microsoft.com/office/drawing/2014/main" id="{06EE4DD8-5090-4E04-9BC5-747F66F6CE3F}"/>
                </a:ext>
              </a:extLst>
            </p:cNvPr>
            <p:cNvSpPr/>
            <p:nvPr/>
          </p:nvSpPr>
          <p:spPr>
            <a:xfrm>
              <a:off x="7839725" y="2648171"/>
              <a:ext cx="159974" cy="20406"/>
            </a:xfrm>
            <a:custGeom>
              <a:avLst/>
              <a:gdLst/>
              <a:ahLst/>
              <a:cxnLst/>
              <a:rect l="l" t="t" r="r" b="b"/>
              <a:pathLst>
                <a:path w="4931" h="629" extrusionOk="0">
                  <a:moveTo>
                    <a:pt x="90" y="0"/>
                  </a:moveTo>
                  <a:cubicBezTo>
                    <a:pt x="54" y="0"/>
                    <a:pt x="23" y="37"/>
                    <a:pt x="23" y="75"/>
                  </a:cubicBezTo>
                  <a:cubicBezTo>
                    <a:pt x="1" y="97"/>
                    <a:pt x="23" y="166"/>
                    <a:pt x="69" y="166"/>
                  </a:cubicBezTo>
                  <a:cubicBezTo>
                    <a:pt x="852" y="474"/>
                    <a:pt x="1698" y="629"/>
                    <a:pt x="2540" y="629"/>
                  </a:cubicBezTo>
                  <a:cubicBezTo>
                    <a:pt x="3318" y="629"/>
                    <a:pt x="4094" y="497"/>
                    <a:pt x="4817" y="234"/>
                  </a:cubicBezTo>
                  <a:cubicBezTo>
                    <a:pt x="4931" y="212"/>
                    <a:pt x="4885" y="75"/>
                    <a:pt x="4771" y="75"/>
                  </a:cubicBezTo>
                  <a:cubicBezTo>
                    <a:pt x="4050" y="212"/>
                    <a:pt x="3330" y="281"/>
                    <a:pt x="2609" y="281"/>
                  </a:cubicBezTo>
                  <a:cubicBezTo>
                    <a:pt x="1778" y="281"/>
                    <a:pt x="946" y="190"/>
                    <a:pt x="115" y="6"/>
                  </a:cubicBezTo>
                  <a:cubicBezTo>
                    <a:pt x="106" y="2"/>
                    <a:pt x="98" y="0"/>
                    <a:pt x="9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228;p25">
              <a:extLst>
                <a:ext uri="{FF2B5EF4-FFF2-40B4-BE49-F238E27FC236}">
                  <a16:creationId xmlns:a16="http://schemas.microsoft.com/office/drawing/2014/main" id="{0C5A669D-1D67-439C-91A0-097B36D55D22}"/>
                </a:ext>
              </a:extLst>
            </p:cNvPr>
            <p:cNvSpPr/>
            <p:nvPr/>
          </p:nvSpPr>
          <p:spPr>
            <a:xfrm>
              <a:off x="7839725" y="2698522"/>
              <a:ext cx="159747" cy="20147"/>
            </a:xfrm>
            <a:custGeom>
              <a:avLst/>
              <a:gdLst/>
              <a:ahLst/>
              <a:cxnLst/>
              <a:rect l="l" t="t" r="r" b="b"/>
              <a:pathLst>
                <a:path w="4924" h="621" extrusionOk="0">
                  <a:moveTo>
                    <a:pt x="89" y="0"/>
                  </a:moveTo>
                  <a:cubicBezTo>
                    <a:pt x="53" y="0"/>
                    <a:pt x="23" y="33"/>
                    <a:pt x="23" y="52"/>
                  </a:cubicBezTo>
                  <a:cubicBezTo>
                    <a:pt x="1" y="98"/>
                    <a:pt x="23" y="143"/>
                    <a:pt x="69" y="166"/>
                  </a:cubicBezTo>
                  <a:cubicBezTo>
                    <a:pt x="861" y="466"/>
                    <a:pt x="1715" y="621"/>
                    <a:pt x="2567" y="621"/>
                  </a:cubicBezTo>
                  <a:cubicBezTo>
                    <a:pt x="3336" y="621"/>
                    <a:pt x="4102" y="494"/>
                    <a:pt x="4817" y="234"/>
                  </a:cubicBezTo>
                  <a:cubicBezTo>
                    <a:pt x="4923" y="213"/>
                    <a:pt x="4891" y="72"/>
                    <a:pt x="4793" y="72"/>
                  </a:cubicBezTo>
                  <a:cubicBezTo>
                    <a:pt x="4786" y="72"/>
                    <a:pt x="4779" y="73"/>
                    <a:pt x="4771" y="75"/>
                  </a:cubicBezTo>
                  <a:cubicBezTo>
                    <a:pt x="4050" y="212"/>
                    <a:pt x="3330" y="281"/>
                    <a:pt x="2609" y="281"/>
                  </a:cubicBezTo>
                  <a:cubicBezTo>
                    <a:pt x="1778" y="281"/>
                    <a:pt x="946" y="190"/>
                    <a:pt x="115" y="6"/>
                  </a:cubicBezTo>
                  <a:cubicBezTo>
                    <a:pt x="106" y="2"/>
                    <a:pt x="97" y="0"/>
                    <a:pt x="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229;p25">
              <a:extLst>
                <a:ext uri="{FF2B5EF4-FFF2-40B4-BE49-F238E27FC236}">
                  <a16:creationId xmlns:a16="http://schemas.microsoft.com/office/drawing/2014/main" id="{5559E501-B88B-40FF-BF82-729C523D3ACA}"/>
                </a:ext>
              </a:extLst>
            </p:cNvPr>
            <p:cNvSpPr/>
            <p:nvPr/>
          </p:nvSpPr>
          <p:spPr>
            <a:xfrm>
              <a:off x="7472444" y="2506137"/>
              <a:ext cx="248088" cy="394144"/>
            </a:xfrm>
            <a:custGeom>
              <a:avLst/>
              <a:gdLst/>
              <a:ahLst/>
              <a:cxnLst/>
              <a:rect l="l" t="t" r="r" b="b"/>
              <a:pathLst>
                <a:path w="7647" h="12149" extrusionOk="0">
                  <a:moveTo>
                    <a:pt x="5183" y="0"/>
                  </a:moveTo>
                  <a:cubicBezTo>
                    <a:pt x="4850" y="0"/>
                    <a:pt x="4060" y="1009"/>
                    <a:pt x="3926" y="1166"/>
                  </a:cubicBezTo>
                  <a:cubicBezTo>
                    <a:pt x="3561" y="1599"/>
                    <a:pt x="3219" y="2056"/>
                    <a:pt x="2945" y="2558"/>
                  </a:cubicBezTo>
                  <a:cubicBezTo>
                    <a:pt x="2694" y="3060"/>
                    <a:pt x="2488" y="3631"/>
                    <a:pt x="2465" y="4202"/>
                  </a:cubicBezTo>
                  <a:cubicBezTo>
                    <a:pt x="2443" y="4749"/>
                    <a:pt x="2465" y="5297"/>
                    <a:pt x="2420" y="5845"/>
                  </a:cubicBezTo>
                  <a:cubicBezTo>
                    <a:pt x="2351" y="6438"/>
                    <a:pt x="2260" y="7009"/>
                    <a:pt x="2146" y="7602"/>
                  </a:cubicBezTo>
                  <a:cubicBezTo>
                    <a:pt x="2055" y="8082"/>
                    <a:pt x="1918" y="8493"/>
                    <a:pt x="1644" y="8926"/>
                  </a:cubicBezTo>
                  <a:cubicBezTo>
                    <a:pt x="1324" y="9406"/>
                    <a:pt x="959" y="9885"/>
                    <a:pt x="548" y="10296"/>
                  </a:cubicBezTo>
                  <a:cubicBezTo>
                    <a:pt x="434" y="10410"/>
                    <a:pt x="320" y="10501"/>
                    <a:pt x="206" y="10615"/>
                  </a:cubicBezTo>
                  <a:cubicBezTo>
                    <a:pt x="92" y="10707"/>
                    <a:pt x="0" y="10730"/>
                    <a:pt x="23" y="10889"/>
                  </a:cubicBezTo>
                  <a:cubicBezTo>
                    <a:pt x="69" y="11186"/>
                    <a:pt x="411" y="11460"/>
                    <a:pt x="639" y="11643"/>
                  </a:cubicBezTo>
                  <a:cubicBezTo>
                    <a:pt x="845" y="11779"/>
                    <a:pt x="1073" y="11916"/>
                    <a:pt x="1301" y="12031"/>
                  </a:cubicBezTo>
                  <a:cubicBezTo>
                    <a:pt x="1383" y="12071"/>
                    <a:pt x="1500" y="12148"/>
                    <a:pt x="1590" y="12148"/>
                  </a:cubicBezTo>
                  <a:cubicBezTo>
                    <a:pt x="1601" y="12148"/>
                    <a:pt x="1611" y="12147"/>
                    <a:pt x="1621" y="12145"/>
                  </a:cubicBezTo>
                  <a:cubicBezTo>
                    <a:pt x="1712" y="12122"/>
                    <a:pt x="1826" y="11916"/>
                    <a:pt x="1918" y="11825"/>
                  </a:cubicBezTo>
                  <a:cubicBezTo>
                    <a:pt x="2260" y="11437"/>
                    <a:pt x="2625" y="11026"/>
                    <a:pt x="2990" y="10661"/>
                  </a:cubicBezTo>
                  <a:cubicBezTo>
                    <a:pt x="3310" y="10319"/>
                    <a:pt x="3652" y="9999"/>
                    <a:pt x="4040" y="9748"/>
                  </a:cubicBezTo>
                  <a:cubicBezTo>
                    <a:pt x="4428" y="9520"/>
                    <a:pt x="4862" y="9337"/>
                    <a:pt x="5250" y="9086"/>
                  </a:cubicBezTo>
                  <a:cubicBezTo>
                    <a:pt x="5661" y="8835"/>
                    <a:pt x="6095" y="8515"/>
                    <a:pt x="6300" y="8082"/>
                  </a:cubicBezTo>
                  <a:cubicBezTo>
                    <a:pt x="6414" y="7876"/>
                    <a:pt x="6460" y="7648"/>
                    <a:pt x="6505" y="7420"/>
                  </a:cubicBezTo>
                  <a:cubicBezTo>
                    <a:pt x="6551" y="7192"/>
                    <a:pt x="6620" y="6941"/>
                    <a:pt x="6711" y="6712"/>
                  </a:cubicBezTo>
                  <a:cubicBezTo>
                    <a:pt x="6871" y="6233"/>
                    <a:pt x="7099" y="5776"/>
                    <a:pt x="7327" y="5320"/>
                  </a:cubicBezTo>
                  <a:cubicBezTo>
                    <a:pt x="7373" y="5229"/>
                    <a:pt x="7441" y="5115"/>
                    <a:pt x="7487" y="5023"/>
                  </a:cubicBezTo>
                  <a:cubicBezTo>
                    <a:pt x="7533" y="4932"/>
                    <a:pt x="7647" y="4726"/>
                    <a:pt x="7624" y="4612"/>
                  </a:cubicBezTo>
                  <a:cubicBezTo>
                    <a:pt x="7624" y="4578"/>
                    <a:pt x="7630" y="4572"/>
                    <a:pt x="7630" y="4572"/>
                  </a:cubicBezTo>
                  <a:lnTo>
                    <a:pt x="7630" y="4572"/>
                  </a:lnTo>
                  <a:cubicBezTo>
                    <a:pt x="7630" y="4572"/>
                    <a:pt x="7628" y="4574"/>
                    <a:pt x="7624" y="4574"/>
                  </a:cubicBezTo>
                  <a:cubicBezTo>
                    <a:pt x="7620" y="4574"/>
                    <a:pt x="7612" y="4572"/>
                    <a:pt x="7601" y="4567"/>
                  </a:cubicBezTo>
                  <a:cubicBezTo>
                    <a:pt x="7598" y="4564"/>
                    <a:pt x="7593" y="4562"/>
                    <a:pt x="7587" y="4562"/>
                  </a:cubicBezTo>
                  <a:cubicBezTo>
                    <a:pt x="7548" y="4562"/>
                    <a:pt x="7461" y="4616"/>
                    <a:pt x="7441" y="4635"/>
                  </a:cubicBezTo>
                  <a:cubicBezTo>
                    <a:pt x="7304" y="4681"/>
                    <a:pt x="7190" y="4749"/>
                    <a:pt x="7076" y="4818"/>
                  </a:cubicBezTo>
                  <a:cubicBezTo>
                    <a:pt x="6642" y="5115"/>
                    <a:pt x="6460" y="5662"/>
                    <a:pt x="6277" y="6119"/>
                  </a:cubicBezTo>
                  <a:cubicBezTo>
                    <a:pt x="6163" y="6416"/>
                    <a:pt x="6026" y="6895"/>
                    <a:pt x="5661" y="6941"/>
                  </a:cubicBezTo>
                  <a:cubicBezTo>
                    <a:pt x="5635" y="6946"/>
                    <a:pt x="5610" y="6948"/>
                    <a:pt x="5587" y="6948"/>
                  </a:cubicBezTo>
                  <a:cubicBezTo>
                    <a:pt x="5292" y="6948"/>
                    <a:pt x="5129" y="6578"/>
                    <a:pt x="5045" y="6324"/>
                  </a:cubicBezTo>
                  <a:cubicBezTo>
                    <a:pt x="4931" y="5868"/>
                    <a:pt x="4908" y="5388"/>
                    <a:pt x="4976" y="4932"/>
                  </a:cubicBezTo>
                  <a:cubicBezTo>
                    <a:pt x="5022" y="4361"/>
                    <a:pt x="5204" y="3882"/>
                    <a:pt x="5387" y="3357"/>
                  </a:cubicBezTo>
                  <a:cubicBezTo>
                    <a:pt x="5478" y="3106"/>
                    <a:pt x="5592" y="2878"/>
                    <a:pt x="5707" y="2672"/>
                  </a:cubicBezTo>
                  <a:cubicBezTo>
                    <a:pt x="5821" y="2467"/>
                    <a:pt x="5935" y="2284"/>
                    <a:pt x="6095" y="2124"/>
                  </a:cubicBezTo>
                  <a:cubicBezTo>
                    <a:pt x="6254" y="1987"/>
                    <a:pt x="6437" y="1850"/>
                    <a:pt x="6597" y="1691"/>
                  </a:cubicBezTo>
                  <a:cubicBezTo>
                    <a:pt x="6779" y="1531"/>
                    <a:pt x="6985" y="1348"/>
                    <a:pt x="7076" y="1120"/>
                  </a:cubicBezTo>
                  <a:cubicBezTo>
                    <a:pt x="7122" y="1029"/>
                    <a:pt x="7145" y="960"/>
                    <a:pt x="7030" y="892"/>
                  </a:cubicBezTo>
                  <a:cubicBezTo>
                    <a:pt x="6996" y="864"/>
                    <a:pt x="6960" y="853"/>
                    <a:pt x="6922" y="853"/>
                  </a:cubicBezTo>
                  <a:cubicBezTo>
                    <a:pt x="6836" y="853"/>
                    <a:pt x="6745" y="912"/>
                    <a:pt x="6665" y="960"/>
                  </a:cubicBezTo>
                  <a:cubicBezTo>
                    <a:pt x="6551" y="1029"/>
                    <a:pt x="6460" y="1074"/>
                    <a:pt x="6346" y="1143"/>
                  </a:cubicBezTo>
                  <a:cubicBezTo>
                    <a:pt x="5912" y="1440"/>
                    <a:pt x="5501" y="1805"/>
                    <a:pt x="5204" y="2261"/>
                  </a:cubicBezTo>
                  <a:cubicBezTo>
                    <a:pt x="4885" y="2695"/>
                    <a:pt x="4634" y="3220"/>
                    <a:pt x="4360" y="3699"/>
                  </a:cubicBezTo>
                  <a:cubicBezTo>
                    <a:pt x="4353" y="3713"/>
                    <a:pt x="4341" y="3718"/>
                    <a:pt x="4327" y="3718"/>
                  </a:cubicBezTo>
                  <a:cubicBezTo>
                    <a:pt x="4293" y="3718"/>
                    <a:pt x="4252" y="3686"/>
                    <a:pt x="4269" y="3654"/>
                  </a:cubicBezTo>
                  <a:cubicBezTo>
                    <a:pt x="4588" y="3037"/>
                    <a:pt x="4862" y="2398"/>
                    <a:pt x="5204" y="1805"/>
                  </a:cubicBezTo>
                  <a:cubicBezTo>
                    <a:pt x="5501" y="1280"/>
                    <a:pt x="6117" y="1029"/>
                    <a:pt x="6391" y="481"/>
                  </a:cubicBezTo>
                  <a:cubicBezTo>
                    <a:pt x="6460" y="367"/>
                    <a:pt x="6528" y="207"/>
                    <a:pt x="6277" y="184"/>
                  </a:cubicBezTo>
                  <a:cubicBezTo>
                    <a:pt x="6186" y="184"/>
                    <a:pt x="6072" y="276"/>
                    <a:pt x="6003" y="321"/>
                  </a:cubicBezTo>
                  <a:cubicBezTo>
                    <a:pt x="5866" y="413"/>
                    <a:pt x="5729" y="504"/>
                    <a:pt x="5592" y="595"/>
                  </a:cubicBezTo>
                  <a:cubicBezTo>
                    <a:pt x="5319" y="801"/>
                    <a:pt x="5045" y="1029"/>
                    <a:pt x="4816" y="1280"/>
                  </a:cubicBezTo>
                  <a:cubicBezTo>
                    <a:pt x="4611" y="1531"/>
                    <a:pt x="4451" y="1805"/>
                    <a:pt x="4291" y="2079"/>
                  </a:cubicBezTo>
                  <a:cubicBezTo>
                    <a:pt x="4086" y="2375"/>
                    <a:pt x="3926" y="2672"/>
                    <a:pt x="3721" y="2992"/>
                  </a:cubicBezTo>
                  <a:cubicBezTo>
                    <a:pt x="3714" y="3005"/>
                    <a:pt x="3703" y="3011"/>
                    <a:pt x="3692" y="3011"/>
                  </a:cubicBezTo>
                  <a:cubicBezTo>
                    <a:pt x="3666" y="3011"/>
                    <a:pt x="3636" y="2978"/>
                    <a:pt x="3652" y="2946"/>
                  </a:cubicBezTo>
                  <a:cubicBezTo>
                    <a:pt x="3903" y="2444"/>
                    <a:pt x="4154" y="1919"/>
                    <a:pt x="4451" y="1462"/>
                  </a:cubicBezTo>
                  <a:cubicBezTo>
                    <a:pt x="4588" y="1234"/>
                    <a:pt x="4748" y="1029"/>
                    <a:pt x="4931" y="846"/>
                  </a:cubicBezTo>
                  <a:cubicBezTo>
                    <a:pt x="5045" y="732"/>
                    <a:pt x="5136" y="664"/>
                    <a:pt x="5204" y="504"/>
                  </a:cubicBezTo>
                  <a:cubicBezTo>
                    <a:pt x="5250" y="413"/>
                    <a:pt x="5341" y="93"/>
                    <a:pt x="5273" y="24"/>
                  </a:cubicBezTo>
                  <a:cubicBezTo>
                    <a:pt x="5250" y="24"/>
                    <a:pt x="5250" y="2"/>
                    <a:pt x="5227" y="2"/>
                  </a:cubicBezTo>
                  <a:lnTo>
                    <a:pt x="5204" y="2"/>
                  </a:lnTo>
                  <a:cubicBezTo>
                    <a:pt x="5198" y="1"/>
                    <a:pt x="5191" y="0"/>
                    <a:pt x="51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230;p25">
              <a:extLst>
                <a:ext uri="{FF2B5EF4-FFF2-40B4-BE49-F238E27FC236}">
                  <a16:creationId xmlns:a16="http://schemas.microsoft.com/office/drawing/2014/main" id="{6E915BC1-426B-40CD-9087-34BEFDC496D2}"/>
                </a:ext>
              </a:extLst>
            </p:cNvPr>
            <p:cNvSpPr/>
            <p:nvPr/>
          </p:nvSpPr>
          <p:spPr>
            <a:xfrm>
              <a:off x="7460602" y="2501660"/>
              <a:ext cx="272517" cy="411079"/>
            </a:xfrm>
            <a:custGeom>
              <a:avLst/>
              <a:gdLst/>
              <a:ahLst/>
              <a:cxnLst/>
              <a:rect l="l" t="t" r="r" b="b"/>
              <a:pathLst>
                <a:path w="8400" h="12671" extrusionOk="0">
                  <a:moveTo>
                    <a:pt x="5548" y="138"/>
                  </a:moveTo>
                  <a:cubicBezTo>
                    <a:pt x="5556" y="138"/>
                    <a:pt x="5563" y="139"/>
                    <a:pt x="5569" y="140"/>
                  </a:cubicBezTo>
                  <a:lnTo>
                    <a:pt x="5592" y="140"/>
                  </a:lnTo>
                  <a:cubicBezTo>
                    <a:pt x="5615" y="140"/>
                    <a:pt x="5615" y="162"/>
                    <a:pt x="5638" y="162"/>
                  </a:cubicBezTo>
                  <a:cubicBezTo>
                    <a:pt x="5706" y="231"/>
                    <a:pt x="5615" y="551"/>
                    <a:pt x="5569" y="642"/>
                  </a:cubicBezTo>
                  <a:cubicBezTo>
                    <a:pt x="5501" y="802"/>
                    <a:pt x="5410" y="870"/>
                    <a:pt x="5296" y="984"/>
                  </a:cubicBezTo>
                  <a:cubicBezTo>
                    <a:pt x="5113" y="1167"/>
                    <a:pt x="4953" y="1372"/>
                    <a:pt x="4816" y="1600"/>
                  </a:cubicBezTo>
                  <a:cubicBezTo>
                    <a:pt x="4519" y="2057"/>
                    <a:pt x="4268" y="2582"/>
                    <a:pt x="4017" y="3084"/>
                  </a:cubicBezTo>
                  <a:cubicBezTo>
                    <a:pt x="4001" y="3116"/>
                    <a:pt x="4031" y="3149"/>
                    <a:pt x="4057" y="3149"/>
                  </a:cubicBezTo>
                  <a:cubicBezTo>
                    <a:pt x="4068" y="3149"/>
                    <a:pt x="4079" y="3143"/>
                    <a:pt x="4086" y="3130"/>
                  </a:cubicBezTo>
                  <a:cubicBezTo>
                    <a:pt x="4291" y="2810"/>
                    <a:pt x="4451" y="2513"/>
                    <a:pt x="4656" y="2217"/>
                  </a:cubicBezTo>
                  <a:cubicBezTo>
                    <a:pt x="4816" y="1943"/>
                    <a:pt x="4976" y="1669"/>
                    <a:pt x="5181" y="1418"/>
                  </a:cubicBezTo>
                  <a:cubicBezTo>
                    <a:pt x="5410" y="1167"/>
                    <a:pt x="5684" y="939"/>
                    <a:pt x="5957" y="733"/>
                  </a:cubicBezTo>
                  <a:cubicBezTo>
                    <a:pt x="6094" y="642"/>
                    <a:pt x="6231" y="551"/>
                    <a:pt x="6368" y="459"/>
                  </a:cubicBezTo>
                  <a:cubicBezTo>
                    <a:pt x="6437" y="414"/>
                    <a:pt x="6551" y="322"/>
                    <a:pt x="6642" y="322"/>
                  </a:cubicBezTo>
                  <a:cubicBezTo>
                    <a:pt x="6893" y="345"/>
                    <a:pt x="6825" y="505"/>
                    <a:pt x="6756" y="619"/>
                  </a:cubicBezTo>
                  <a:cubicBezTo>
                    <a:pt x="6482" y="1167"/>
                    <a:pt x="5866" y="1418"/>
                    <a:pt x="5569" y="1943"/>
                  </a:cubicBezTo>
                  <a:cubicBezTo>
                    <a:pt x="5227" y="2536"/>
                    <a:pt x="4953" y="3175"/>
                    <a:pt x="4634" y="3792"/>
                  </a:cubicBezTo>
                  <a:cubicBezTo>
                    <a:pt x="4617" y="3824"/>
                    <a:pt x="4658" y="3856"/>
                    <a:pt x="4692" y="3856"/>
                  </a:cubicBezTo>
                  <a:cubicBezTo>
                    <a:pt x="4706" y="3856"/>
                    <a:pt x="4718" y="3851"/>
                    <a:pt x="4725" y="3837"/>
                  </a:cubicBezTo>
                  <a:cubicBezTo>
                    <a:pt x="4999" y="3358"/>
                    <a:pt x="5250" y="2833"/>
                    <a:pt x="5569" y="2399"/>
                  </a:cubicBezTo>
                  <a:cubicBezTo>
                    <a:pt x="5866" y="1943"/>
                    <a:pt x="6277" y="1578"/>
                    <a:pt x="6711" y="1281"/>
                  </a:cubicBezTo>
                  <a:cubicBezTo>
                    <a:pt x="6825" y="1212"/>
                    <a:pt x="6916" y="1167"/>
                    <a:pt x="7030" y="1098"/>
                  </a:cubicBezTo>
                  <a:cubicBezTo>
                    <a:pt x="7110" y="1050"/>
                    <a:pt x="7201" y="991"/>
                    <a:pt x="7295" y="991"/>
                  </a:cubicBezTo>
                  <a:cubicBezTo>
                    <a:pt x="7336" y="991"/>
                    <a:pt x="7377" y="1002"/>
                    <a:pt x="7418" y="1030"/>
                  </a:cubicBezTo>
                  <a:cubicBezTo>
                    <a:pt x="7510" y="1098"/>
                    <a:pt x="7487" y="1167"/>
                    <a:pt x="7441" y="1258"/>
                  </a:cubicBezTo>
                  <a:cubicBezTo>
                    <a:pt x="7350" y="1486"/>
                    <a:pt x="7144" y="1669"/>
                    <a:pt x="6962" y="1829"/>
                  </a:cubicBezTo>
                  <a:cubicBezTo>
                    <a:pt x="6802" y="1988"/>
                    <a:pt x="6619" y="2125"/>
                    <a:pt x="6460" y="2262"/>
                  </a:cubicBezTo>
                  <a:cubicBezTo>
                    <a:pt x="6300" y="2422"/>
                    <a:pt x="6186" y="2605"/>
                    <a:pt x="6072" y="2810"/>
                  </a:cubicBezTo>
                  <a:cubicBezTo>
                    <a:pt x="5957" y="3016"/>
                    <a:pt x="5843" y="3244"/>
                    <a:pt x="5752" y="3495"/>
                  </a:cubicBezTo>
                  <a:cubicBezTo>
                    <a:pt x="5569" y="4020"/>
                    <a:pt x="5387" y="4499"/>
                    <a:pt x="5341" y="5070"/>
                  </a:cubicBezTo>
                  <a:cubicBezTo>
                    <a:pt x="5273" y="5526"/>
                    <a:pt x="5296" y="6006"/>
                    <a:pt x="5410" y="6462"/>
                  </a:cubicBezTo>
                  <a:cubicBezTo>
                    <a:pt x="5494" y="6716"/>
                    <a:pt x="5657" y="7086"/>
                    <a:pt x="5952" y="7086"/>
                  </a:cubicBezTo>
                  <a:cubicBezTo>
                    <a:pt x="5975" y="7086"/>
                    <a:pt x="6000" y="7084"/>
                    <a:pt x="6026" y="7079"/>
                  </a:cubicBezTo>
                  <a:cubicBezTo>
                    <a:pt x="6391" y="7033"/>
                    <a:pt x="6528" y="6554"/>
                    <a:pt x="6642" y="6257"/>
                  </a:cubicBezTo>
                  <a:cubicBezTo>
                    <a:pt x="6825" y="5800"/>
                    <a:pt x="7007" y="5253"/>
                    <a:pt x="7441" y="4956"/>
                  </a:cubicBezTo>
                  <a:cubicBezTo>
                    <a:pt x="7555" y="4887"/>
                    <a:pt x="7669" y="4819"/>
                    <a:pt x="7806" y="4773"/>
                  </a:cubicBezTo>
                  <a:cubicBezTo>
                    <a:pt x="7826" y="4754"/>
                    <a:pt x="7913" y="4700"/>
                    <a:pt x="7952" y="4700"/>
                  </a:cubicBezTo>
                  <a:cubicBezTo>
                    <a:pt x="7958" y="4700"/>
                    <a:pt x="7963" y="4702"/>
                    <a:pt x="7966" y="4705"/>
                  </a:cubicBezTo>
                  <a:cubicBezTo>
                    <a:pt x="7977" y="4710"/>
                    <a:pt x="7985" y="4712"/>
                    <a:pt x="7989" y="4712"/>
                  </a:cubicBezTo>
                  <a:cubicBezTo>
                    <a:pt x="7993" y="4712"/>
                    <a:pt x="7995" y="4710"/>
                    <a:pt x="7995" y="4710"/>
                  </a:cubicBezTo>
                  <a:lnTo>
                    <a:pt x="7995" y="4710"/>
                  </a:lnTo>
                  <a:cubicBezTo>
                    <a:pt x="7995" y="4710"/>
                    <a:pt x="7989" y="4716"/>
                    <a:pt x="7989" y="4750"/>
                  </a:cubicBezTo>
                  <a:cubicBezTo>
                    <a:pt x="8012" y="4864"/>
                    <a:pt x="7898" y="5070"/>
                    <a:pt x="7852" y="5161"/>
                  </a:cubicBezTo>
                  <a:cubicBezTo>
                    <a:pt x="7806" y="5253"/>
                    <a:pt x="7738" y="5367"/>
                    <a:pt x="7692" y="5458"/>
                  </a:cubicBezTo>
                  <a:cubicBezTo>
                    <a:pt x="7464" y="5914"/>
                    <a:pt x="7236" y="6371"/>
                    <a:pt x="7076" y="6850"/>
                  </a:cubicBezTo>
                  <a:cubicBezTo>
                    <a:pt x="6985" y="7079"/>
                    <a:pt x="6916" y="7330"/>
                    <a:pt x="6870" y="7558"/>
                  </a:cubicBezTo>
                  <a:cubicBezTo>
                    <a:pt x="6825" y="7786"/>
                    <a:pt x="6779" y="8014"/>
                    <a:pt x="6665" y="8220"/>
                  </a:cubicBezTo>
                  <a:cubicBezTo>
                    <a:pt x="6460" y="8653"/>
                    <a:pt x="6026" y="8973"/>
                    <a:pt x="5615" y="9224"/>
                  </a:cubicBezTo>
                  <a:cubicBezTo>
                    <a:pt x="5227" y="9475"/>
                    <a:pt x="4816" y="9658"/>
                    <a:pt x="4405" y="9886"/>
                  </a:cubicBezTo>
                  <a:cubicBezTo>
                    <a:pt x="4017" y="10137"/>
                    <a:pt x="3675" y="10457"/>
                    <a:pt x="3355" y="10799"/>
                  </a:cubicBezTo>
                  <a:cubicBezTo>
                    <a:pt x="2990" y="11164"/>
                    <a:pt x="2625" y="11575"/>
                    <a:pt x="2283" y="11963"/>
                  </a:cubicBezTo>
                  <a:cubicBezTo>
                    <a:pt x="2191" y="12054"/>
                    <a:pt x="2077" y="12260"/>
                    <a:pt x="1986" y="12283"/>
                  </a:cubicBezTo>
                  <a:cubicBezTo>
                    <a:pt x="1976" y="12285"/>
                    <a:pt x="1966" y="12286"/>
                    <a:pt x="1955" y="12286"/>
                  </a:cubicBezTo>
                  <a:cubicBezTo>
                    <a:pt x="1865" y="12286"/>
                    <a:pt x="1748" y="12209"/>
                    <a:pt x="1666" y="12169"/>
                  </a:cubicBezTo>
                  <a:cubicBezTo>
                    <a:pt x="1438" y="12054"/>
                    <a:pt x="1210" y="11917"/>
                    <a:pt x="1004" y="11781"/>
                  </a:cubicBezTo>
                  <a:cubicBezTo>
                    <a:pt x="776" y="11598"/>
                    <a:pt x="434" y="11324"/>
                    <a:pt x="388" y="11027"/>
                  </a:cubicBezTo>
                  <a:cubicBezTo>
                    <a:pt x="365" y="10868"/>
                    <a:pt x="457" y="10845"/>
                    <a:pt x="571" y="10753"/>
                  </a:cubicBezTo>
                  <a:cubicBezTo>
                    <a:pt x="685" y="10639"/>
                    <a:pt x="799" y="10548"/>
                    <a:pt x="913" y="10434"/>
                  </a:cubicBezTo>
                  <a:cubicBezTo>
                    <a:pt x="1324" y="10023"/>
                    <a:pt x="1689" y="9544"/>
                    <a:pt x="2009" y="9064"/>
                  </a:cubicBezTo>
                  <a:cubicBezTo>
                    <a:pt x="2283" y="8631"/>
                    <a:pt x="2420" y="8220"/>
                    <a:pt x="2511" y="7740"/>
                  </a:cubicBezTo>
                  <a:cubicBezTo>
                    <a:pt x="2625" y="7147"/>
                    <a:pt x="2716" y="6576"/>
                    <a:pt x="2785" y="5983"/>
                  </a:cubicBezTo>
                  <a:cubicBezTo>
                    <a:pt x="2830" y="5435"/>
                    <a:pt x="2808" y="4887"/>
                    <a:pt x="2830" y="4340"/>
                  </a:cubicBezTo>
                  <a:cubicBezTo>
                    <a:pt x="2853" y="3769"/>
                    <a:pt x="3059" y="3198"/>
                    <a:pt x="3310" y="2696"/>
                  </a:cubicBezTo>
                  <a:cubicBezTo>
                    <a:pt x="3584" y="2194"/>
                    <a:pt x="3926" y="1737"/>
                    <a:pt x="4291" y="1304"/>
                  </a:cubicBezTo>
                  <a:cubicBezTo>
                    <a:pt x="4425" y="1147"/>
                    <a:pt x="5215" y="138"/>
                    <a:pt x="5548" y="138"/>
                  </a:cubicBezTo>
                  <a:close/>
                  <a:moveTo>
                    <a:pt x="5560" y="1"/>
                  </a:moveTo>
                  <a:cubicBezTo>
                    <a:pt x="5403" y="1"/>
                    <a:pt x="5197" y="147"/>
                    <a:pt x="5090" y="254"/>
                  </a:cubicBezTo>
                  <a:cubicBezTo>
                    <a:pt x="4953" y="368"/>
                    <a:pt x="4839" y="505"/>
                    <a:pt x="4702" y="642"/>
                  </a:cubicBezTo>
                  <a:cubicBezTo>
                    <a:pt x="4063" y="1304"/>
                    <a:pt x="3447" y="1988"/>
                    <a:pt x="3036" y="2810"/>
                  </a:cubicBezTo>
                  <a:cubicBezTo>
                    <a:pt x="2853" y="3198"/>
                    <a:pt x="2693" y="3655"/>
                    <a:pt x="2625" y="4088"/>
                  </a:cubicBezTo>
                  <a:cubicBezTo>
                    <a:pt x="2579" y="4568"/>
                    <a:pt x="2625" y="5070"/>
                    <a:pt x="2579" y="5572"/>
                  </a:cubicBezTo>
                  <a:cubicBezTo>
                    <a:pt x="2534" y="6074"/>
                    <a:pt x="2442" y="6576"/>
                    <a:pt x="2351" y="7079"/>
                  </a:cubicBezTo>
                  <a:cubicBezTo>
                    <a:pt x="2260" y="7581"/>
                    <a:pt x="2191" y="8106"/>
                    <a:pt x="1963" y="8562"/>
                  </a:cubicBezTo>
                  <a:cubicBezTo>
                    <a:pt x="1735" y="8996"/>
                    <a:pt x="1438" y="9361"/>
                    <a:pt x="1141" y="9726"/>
                  </a:cubicBezTo>
                  <a:cubicBezTo>
                    <a:pt x="822" y="10114"/>
                    <a:pt x="479" y="10457"/>
                    <a:pt x="91" y="10753"/>
                  </a:cubicBezTo>
                  <a:cubicBezTo>
                    <a:pt x="69" y="10776"/>
                    <a:pt x="46" y="10776"/>
                    <a:pt x="23" y="10799"/>
                  </a:cubicBezTo>
                  <a:cubicBezTo>
                    <a:pt x="23" y="10799"/>
                    <a:pt x="0" y="10822"/>
                    <a:pt x="23" y="10845"/>
                  </a:cubicBezTo>
                  <a:cubicBezTo>
                    <a:pt x="228" y="11826"/>
                    <a:pt x="1187" y="12328"/>
                    <a:pt x="2031" y="12671"/>
                  </a:cubicBezTo>
                  <a:lnTo>
                    <a:pt x="2077" y="12671"/>
                  </a:lnTo>
                  <a:cubicBezTo>
                    <a:pt x="2785" y="11895"/>
                    <a:pt x="3447" y="11073"/>
                    <a:pt x="4268" y="10411"/>
                  </a:cubicBezTo>
                  <a:cubicBezTo>
                    <a:pt x="4634" y="10114"/>
                    <a:pt x="5067" y="9932"/>
                    <a:pt x="5478" y="9703"/>
                  </a:cubicBezTo>
                  <a:cubicBezTo>
                    <a:pt x="5866" y="9498"/>
                    <a:pt x="6209" y="9270"/>
                    <a:pt x="6528" y="8950"/>
                  </a:cubicBezTo>
                  <a:cubicBezTo>
                    <a:pt x="6802" y="8676"/>
                    <a:pt x="7007" y="8380"/>
                    <a:pt x="7099" y="7992"/>
                  </a:cubicBezTo>
                  <a:cubicBezTo>
                    <a:pt x="7213" y="7535"/>
                    <a:pt x="7327" y="7056"/>
                    <a:pt x="7510" y="6599"/>
                  </a:cubicBezTo>
                  <a:cubicBezTo>
                    <a:pt x="7692" y="6188"/>
                    <a:pt x="7898" y="5777"/>
                    <a:pt x="8103" y="5367"/>
                  </a:cubicBezTo>
                  <a:cubicBezTo>
                    <a:pt x="8194" y="5138"/>
                    <a:pt x="8400" y="4773"/>
                    <a:pt x="8286" y="4522"/>
                  </a:cubicBezTo>
                  <a:cubicBezTo>
                    <a:pt x="8238" y="4408"/>
                    <a:pt x="8143" y="4369"/>
                    <a:pt x="8036" y="4369"/>
                  </a:cubicBezTo>
                  <a:cubicBezTo>
                    <a:pt x="7884" y="4369"/>
                    <a:pt x="7708" y="4446"/>
                    <a:pt x="7601" y="4499"/>
                  </a:cubicBezTo>
                  <a:cubicBezTo>
                    <a:pt x="7258" y="4682"/>
                    <a:pt x="6985" y="4910"/>
                    <a:pt x="6779" y="5253"/>
                  </a:cubicBezTo>
                  <a:cubicBezTo>
                    <a:pt x="6551" y="5618"/>
                    <a:pt x="6437" y="6029"/>
                    <a:pt x="6254" y="6417"/>
                  </a:cubicBezTo>
                  <a:cubicBezTo>
                    <a:pt x="6199" y="6544"/>
                    <a:pt x="6116" y="6759"/>
                    <a:pt x="5968" y="6759"/>
                  </a:cubicBezTo>
                  <a:cubicBezTo>
                    <a:pt x="5931" y="6759"/>
                    <a:pt x="5889" y="6746"/>
                    <a:pt x="5843" y="6713"/>
                  </a:cubicBezTo>
                  <a:cubicBezTo>
                    <a:pt x="5752" y="6645"/>
                    <a:pt x="5729" y="6508"/>
                    <a:pt x="5706" y="6417"/>
                  </a:cubicBezTo>
                  <a:cubicBezTo>
                    <a:pt x="5615" y="6166"/>
                    <a:pt x="5592" y="5914"/>
                    <a:pt x="5569" y="5663"/>
                  </a:cubicBezTo>
                  <a:cubicBezTo>
                    <a:pt x="5547" y="5024"/>
                    <a:pt x="5706" y="4454"/>
                    <a:pt x="5889" y="3860"/>
                  </a:cubicBezTo>
                  <a:cubicBezTo>
                    <a:pt x="6094" y="3221"/>
                    <a:pt x="6368" y="2628"/>
                    <a:pt x="6893" y="2171"/>
                  </a:cubicBezTo>
                  <a:cubicBezTo>
                    <a:pt x="7167" y="1943"/>
                    <a:pt x="7487" y="1692"/>
                    <a:pt x="7624" y="1327"/>
                  </a:cubicBezTo>
                  <a:cubicBezTo>
                    <a:pt x="7692" y="1167"/>
                    <a:pt x="7715" y="870"/>
                    <a:pt x="7487" y="802"/>
                  </a:cubicBezTo>
                  <a:cubicBezTo>
                    <a:pt x="7449" y="791"/>
                    <a:pt x="7411" y="787"/>
                    <a:pt x="7372" y="787"/>
                  </a:cubicBezTo>
                  <a:cubicBezTo>
                    <a:pt x="7149" y="787"/>
                    <a:pt x="6905" y="939"/>
                    <a:pt x="6711" y="1075"/>
                  </a:cubicBezTo>
                  <a:cubicBezTo>
                    <a:pt x="6916" y="893"/>
                    <a:pt x="7076" y="665"/>
                    <a:pt x="7076" y="391"/>
                  </a:cubicBezTo>
                  <a:cubicBezTo>
                    <a:pt x="7076" y="146"/>
                    <a:pt x="6968" y="56"/>
                    <a:pt x="6808" y="56"/>
                  </a:cubicBezTo>
                  <a:cubicBezTo>
                    <a:pt x="6477" y="56"/>
                    <a:pt x="5923" y="449"/>
                    <a:pt x="5661" y="665"/>
                  </a:cubicBezTo>
                  <a:cubicBezTo>
                    <a:pt x="5752" y="414"/>
                    <a:pt x="5843" y="26"/>
                    <a:pt x="5592" y="3"/>
                  </a:cubicBezTo>
                  <a:cubicBezTo>
                    <a:pt x="5582" y="1"/>
                    <a:pt x="5571" y="1"/>
                    <a:pt x="55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231;p25">
              <a:extLst>
                <a:ext uri="{FF2B5EF4-FFF2-40B4-BE49-F238E27FC236}">
                  <a16:creationId xmlns:a16="http://schemas.microsoft.com/office/drawing/2014/main" id="{E3201CA6-DB2C-4BD8-918A-46258728B3ED}"/>
                </a:ext>
              </a:extLst>
            </p:cNvPr>
            <p:cNvSpPr/>
            <p:nvPr/>
          </p:nvSpPr>
          <p:spPr>
            <a:xfrm>
              <a:off x="8122591" y="2506137"/>
              <a:ext cx="248120" cy="394144"/>
            </a:xfrm>
            <a:custGeom>
              <a:avLst/>
              <a:gdLst/>
              <a:ahLst/>
              <a:cxnLst/>
              <a:rect l="l" t="t" r="r" b="b"/>
              <a:pathLst>
                <a:path w="7648" h="12149" extrusionOk="0">
                  <a:moveTo>
                    <a:pt x="2464" y="0"/>
                  </a:moveTo>
                  <a:cubicBezTo>
                    <a:pt x="2457" y="0"/>
                    <a:pt x="2450" y="1"/>
                    <a:pt x="2443" y="2"/>
                  </a:cubicBezTo>
                  <a:lnTo>
                    <a:pt x="2420" y="2"/>
                  </a:lnTo>
                  <a:cubicBezTo>
                    <a:pt x="2398" y="2"/>
                    <a:pt x="2375" y="24"/>
                    <a:pt x="2375" y="24"/>
                  </a:cubicBezTo>
                  <a:cubicBezTo>
                    <a:pt x="2306" y="93"/>
                    <a:pt x="2398" y="413"/>
                    <a:pt x="2443" y="504"/>
                  </a:cubicBezTo>
                  <a:cubicBezTo>
                    <a:pt x="2489" y="664"/>
                    <a:pt x="2603" y="732"/>
                    <a:pt x="2694" y="846"/>
                  </a:cubicBezTo>
                  <a:cubicBezTo>
                    <a:pt x="2900" y="1029"/>
                    <a:pt x="3037" y="1234"/>
                    <a:pt x="3196" y="1462"/>
                  </a:cubicBezTo>
                  <a:cubicBezTo>
                    <a:pt x="3493" y="1919"/>
                    <a:pt x="3744" y="2444"/>
                    <a:pt x="3995" y="2946"/>
                  </a:cubicBezTo>
                  <a:cubicBezTo>
                    <a:pt x="4011" y="2978"/>
                    <a:pt x="3982" y="3011"/>
                    <a:pt x="3947" y="3011"/>
                  </a:cubicBezTo>
                  <a:cubicBezTo>
                    <a:pt x="3933" y="3011"/>
                    <a:pt x="3917" y="3005"/>
                    <a:pt x="3904" y="2992"/>
                  </a:cubicBezTo>
                  <a:cubicBezTo>
                    <a:pt x="3721" y="2672"/>
                    <a:pt x="3562" y="2375"/>
                    <a:pt x="3356" y="2079"/>
                  </a:cubicBezTo>
                  <a:cubicBezTo>
                    <a:pt x="3196" y="1805"/>
                    <a:pt x="3037" y="1531"/>
                    <a:pt x="2831" y="1280"/>
                  </a:cubicBezTo>
                  <a:cubicBezTo>
                    <a:pt x="2603" y="1029"/>
                    <a:pt x="2329" y="801"/>
                    <a:pt x="2055" y="595"/>
                  </a:cubicBezTo>
                  <a:cubicBezTo>
                    <a:pt x="1918" y="504"/>
                    <a:pt x="1781" y="413"/>
                    <a:pt x="1644" y="321"/>
                  </a:cubicBezTo>
                  <a:cubicBezTo>
                    <a:pt x="1576" y="276"/>
                    <a:pt x="1462" y="184"/>
                    <a:pt x="1370" y="184"/>
                  </a:cubicBezTo>
                  <a:cubicBezTo>
                    <a:pt x="1119" y="207"/>
                    <a:pt x="1188" y="367"/>
                    <a:pt x="1256" y="481"/>
                  </a:cubicBezTo>
                  <a:cubicBezTo>
                    <a:pt x="1530" y="1029"/>
                    <a:pt x="2146" y="1280"/>
                    <a:pt x="2443" y="1805"/>
                  </a:cubicBezTo>
                  <a:cubicBezTo>
                    <a:pt x="2786" y="2398"/>
                    <a:pt x="3059" y="3037"/>
                    <a:pt x="3356" y="3654"/>
                  </a:cubicBezTo>
                  <a:cubicBezTo>
                    <a:pt x="3372" y="3686"/>
                    <a:pt x="3343" y="3718"/>
                    <a:pt x="3316" y="3718"/>
                  </a:cubicBezTo>
                  <a:cubicBezTo>
                    <a:pt x="3305" y="3718"/>
                    <a:pt x="3294" y="3713"/>
                    <a:pt x="3288" y="3699"/>
                  </a:cubicBezTo>
                  <a:cubicBezTo>
                    <a:pt x="3014" y="3220"/>
                    <a:pt x="2763" y="2695"/>
                    <a:pt x="2443" y="2261"/>
                  </a:cubicBezTo>
                  <a:cubicBezTo>
                    <a:pt x="2146" y="1805"/>
                    <a:pt x="1736" y="1440"/>
                    <a:pt x="1279" y="1143"/>
                  </a:cubicBezTo>
                  <a:cubicBezTo>
                    <a:pt x="1188" y="1074"/>
                    <a:pt x="1096" y="1029"/>
                    <a:pt x="982" y="960"/>
                  </a:cubicBezTo>
                  <a:cubicBezTo>
                    <a:pt x="903" y="912"/>
                    <a:pt x="812" y="853"/>
                    <a:pt x="717" y="853"/>
                  </a:cubicBezTo>
                  <a:cubicBezTo>
                    <a:pt x="677" y="853"/>
                    <a:pt x="636" y="864"/>
                    <a:pt x="594" y="892"/>
                  </a:cubicBezTo>
                  <a:cubicBezTo>
                    <a:pt x="503" y="960"/>
                    <a:pt x="526" y="1029"/>
                    <a:pt x="572" y="1120"/>
                  </a:cubicBezTo>
                  <a:cubicBezTo>
                    <a:pt x="663" y="1348"/>
                    <a:pt x="868" y="1531"/>
                    <a:pt x="1051" y="1691"/>
                  </a:cubicBezTo>
                  <a:cubicBezTo>
                    <a:pt x="1211" y="1850"/>
                    <a:pt x="1393" y="1987"/>
                    <a:pt x="1553" y="2124"/>
                  </a:cubicBezTo>
                  <a:cubicBezTo>
                    <a:pt x="1690" y="2284"/>
                    <a:pt x="1827" y="2467"/>
                    <a:pt x="1918" y="2672"/>
                  </a:cubicBezTo>
                  <a:cubicBezTo>
                    <a:pt x="2055" y="2878"/>
                    <a:pt x="2169" y="3106"/>
                    <a:pt x="2261" y="3357"/>
                  </a:cubicBezTo>
                  <a:cubicBezTo>
                    <a:pt x="2443" y="3882"/>
                    <a:pt x="2626" y="4361"/>
                    <a:pt x="2671" y="4932"/>
                  </a:cubicBezTo>
                  <a:cubicBezTo>
                    <a:pt x="2740" y="5388"/>
                    <a:pt x="2717" y="5868"/>
                    <a:pt x="2580" y="6324"/>
                  </a:cubicBezTo>
                  <a:cubicBezTo>
                    <a:pt x="2517" y="6578"/>
                    <a:pt x="2356" y="6948"/>
                    <a:pt x="2061" y="6948"/>
                  </a:cubicBezTo>
                  <a:cubicBezTo>
                    <a:pt x="2037" y="6948"/>
                    <a:pt x="2012" y="6946"/>
                    <a:pt x="1987" y="6941"/>
                  </a:cubicBezTo>
                  <a:cubicBezTo>
                    <a:pt x="1621" y="6895"/>
                    <a:pt x="1485" y="6416"/>
                    <a:pt x="1370" y="6119"/>
                  </a:cubicBezTo>
                  <a:cubicBezTo>
                    <a:pt x="1188" y="5662"/>
                    <a:pt x="982" y="5115"/>
                    <a:pt x="572" y="4818"/>
                  </a:cubicBezTo>
                  <a:cubicBezTo>
                    <a:pt x="457" y="4749"/>
                    <a:pt x="343" y="4681"/>
                    <a:pt x="206" y="4635"/>
                  </a:cubicBezTo>
                  <a:cubicBezTo>
                    <a:pt x="187" y="4616"/>
                    <a:pt x="99" y="4562"/>
                    <a:pt x="61" y="4562"/>
                  </a:cubicBezTo>
                  <a:cubicBezTo>
                    <a:pt x="55" y="4562"/>
                    <a:pt x="50" y="4564"/>
                    <a:pt x="47" y="4567"/>
                  </a:cubicBezTo>
                  <a:cubicBezTo>
                    <a:pt x="35" y="4572"/>
                    <a:pt x="28" y="4574"/>
                    <a:pt x="24" y="4574"/>
                  </a:cubicBezTo>
                  <a:cubicBezTo>
                    <a:pt x="19" y="4574"/>
                    <a:pt x="18" y="4572"/>
                    <a:pt x="18" y="4572"/>
                  </a:cubicBezTo>
                  <a:lnTo>
                    <a:pt x="18" y="4572"/>
                  </a:lnTo>
                  <a:cubicBezTo>
                    <a:pt x="18" y="4572"/>
                    <a:pt x="24" y="4578"/>
                    <a:pt x="24" y="4612"/>
                  </a:cubicBezTo>
                  <a:cubicBezTo>
                    <a:pt x="1" y="4726"/>
                    <a:pt x="115" y="4932"/>
                    <a:pt x="161" y="5023"/>
                  </a:cubicBezTo>
                  <a:cubicBezTo>
                    <a:pt x="206" y="5115"/>
                    <a:pt x="275" y="5229"/>
                    <a:pt x="320" y="5320"/>
                  </a:cubicBezTo>
                  <a:cubicBezTo>
                    <a:pt x="526" y="5776"/>
                    <a:pt x="754" y="6233"/>
                    <a:pt x="937" y="6712"/>
                  </a:cubicBezTo>
                  <a:cubicBezTo>
                    <a:pt x="1028" y="6941"/>
                    <a:pt x="1096" y="7192"/>
                    <a:pt x="1142" y="7420"/>
                  </a:cubicBezTo>
                  <a:cubicBezTo>
                    <a:pt x="1188" y="7648"/>
                    <a:pt x="1233" y="7876"/>
                    <a:pt x="1325" y="8082"/>
                  </a:cubicBezTo>
                  <a:cubicBezTo>
                    <a:pt x="1553" y="8515"/>
                    <a:pt x="1987" y="8835"/>
                    <a:pt x="2398" y="9086"/>
                  </a:cubicBezTo>
                  <a:cubicBezTo>
                    <a:pt x="2786" y="9337"/>
                    <a:pt x="3196" y="9520"/>
                    <a:pt x="3607" y="9748"/>
                  </a:cubicBezTo>
                  <a:cubicBezTo>
                    <a:pt x="3995" y="9999"/>
                    <a:pt x="4338" y="10319"/>
                    <a:pt x="4657" y="10661"/>
                  </a:cubicBezTo>
                  <a:cubicBezTo>
                    <a:pt x="5022" y="11026"/>
                    <a:pt x="5365" y="11437"/>
                    <a:pt x="5730" y="11825"/>
                  </a:cubicBezTo>
                  <a:cubicBezTo>
                    <a:pt x="5799" y="11916"/>
                    <a:pt x="5935" y="12122"/>
                    <a:pt x="6027" y="12145"/>
                  </a:cubicBezTo>
                  <a:cubicBezTo>
                    <a:pt x="6037" y="12147"/>
                    <a:pt x="6047" y="12148"/>
                    <a:pt x="6058" y="12148"/>
                  </a:cubicBezTo>
                  <a:cubicBezTo>
                    <a:pt x="6147" y="12148"/>
                    <a:pt x="6265" y="12071"/>
                    <a:pt x="6346" y="12031"/>
                  </a:cubicBezTo>
                  <a:cubicBezTo>
                    <a:pt x="6575" y="11916"/>
                    <a:pt x="6803" y="11779"/>
                    <a:pt x="7008" y="11643"/>
                  </a:cubicBezTo>
                  <a:cubicBezTo>
                    <a:pt x="7236" y="11460"/>
                    <a:pt x="7579" y="11186"/>
                    <a:pt x="7625" y="10889"/>
                  </a:cubicBezTo>
                  <a:cubicBezTo>
                    <a:pt x="7647" y="10730"/>
                    <a:pt x="7533" y="10707"/>
                    <a:pt x="7442" y="10615"/>
                  </a:cubicBezTo>
                  <a:cubicBezTo>
                    <a:pt x="7328" y="10501"/>
                    <a:pt x="7214" y="10410"/>
                    <a:pt x="7100" y="10296"/>
                  </a:cubicBezTo>
                  <a:cubicBezTo>
                    <a:pt x="6689" y="9885"/>
                    <a:pt x="6323" y="9406"/>
                    <a:pt x="6004" y="8926"/>
                  </a:cubicBezTo>
                  <a:cubicBezTo>
                    <a:pt x="5730" y="8493"/>
                    <a:pt x="5593" y="8082"/>
                    <a:pt x="5502" y="7602"/>
                  </a:cubicBezTo>
                  <a:cubicBezTo>
                    <a:pt x="5388" y="7009"/>
                    <a:pt x="5296" y="6438"/>
                    <a:pt x="5228" y="5845"/>
                  </a:cubicBezTo>
                  <a:cubicBezTo>
                    <a:pt x="5182" y="5297"/>
                    <a:pt x="5205" y="4749"/>
                    <a:pt x="5182" y="4202"/>
                  </a:cubicBezTo>
                  <a:cubicBezTo>
                    <a:pt x="5137" y="3631"/>
                    <a:pt x="4954" y="3060"/>
                    <a:pt x="4680" y="2558"/>
                  </a:cubicBezTo>
                  <a:cubicBezTo>
                    <a:pt x="4429" y="2056"/>
                    <a:pt x="4087" y="1599"/>
                    <a:pt x="3721" y="1166"/>
                  </a:cubicBezTo>
                  <a:cubicBezTo>
                    <a:pt x="3587" y="1009"/>
                    <a:pt x="2797" y="0"/>
                    <a:pt x="24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232;p25">
              <a:extLst>
                <a:ext uri="{FF2B5EF4-FFF2-40B4-BE49-F238E27FC236}">
                  <a16:creationId xmlns:a16="http://schemas.microsoft.com/office/drawing/2014/main" id="{B0534E5C-860A-47BE-92CE-494B4BE10A7D}"/>
                </a:ext>
              </a:extLst>
            </p:cNvPr>
            <p:cNvSpPr/>
            <p:nvPr/>
          </p:nvSpPr>
          <p:spPr>
            <a:xfrm>
              <a:off x="8110004" y="2501660"/>
              <a:ext cx="271803" cy="411079"/>
            </a:xfrm>
            <a:custGeom>
              <a:avLst/>
              <a:gdLst/>
              <a:ahLst/>
              <a:cxnLst/>
              <a:rect l="l" t="t" r="r" b="b"/>
              <a:pathLst>
                <a:path w="8378" h="12671" extrusionOk="0">
                  <a:moveTo>
                    <a:pt x="2852" y="138"/>
                  </a:moveTo>
                  <a:cubicBezTo>
                    <a:pt x="3185" y="138"/>
                    <a:pt x="3975" y="1147"/>
                    <a:pt x="4109" y="1304"/>
                  </a:cubicBezTo>
                  <a:cubicBezTo>
                    <a:pt x="4475" y="1737"/>
                    <a:pt x="4817" y="2194"/>
                    <a:pt x="5068" y="2696"/>
                  </a:cubicBezTo>
                  <a:cubicBezTo>
                    <a:pt x="5319" y="3198"/>
                    <a:pt x="5525" y="3769"/>
                    <a:pt x="5570" y="4340"/>
                  </a:cubicBezTo>
                  <a:cubicBezTo>
                    <a:pt x="5593" y="4887"/>
                    <a:pt x="5570" y="5435"/>
                    <a:pt x="5616" y="5983"/>
                  </a:cubicBezTo>
                  <a:cubicBezTo>
                    <a:pt x="5684" y="6576"/>
                    <a:pt x="5776" y="7147"/>
                    <a:pt x="5890" y="7740"/>
                  </a:cubicBezTo>
                  <a:cubicBezTo>
                    <a:pt x="5981" y="8220"/>
                    <a:pt x="6118" y="8631"/>
                    <a:pt x="6392" y="9064"/>
                  </a:cubicBezTo>
                  <a:cubicBezTo>
                    <a:pt x="6711" y="9544"/>
                    <a:pt x="7077" y="10023"/>
                    <a:pt x="7488" y="10434"/>
                  </a:cubicBezTo>
                  <a:cubicBezTo>
                    <a:pt x="7602" y="10548"/>
                    <a:pt x="7716" y="10639"/>
                    <a:pt x="7830" y="10753"/>
                  </a:cubicBezTo>
                  <a:cubicBezTo>
                    <a:pt x="7921" y="10845"/>
                    <a:pt x="8035" y="10890"/>
                    <a:pt x="8013" y="11027"/>
                  </a:cubicBezTo>
                  <a:cubicBezTo>
                    <a:pt x="7967" y="11324"/>
                    <a:pt x="7624" y="11598"/>
                    <a:pt x="7396" y="11781"/>
                  </a:cubicBezTo>
                  <a:cubicBezTo>
                    <a:pt x="7191" y="11917"/>
                    <a:pt x="6963" y="12054"/>
                    <a:pt x="6734" y="12169"/>
                  </a:cubicBezTo>
                  <a:cubicBezTo>
                    <a:pt x="6653" y="12209"/>
                    <a:pt x="6535" y="12286"/>
                    <a:pt x="6446" y="12286"/>
                  </a:cubicBezTo>
                  <a:cubicBezTo>
                    <a:pt x="6435" y="12286"/>
                    <a:pt x="6425" y="12285"/>
                    <a:pt x="6415" y="12283"/>
                  </a:cubicBezTo>
                  <a:cubicBezTo>
                    <a:pt x="6323" y="12260"/>
                    <a:pt x="6187" y="12054"/>
                    <a:pt x="6118" y="11963"/>
                  </a:cubicBezTo>
                  <a:cubicBezTo>
                    <a:pt x="5753" y="11575"/>
                    <a:pt x="5410" y="11164"/>
                    <a:pt x="5045" y="10799"/>
                  </a:cubicBezTo>
                  <a:cubicBezTo>
                    <a:pt x="4726" y="10457"/>
                    <a:pt x="4383" y="10137"/>
                    <a:pt x="3995" y="9886"/>
                  </a:cubicBezTo>
                  <a:cubicBezTo>
                    <a:pt x="3584" y="9658"/>
                    <a:pt x="3174" y="9475"/>
                    <a:pt x="2786" y="9224"/>
                  </a:cubicBezTo>
                  <a:cubicBezTo>
                    <a:pt x="2375" y="8973"/>
                    <a:pt x="1941" y="8653"/>
                    <a:pt x="1713" y="8220"/>
                  </a:cubicBezTo>
                  <a:cubicBezTo>
                    <a:pt x="1621" y="8014"/>
                    <a:pt x="1576" y="7786"/>
                    <a:pt x="1530" y="7558"/>
                  </a:cubicBezTo>
                  <a:cubicBezTo>
                    <a:pt x="1484" y="7330"/>
                    <a:pt x="1416" y="7079"/>
                    <a:pt x="1325" y="6850"/>
                  </a:cubicBezTo>
                  <a:cubicBezTo>
                    <a:pt x="1142" y="6371"/>
                    <a:pt x="914" y="5914"/>
                    <a:pt x="708" y="5458"/>
                  </a:cubicBezTo>
                  <a:cubicBezTo>
                    <a:pt x="663" y="5367"/>
                    <a:pt x="594" y="5253"/>
                    <a:pt x="549" y="5161"/>
                  </a:cubicBezTo>
                  <a:cubicBezTo>
                    <a:pt x="503" y="5070"/>
                    <a:pt x="389" y="4864"/>
                    <a:pt x="412" y="4750"/>
                  </a:cubicBezTo>
                  <a:cubicBezTo>
                    <a:pt x="412" y="4716"/>
                    <a:pt x="406" y="4710"/>
                    <a:pt x="406" y="4710"/>
                  </a:cubicBezTo>
                  <a:lnTo>
                    <a:pt x="406" y="4710"/>
                  </a:lnTo>
                  <a:cubicBezTo>
                    <a:pt x="406" y="4710"/>
                    <a:pt x="407" y="4712"/>
                    <a:pt x="412" y="4712"/>
                  </a:cubicBezTo>
                  <a:cubicBezTo>
                    <a:pt x="416" y="4712"/>
                    <a:pt x="423" y="4710"/>
                    <a:pt x="435" y="4705"/>
                  </a:cubicBezTo>
                  <a:cubicBezTo>
                    <a:pt x="438" y="4702"/>
                    <a:pt x="443" y="4700"/>
                    <a:pt x="449" y="4700"/>
                  </a:cubicBezTo>
                  <a:cubicBezTo>
                    <a:pt x="487" y="4700"/>
                    <a:pt x="575" y="4754"/>
                    <a:pt x="594" y="4773"/>
                  </a:cubicBezTo>
                  <a:cubicBezTo>
                    <a:pt x="731" y="4819"/>
                    <a:pt x="845" y="4887"/>
                    <a:pt x="960" y="4956"/>
                  </a:cubicBezTo>
                  <a:cubicBezTo>
                    <a:pt x="1370" y="5253"/>
                    <a:pt x="1576" y="5800"/>
                    <a:pt x="1758" y="6257"/>
                  </a:cubicBezTo>
                  <a:cubicBezTo>
                    <a:pt x="1873" y="6554"/>
                    <a:pt x="2009" y="7033"/>
                    <a:pt x="2375" y="7079"/>
                  </a:cubicBezTo>
                  <a:cubicBezTo>
                    <a:pt x="2400" y="7084"/>
                    <a:pt x="2425" y="7086"/>
                    <a:pt x="2449" y="7086"/>
                  </a:cubicBezTo>
                  <a:cubicBezTo>
                    <a:pt x="2744" y="7086"/>
                    <a:pt x="2905" y="6716"/>
                    <a:pt x="2968" y="6462"/>
                  </a:cubicBezTo>
                  <a:cubicBezTo>
                    <a:pt x="3105" y="6006"/>
                    <a:pt x="3128" y="5526"/>
                    <a:pt x="3059" y="5070"/>
                  </a:cubicBezTo>
                  <a:cubicBezTo>
                    <a:pt x="3014" y="4499"/>
                    <a:pt x="2831" y="4020"/>
                    <a:pt x="2649" y="3495"/>
                  </a:cubicBezTo>
                  <a:cubicBezTo>
                    <a:pt x="2557" y="3244"/>
                    <a:pt x="2443" y="3016"/>
                    <a:pt x="2306" y="2810"/>
                  </a:cubicBezTo>
                  <a:cubicBezTo>
                    <a:pt x="2215" y="2605"/>
                    <a:pt x="2078" y="2422"/>
                    <a:pt x="1941" y="2262"/>
                  </a:cubicBezTo>
                  <a:cubicBezTo>
                    <a:pt x="1781" y="2125"/>
                    <a:pt x="1599" y="1988"/>
                    <a:pt x="1439" y="1829"/>
                  </a:cubicBezTo>
                  <a:cubicBezTo>
                    <a:pt x="1256" y="1669"/>
                    <a:pt x="1051" y="1486"/>
                    <a:pt x="960" y="1258"/>
                  </a:cubicBezTo>
                  <a:cubicBezTo>
                    <a:pt x="914" y="1167"/>
                    <a:pt x="891" y="1098"/>
                    <a:pt x="982" y="1030"/>
                  </a:cubicBezTo>
                  <a:cubicBezTo>
                    <a:pt x="1024" y="1002"/>
                    <a:pt x="1065" y="991"/>
                    <a:pt x="1105" y="991"/>
                  </a:cubicBezTo>
                  <a:cubicBezTo>
                    <a:pt x="1200" y="991"/>
                    <a:pt x="1291" y="1050"/>
                    <a:pt x="1370" y="1098"/>
                  </a:cubicBezTo>
                  <a:cubicBezTo>
                    <a:pt x="1484" y="1167"/>
                    <a:pt x="1576" y="1212"/>
                    <a:pt x="1667" y="1281"/>
                  </a:cubicBezTo>
                  <a:cubicBezTo>
                    <a:pt x="2124" y="1578"/>
                    <a:pt x="2534" y="1943"/>
                    <a:pt x="2831" y="2399"/>
                  </a:cubicBezTo>
                  <a:cubicBezTo>
                    <a:pt x="3151" y="2833"/>
                    <a:pt x="3402" y="3358"/>
                    <a:pt x="3676" y="3837"/>
                  </a:cubicBezTo>
                  <a:cubicBezTo>
                    <a:pt x="3682" y="3851"/>
                    <a:pt x="3693" y="3856"/>
                    <a:pt x="3704" y="3856"/>
                  </a:cubicBezTo>
                  <a:cubicBezTo>
                    <a:pt x="3731" y="3856"/>
                    <a:pt x="3760" y="3824"/>
                    <a:pt x="3744" y="3792"/>
                  </a:cubicBezTo>
                  <a:cubicBezTo>
                    <a:pt x="3447" y="3175"/>
                    <a:pt x="3174" y="2536"/>
                    <a:pt x="2831" y="1943"/>
                  </a:cubicBezTo>
                  <a:cubicBezTo>
                    <a:pt x="2534" y="1418"/>
                    <a:pt x="1918" y="1167"/>
                    <a:pt x="1644" y="619"/>
                  </a:cubicBezTo>
                  <a:cubicBezTo>
                    <a:pt x="1576" y="505"/>
                    <a:pt x="1507" y="345"/>
                    <a:pt x="1758" y="322"/>
                  </a:cubicBezTo>
                  <a:cubicBezTo>
                    <a:pt x="1850" y="322"/>
                    <a:pt x="1964" y="414"/>
                    <a:pt x="2032" y="459"/>
                  </a:cubicBezTo>
                  <a:cubicBezTo>
                    <a:pt x="2169" y="551"/>
                    <a:pt x="2306" y="642"/>
                    <a:pt x="2443" y="733"/>
                  </a:cubicBezTo>
                  <a:cubicBezTo>
                    <a:pt x="2717" y="939"/>
                    <a:pt x="2991" y="1167"/>
                    <a:pt x="3219" y="1418"/>
                  </a:cubicBezTo>
                  <a:cubicBezTo>
                    <a:pt x="3425" y="1669"/>
                    <a:pt x="3584" y="1943"/>
                    <a:pt x="3744" y="2217"/>
                  </a:cubicBezTo>
                  <a:cubicBezTo>
                    <a:pt x="3950" y="2513"/>
                    <a:pt x="4109" y="2810"/>
                    <a:pt x="4292" y="3130"/>
                  </a:cubicBezTo>
                  <a:cubicBezTo>
                    <a:pt x="4305" y="3143"/>
                    <a:pt x="4321" y="3149"/>
                    <a:pt x="4335" y="3149"/>
                  </a:cubicBezTo>
                  <a:cubicBezTo>
                    <a:pt x="4370" y="3149"/>
                    <a:pt x="4399" y="3116"/>
                    <a:pt x="4383" y="3084"/>
                  </a:cubicBezTo>
                  <a:cubicBezTo>
                    <a:pt x="4132" y="2582"/>
                    <a:pt x="3881" y="2057"/>
                    <a:pt x="3584" y="1600"/>
                  </a:cubicBezTo>
                  <a:cubicBezTo>
                    <a:pt x="3425" y="1372"/>
                    <a:pt x="3288" y="1167"/>
                    <a:pt x="3082" y="984"/>
                  </a:cubicBezTo>
                  <a:cubicBezTo>
                    <a:pt x="2991" y="870"/>
                    <a:pt x="2877" y="802"/>
                    <a:pt x="2831" y="642"/>
                  </a:cubicBezTo>
                  <a:cubicBezTo>
                    <a:pt x="2786" y="551"/>
                    <a:pt x="2694" y="231"/>
                    <a:pt x="2763" y="162"/>
                  </a:cubicBezTo>
                  <a:cubicBezTo>
                    <a:pt x="2763" y="162"/>
                    <a:pt x="2786" y="140"/>
                    <a:pt x="2808" y="140"/>
                  </a:cubicBezTo>
                  <a:lnTo>
                    <a:pt x="2831" y="140"/>
                  </a:lnTo>
                  <a:cubicBezTo>
                    <a:pt x="2838" y="139"/>
                    <a:pt x="2845" y="138"/>
                    <a:pt x="2852" y="138"/>
                  </a:cubicBezTo>
                  <a:close/>
                  <a:moveTo>
                    <a:pt x="2840" y="1"/>
                  </a:moveTo>
                  <a:cubicBezTo>
                    <a:pt x="2829" y="1"/>
                    <a:pt x="2819" y="1"/>
                    <a:pt x="2808" y="3"/>
                  </a:cubicBezTo>
                  <a:cubicBezTo>
                    <a:pt x="2557" y="26"/>
                    <a:pt x="2649" y="414"/>
                    <a:pt x="2740" y="665"/>
                  </a:cubicBezTo>
                  <a:cubicBezTo>
                    <a:pt x="2478" y="449"/>
                    <a:pt x="1924" y="56"/>
                    <a:pt x="1592" y="56"/>
                  </a:cubicBezTo>
                  <a:cubicBezTo>
                    <a:pt x="1433" y="56"/>
                    <a:pt x="1325" y="146"/>
                    <a:pt x="1325" y="391"/>
                  </a:cubicBezTo>
                  <a:cubicBezTo>
                    <a:pt x="1325" y="665"/>
                    <a:pt x="1484" y="893"/>
                    <a:pt x="1690" y="1075"/>
                  </a:cubicBezTo>
                  <a:cubicBezTo>
                    <a:pt x="1476" y="939"/>
                    <a:pt x="1246" y="787"/>
                    <a:pt x="1027" y="787"/>
                  </a:cubicBezTo>
                  <a:cubicBezTo>
                    <a:pt x="989" y="787"/>
                    <a:pt x="951" y="791"/>
                    <a:pt x="914" y="802"/>
                  </a:cubicBezTo>
                  <a:cubicBezTo>
                    <a:pt x="686" y="870"/>
                    <a:pt x="708" y="1167"/>
                    <a:pt x="777" y="1327"/>
                  </a:cubicBezTo>
                  <a:cubicBezTo>
                    <a:pt x="891" y="1692"/>
                    <a:pt x="1233" y="1943"/>
                    <a:pt x="1507" y="2171"/>
                  </a:cubicBezTo>
                  <a:cubicBezTo>
                    <a:pt x="2032" y="2628"/>
                    <a:pt x="2306" y="3221"/>
                    <a:pt x="2512" y="3860"/>
                  </a:cubicBezTo>
                  <a:cubicBezTo>
                    <a:pt x="2694" y="4454"/>
                    <a:pt x="2854" y="5024"/>
                    <a:pt x="2831" y="5663"/>
                  </a:cubicBezTo>
                  <a:cubicBezTo>
                    <a:pt x="2808" y="5914"/>
                    <a:pt x="2786" y="6166"/>
                    <a:pt x="2694" y="6417"/>
                  </a:cubicBezTo>
                  <a:cubicBezTo>
                    <a:pt x="2671" y="6508"/>
                    <a:pt x="2626" y="6645"/>
                    <a:pt x="2557" y="6713"/>
                  </a:cubicBezTo>
                  <a:cubicBezTo>
                    <a:pt x="2507" y="6746"/>
                    <a:pt x="2462" y="6759"/>
                    <a:pt x="2422" y="6759"/>
                  </a:cubicBezTo>
                  <a:cubicBezTo>
                    <a:pt x="2263" y="6759"/>
                    <a:pt x="2183" y="6544"/>
                    <a:pt x="2146" y="6417"/>
                  </a:cubicBezTo>
                  <a:cubicBezTo>
                    <a:pt x="1964" y="6029"/>
                    <a:pt x="1827" y="5618"/>
                    <a:pt x="1621" y="5253"/>
                  </a:cubicBezTo>
                  <a:cubicBezTo>
                    <a:pt x="1416" y="4910"/>
                    <a:pt x="1142" y="4682"/>
                    <a:pt x="800" y="4499"/>
                  </a:cubicBezTo>
                  <a:cubicBezTo>
                    <a:pt x="693" y="4446"/>
                    <a:pt x="516" y="4369"/>
                    <a:pt x="365" y="4369"/>
                  </a:cubicBezTo>
                  <a:cubicBezTo>
                    <a:pt x="257" y="4369"/>
                    <a:pt x="162" y="4408"/>
                    <a:pt x="115" y="4522"/>
                  </a:cubicBezTo>
                  <a:cubicBezTo>
                    <a:pt x="1" y="4773"/>
                    <a:pt x="206" y="5138"/>
                    <a:pt x="298" y="5367"/>
                  </a:cubicBezTo>
                  <a:cubicBezTo>
                    <a:pt x="503" y="5777"/>
                    <a:pt x="708" y="6188"/>
                    <a:pt x="891" y="6599"/>
                  </a:cubicBezTo>
                  <a:cubicBezTo>
                    <a:pt x="1074" y="7056"/>
                    <a:pt x="1165" y="7535"/>
                    <a:pt x="1302" y="7992"/>
                  </a:cubicBezTo>
                  <a:cubicBezTo>
                    <a:pt x="1393" y="8380"/>
                    <a:pt x="1599" y="8676"/>
                    <a:pt x="1873" y="8950"/>
                  </a:cubicBezTo>
                  <a:cubicBezTo>
                    <a:pt x="2169" y="9270"/>
                    <a:pt x="2534" y="9498"/>
                    <a:pt x="2922" y="9703"/>
                  </a:cubicBezTo>
                  <a:cubicBezTo>
                    <a:pt x="3333" y="9932"/>
                    <a:pt x="3767" y="10114"/>
                    <a:pt x="4132" y="10411"/>
                  </a:cubicBezTo>
                  <a:cubicBezTo>
                    <a:pt x="4931" y="11073"/>
                    <a:pt x="5616" y="11895"/>
                    <a:pt x="6323" y="12671"/>
                  </a:cubicBezTo>
                  <a:lnTo>
                    <a:pt x="6369" y="12671"/>
                  </a:lnTo>
                  <a:cubicBezTo>
                    <a:pt x="7214" y="12328"/>
                    <a:pt x="8172" y="11826"/>
                    <a:pt x="8378" y="10845"/>
                  </a:cubicBezTo>
                  <a:cubicBezTo>
                    <a:pt x="8378" y="10822"/>
                    <a:pt x="8378" y="10799"/>
                    <a:pt x="8378" y="10799"/>
                  </a:cubicBezTo>
                  <a:cubicBezTo>
                    <a:pt x="8355" y="10776"/>
                    <a:pt x="8332" y="10776"/>
                    <a:pt x="8309" y="10753"/>
                  </a:cubicBezTo>
                  <a:cubicBezTo>
                    <a:pt x="7921" y="10457"/>
                    <a:pt x="7579" y="10114"/>
                    <a:pt x="7259" y="9726"/>
                  </a:cubicBezTo>
                  <a:cubicBezTo>
                    <a:pt x="6963" y="9361"/>
                    <a:pt x="6666" y="8996"/>
                    <a:pt x="6438" y="8562"/>
                  </a:cubicBezTo>
                  <a:cubicBezTo>
                    <a:pt x="6187" y="8106"/>
                    <a:pt x="6118" y="7581"/>
                    <a:pt x="6027" y="7079"/>
                  </a:cubicBezTo>
                  <a:cubicBezTo>
                    <a:pt x="5935" y="6576"/>
                    <a:pt x="5867" y="6074"/>
                    <a:pt x="5821" y="5572"/>
                  </a:cubicBezTo>
                  <a:cubicBezTo>
                    <a:pt x="5776" y="5070"/>
                    <a:pt x="5821" y="4568"/>
                    <a:pt x="5776" y="4088"/>
                  </a:cubicBezTo>
                  <a:cubicBezTo>
                    <a:pt x="5707" y="3655"/>
                    <a:pt x="5547" y="3198"/>
                    <a:pt x="5342" y="2810"/>
                  </a:cubicBezTo>
                  <a:cubicBezTo>
                    <a:pt x="4954" y="1988"/>
                    <a:pt x="4338" y="1304"/>
                    <a:pt x="3699" y="642"/>
                  </a:cubicBezTo>
                  <a:cubicBezTo>
                    <a:pt x="3562" y="505"/>
                    <a:pt x="3447" y="368"/>
                    <a:pt x="3311" y="254"/>
                  </a:cubicBezTo>
                  <a:cubicBezTo>
                    <a:pt x="3204" y="147"/>
                    <a:pt x="2997" y="1"/>
                    <a:pt x="28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233;p25">
              <a:extLst>
                <a:ext uri="{FF2B5EF4-FFF2-40B4-BE49-F238E27FC236}">
                  <a16:creationId xmlns:a16="http://schemas.microsoft.com/office/drawing/2014/main" id="{E52FF06F-131F-46EB-92EB-9294CCBF6212}"/>
                </a:ext>
              </a:extLst>
            </p:cNvPr>
            <p:cNvSpPr/>
            <p:nvPr/>
          </p:nvSpPr>
          <p:spPr>
            <a:xfrm>
              <a:off x="7542779" y="2435088"/>
              <a:ext cx="83702" cy="102972"/>
            </a:xfrm>
            <a:custGeom>
              <a:avLst/>
              <a:gdLst/>
              <a:ahLst/>
              <a:cxnLst/>
              <a:rect l="l" t="t" r="r" b="b"/>
              <a:pathLst>
                <a:path w="2580" h="3174" extrusionOk="0">
                  <a:moveTo>
                    <a:pt x="2123" y="0"/>
                  </a:moveTo>
                  <a:cubicBezTo>
                    <a:pt x="1461" y="388"/>
                    <a:pt x="914" y="959"/>
                    <a:pt x="548" y="1621"/>
                  </a:cubicBezTo>
                  <a:cubicBezTo>
                    <a:pt x="457" y="1575"/>
                    <a:pt x="389" y="1507"/>
                    <a:pt x="320" y="1461"/>
                  </a:cubicBezTo>
                  <a:cubicBezTo>
                    <a:pt x="92" y="2009"/>
                    <a:pt x="1" y="2580"/>
                    <a:pt x="1" y="3173"/>
                  </a:cubicBezTo>
                  <a:cubicBezTo>
                    <a:pt x="46" y="3082"/>
                    <a:pt x="115" y="3013"/>
                    <a:pt x="183" y="2945"/>
                  </a:cubicBezTo>
                  <a:cubicBezTo>
                    <a:pt x="480" y="2603"/>
                    <a:pt x="868" y="2329"/>
                    <a:pt x="1256" y="2100"/>
                  </a:cubicBezTo>
                  <a:cubicBezTo>
                    <a:pt x="1165" y="2055"/>
                    <a:pt x="1073" y="1986"/>
                    <a:pt x="982" y="1941"/>
                  </a:cubicBezTo>
                  <a:cubicBezTo>
                    <a:pt x="1416" y="1393"/>
                    <a:pt x="1964" y="959"/>
                    <a:pt x="2580" y="685"/>
                  </a:cubicBezTo>
                  <a:cubicBezTo>
                    <a:pt x="2489" y="548"/>
                    <a:pt x="2420" y="411"/>
                    <a:pt x="2329" y="274"/>
                  </a:cubicBezTo>
                  <a:cubicBezTo>
                    <a:pt x="2260" y="183"/>
                    <a:pt x="2192" y="92"/>
                    <a:pt x="21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234;p25">
              <a:extLst>
                <a:ext uri="{FF2B5EF4-FFF2-40B4-BE49-F238E27FC236}">
                  <a16:creationId xmlns:a16="http://schemas.microsoft.com/office/drawing/2014/main" id="{A08EBA46-05EC-46B8-A95F-AC39FDB5B7E3}"/>
                </a:ext>
              </a:extLst>
            </p:cNvPr>
            <p:cNvSpPr/>
            <p:nvPr/>
          </p:nvSpPr>
          <p:spPr>
            <a:xfrm>
              <a:off x="8216642" y="2435088"/>
              <a:ext cx="83702" cy="102972"/>
            </a:xfrm>
            <a:custGeom>
              <a:avLst/>
              <a:gdLst/>
              <a:ahLst/>
              <a:cxnLst/>
              <a:rect l="l" t="t" r="r" b="b"/>
              <a:pathLst>
                <a:path w="2580" h="3174" extrusionOk="0">
                  <a:moveTo>
                    <a:pt x="457" y="0"/>
                  </a:moveTo>
                  <a:cubicBezTo>
                    <a:pt x="389" y="92"/>
                    <a:pt x="320" y="183"/>
                    <a:pt x="252" y="274"/>
                  </a:cubicBezTo>
                  <a:cubicBezTo>
                    <a:pt x="160" y="411"/>
                    <a:pt x="69" y="548"/>
                    <a:pt x="1" y="685"/>
                  </a:cubicBezTo>
                  <a:cubicBezTo>
                    <a:pt x="617" y="959"/>
                    <a:pt x="1165" y="1393"/>
                    <a:pt x="1598" y="1941"/>
                  </a:cubicBezTo>
                  <a:cubicBezTo>
                    <a:pt x="1507" y="1986"/>
                    <a:pt x="1416" y="2055"/>
                    <a:pt x="1325" y="2100"/>
                  </a:cubicBezTo>
                  <a:cubicBezTo>
                    <a:pt x="1713" y="2329"/>
                    <a:pt x="2101" y="2603"/>
                    <a:pt x="2397" y="2945"/>
                  </a:cubicBezTo>
                  <a:cubicBezTo>
                    <a:pt x="2466" y="3013"/>
                    <a:pt x="2534" y="3082"/>
                    <a:pt x="2580" y="3173"/>
                  </a:cubicBezTo>
                  <a:cubicBezTo>
                    <a:pt x="2580" y="2580"/>
                    <a:pt x="2489" y="2009"/>
                    <a:pt x="2260" y="1461"/>
                  </a:cubicBezTo>
                  <a:cubicBezTo>
                    <a:pt x="2192" y="1507"/>
                    <a:pt x="2123" y="1575"/>
                    <a:pt x="2032" y="1621"/>
                  </a:cubicBezTo>
                  <a:cubicBezTo>
                    <a:pt x="1667" y="959"/>
                    <a:pt x="1119" y="388"/>
                    <a:pt x="4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8" name="Picture 107">
            <a:extLst>
              <a:ext uri="{FF2B5EF4-FFF2-40B4-BE49-F238E27FC236}">
                <a16:creationId xmlns:a16="http://schemas.microsoft.com/office/drawing/2014/main" id="{FDB1BEE3-3CE3-4FCF-8735-6AC26E0B2E6A}"/>
              </a:ext>
            </a:extLst>
          </p:cNvPr>
          <p:cNvPicPr>
            <a:picLocks noChangeAspect="1"/>
          </p:cNvPicPr>
          <p:nvPr/>
        </p:nvPicPr>
        <p:blipFill>
          <a:blip r:embed="rId2"/>
          <a:stretch>
            <a:fillRect/>
          </a:stretch>
        </p:blipFill>
        <p:spPr>
          <a:xfrm>
            <a:off x="1195688" y="1004258"/>
            <a:ext cx="6400800" cy="19050"/>
          </a:xfrm>
          <a:prstGeom prst="rect">
            <a:avLst/>
          </a:prstGeom>
        </p:spPr>
      </p:pic>
      <p:sp>
        <p:nvSpPr>
          <p:cNvPr id="109" name="Google Shape;1342;p55">
            <a:extLst>
              <a:ext uri="{FF2B5EF4-FFF2-40B4-BE49-F238E27FC236}">
                <a16:creationId xmlns:a16="http://schemas.microsoft.com/office/drawing/2014/main" id="{624AAD83-7367-400B-8EE1-C63A0FA795B1}"/>
              </a:ext>
            </a:extLst>
          </p:cNvPr>
          <p:cNvSpPr/>
          <p:nvPr/>
        </p:nvSpPr>
        <p:spPr>
          <a:xfrm>
            <a:off x="640987" y="31818"/>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343;p55">
            <a:extLst>
              <a:ext uri="{FF2B5EF4-FFF2-40B4-BE49-F238E27FC236}">
                <a16:creationId xmlns:a16="http://schemas.microsoft.com/office/drawing/2014/main" id="{D727A19A-AFBC-433D-B57F-77D9EE3CB7D5}"/>
              </a:ext>
            </a:extLst>
          </p:cNvPr>
          <p:cNvSpPr/>
          <p:nvPr/>
        </p:nvSpPr>
        <p:spPr>
          <a:xfrm>
            <a:off x="8189929" y="226071"/>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355;p55">
            <a:extLst>
              <a:ext uri="{FF2B5EF4-FFF2-40B4-BE49-F238E27FC236}">
                <a16:creationId xmlns:a16="http://schemas.microsoft.com/office/drawing/2014/main" id="{435A9FA3-5095-484F-A02A-0E853C1D24CE}"/>
              </a:ext>
            </a:extLst>
          </p:cNvPr>
          <p:cNvSpPr/>
          <p:nvPr/>
        </p:nvSpPr>
        <p:spPr>
          <a:xfrm>
            <a:off x="141489" y="3289631"/>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356;p55">
            <a:extLst>
              <a:ext uri="{FF2B5EF4-FFF2-40B4-BE49-F238E27FC236}">
                <a16:creationId xmlns:a16="http://schemas.microsoft.com/office/drawing/2014/main" id="{ABDE2F86-56E6-441D-A807-01F7E85B752A}"/>
              </a:ext>
            </a:extLst>
          </p:cNvPr>
          <p:cNvGrpSpPr/>
          <p:nvPr/>
        </p:nvGrpSpPr>
        <p:grpSpPr>
          <a:xfrm>
            <a:off x="8517995" y="4325437"/>
            <a:ext cx="661597" cy="778153"/>
            <a:chOff x="2302650" y="4474650"/>
            <a:chExt cx="553175" cy="650575"/>
          </a:xfrm>
        </p:grpSpPr>
        <p:sp>
          <p:nvSpPr>
            <p:cNvPr id="113" name="Google Shape;1357;p55">
              <a:extLst>
                <a:ext uri="{FF2B5EF4-FFF2-40B4-BE49-F238E27FC236}">
                  <a16:creationId xmlns:a16="http://schemas.microsoft.com/office/drawing/2014/main" id="{C97CFACE-445A-4EE6-9C97-CB77D837111F}"/>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358;p55">
              <a:extLst>
                <a:ext uri="{FF2B5EF4-FFF2-40B4-BE49-F238E27FC236}">
                  <a16:creationId xmlns:a16="http://schemas.microsoft.com/office/drawing/2014/main" id="{F1871D7D-EC41-47EE-99AF-68A34FE831B7}"/>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81451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49"/>
        <p:cNvGrpSpPr/>
        <p:nvPr/>
      </p:nvGrpSpPr>
      <p:grpSpPr>
        <a:xfrm>
          <a:off x="0" y="0"/>
          <a:ext cx="0" cy="0"/>
          <a:chOff x="0" y="0"/>
          <a:chExt cx="0" cy="0"/>
        </a:xfrm>
      </p:grpSpPr>
      <p:sp>
        <p:nvSpPr>
          <p:cNvPr id="1450" name="Google Shape;1450;p58"/>
          <p:cNvSpPr/>
          <p:nvPr/>
        </p:nvSpPr>
        <p:spPr>
          <a:xfrm>
            <a:off x="4999179" y="68938"/>
            <a:ext cx="3987944" cy="4102944"/>
          </a:xfrm>
          <a:prstGeom prst="roundRect">
            <a:avLst>
              <a:gd name="adj" fmla="val 44784"/>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8"/>
          <p:cNvSpPr txBox="1">
            <a:spLocks noGrp="1"/>
          </p:cNvSpPr>
          <p:nvPr>
            <p:ph type="title"/>
          </p:nvPr>
        </p:nvSpPr>
        <p:spPr>
          <a:xfrm>
            <a:off x="5262065" y="702968"/>
            <a:ext cx="3462172" cy="379879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a:t>The x-ray has been </a:t>
            </a:r>
            <a:br>
              <a:rPr lang="en-US" sz="2400" dirty="0"/>
            </a:br>
            <a:r>
              <a:rPr lang="en-US" sz="2400" dirty="0"/>
              <a:t>in the place </a:t>
            </a:r>
            <a:br>
              <a:rPr lang="en-US" sz="2400" dirty="0"/>
            </a:br>
            <a:r>
              <a:rPr lang="en-US" sz="2400" dirty="0"/>
              <a:t>of traditional </a:t>
            </a:r>
            <a:br>
              <a:rPr lang="en-US" sz="2400" dirty="0"/>
            </a:br>
            <a:r>
              <a:rPr lang="en-US" sz="2400" dirty="0"/>
              <a:t>test and </a:t>
            </a:r>
            <a:br>
              <a:rPr lang="en-US" sz="2400" dirty="0"/>
            </a:br>
            <a:r>
              <a:rPr lang="en-US" sz="2400" dirty="0"/>
              <a:t>it has been used very widely </a:t>
            </a:r>
            <a:br>
              <a:rPr lang="en-US" sz="2400" dirty="0"/>
            </a:br>
            <a:r>
              <a:rPr lang="en-US" sz="2400" dirty="0"/>
              <a:t>we choose it </a:t>
            </a:r>
            <a:r>
              <a:rPr lang="en-US" sz="2400"/>
              <a:t>because it’s </a:t>
            </a:r>
            <a:r>
              <a:rPr lang="en-US" sz="2400" dirty="0"/>
              <a:t>the best choice</a:t>
            </a:r>
            <a:endParaRPr sz="2400" dirty="0"/>
          </a:p>
        </p:txBody>
      </p:sp>
      <p:grpSp>
        <p:nvGrpSpPr>
          <p:cNvPr id="1452" name="Google Shape;1452;p58"/>
          <p:cNvGrpSpPr/>
          <p:nvPr/>
        </p:nvGrpSpPr>
        <p:grpSpPr>
          <a:xfrm>
            <a:off x="6381178" y="4408338"/>
            <a:ext cx="705593" cy="362075"/>
            <a:chOff x="2339625" y="3726250"/>
            <a:chExt cx="850625" cy="362075"/>
          </a:xfrm>
        </p:grpSpPr>
        <p:sp>
          <p:nvSpPr>
            <p:cNvPr id="1453" name="Google Shape;1453;p58"/>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8"/>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28" name="Google Shape;1628;p61"/>
          <p:cNvSpPr/>
          <p:nvPr/>
        </p:nvSpPr>
        <p:spPr>
          <a:xfrm flipH="1">
            <a:off x="-24701" y="4720213"/>
            <a:ext cx="880876" cy="612184"/>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61"/>
          <p:cNvSpPr/>
          <p:nvPr/>
        </p:nvSpPr>
        <p:spPr>
          <a:xfrm>
            <a:off x="8263089" y="4396568"/>
            <a:ext cx="880911" cy="837772"/>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6" name="Table 5">
            <a:extLst>
              <a:ext uri="{FF2B5EF4-FFF2-40B4-BE49-F238E27FC236}">
                <a16:creationId xmlns:a16="http://schemas.microsoft.com/office/drawing/2014/main" id="{76FCA45E-C5AE-4FE7-A9C6-0743E0C88CD6}"/>
              </a:ext>
            </a:extLst>
          </p:cNvPr>
          <p:cNvGraphicFramePr>
            <a:graphicFrameLocks noGrp="1"/>
          </p:cNvGraphicFramePr>
          <p:nvPr>
            <p:extLst>
              <p:ext uri="{D42A27DB-BD31-4B8C-83A1-F6EECF244321}">
                <p14:modId xmlns:p14="http://schemas.microsoft.com/office/powerpoint/2010/main" val="53872052"/>
              </p:ext>
            </p:extLst>
          </p:nvPr>
        </p:nvGraphicFramePr>
        <p:xfrm>
          <a:off x="515194" y="491576"/>
          <a:ext cx="7704000" cy="4418267"/>
        </p:xfrm>
        <a:graphic>
          <a:graphicData uri="http://schemas.openxmlformats.org/drawingml/2006/table">
            <a:tbl>
              <a:tblPr firstRow="1" firstCol="1" bandRow="1">
                <a:tableStyleId>{69C7853C-536D-4A76-A0AE-DD22124D55A5}</a:tableStyleId>
              </a:tblPr>
              <a:tblGrid>
                <a:gridCol w="3496269">
                  <a:extLst>
                    <a:ext uri="{9D8B030D-6E8A-4147-A177-3AD203B41FA5}">
                      <a16:colId xmlns:a16="http://schemas.microsoft.com/office/drawing/2014/main" val="674613939"/>
                    </a:ext>
                  </a:extLst>
                </a:gridCol>
                <a:gridCol w="1467825">
                  <a:extLst>
                    <a:ext uri="{9D8B030D-6E8A-4147-A177-3AD203B41FA5}">
                      <a16:colId xmlns:a16="http://schemas.microsoft.com/office/drawing/2014/main" val="3352069928"/>
                    </a:ext>
                  </a:extLst>
                </a:gridCol>
                <a:gridCol w="1292030">
                  <a:extLst>
                    <a:ext uri="{9D8B030D-6E8A-4147-A177-3AD203B41FA5}">
                      <a16:colId xmlns:a16="http://schemas.microsoft.com/office/drawing/2014/main" val="580951337"/>
                    </a:ext>
                  </a:extLst>
                </a:gridCol>
                <a:gridCol w="1447876">
                  <a:extLst>
                    <a:ext uri="{9D8B030D-6E8A-4147-A177-3AD203B41FA5}">
                      <a16:colId xmlns:a16="http://schemas.microsoft.com/office/drawing/2014/main" val="623015391"/>
                    </a:ext>
                  </a:extLst>
                </a:gridCol>
              </a:tblGrid>
              <a:tr h="517273">
                <a:tc>
                  <a:txBody>
                    <a:bodyPr/>
                    <a:lstStyle/>
                    <a:p>
                      <a:pPr algn="ctr" rtl="0">
                        <a:lnSpc>
                          <a:spcPct val="150000"/>
                        </a:lnSpc>
                        <a:spcAft>
                          <a:spcPts val="0"/>
                        </a:spcAft>
                      </a:pPr>
                      <a:r>
                        <a:rPr lang="en-US" sz="1400" b="1" dirty="0">
                          <a:solidFill>
                            <a:schemeClr val="accent5"/>
                          </a:solidFill>
                          <a:effectLst/>
                        </a:rPr>
                        <a:t>Resent</a:t>
                      </a:r>
                      <a:r>
                        <a:rPr lang="en-US" sz="1400" b="1" dirty="0">
                          <a:solidFill>
                            <a:schemeClr val="accent3">
                              <a:lumMod val="75000"/>
                            </a:schemeClr>
                          </a:solidFill>
                          <a:effectLst/>
                        </a:rPr>
                        <a:t> </a:t>
                      </a:r>
                      <a:r>
                        <a:rPr lang="en-US" sz="1400" b="1" dirty="0">
                          <a:solidFill>
                            <a:schemeClr val="accent5"/>
                          </a:solidFill>
                          <a:effectLst/>
                        </a:rPr>
                        <a:t>Work</a:t>
                      </a:r>
                      <a:endParaRPr lang="en-US" sz="1100" b="1"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5"/>
                          </a:solidFill>
                          <a:effectLst/>
                        </a:rPr>
                        <a:t>Techniques Used</a:t>
                      </a:r>
                      <a:endParaRPr lang="en-US" sz="1100" b="1"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5"/>
                          </a:solidFill>
                          <a:effectLst/>
                        </a:rPr>
                        <a:t>Number of Classification</a:t>
                      </a:r>
                      <a:endParaRPr lang="en-US" sz="1100" b="1"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5"/>
                          </a:solidFill>
                          <a:effectLst/>
                        </a:rPr>
                        <a:t>Accuracy</a:t>
                      </a:r>
                      <a:endParaRPr lang="en-US" sz="1100" b="1"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extLst>
                  <a:ext uri="{0D108BD9-81ED-4DB2-BD59-A6C34878D82A}">
                    <a16:rowId xmlns:a16="http://schemas.microsoft.com/office/drawing/2014/main" val="569756320"/>
                  </a:ext>
                </a:extLst>
              </a:tr>
              <a:tr h="611933">
                <a:tc>
                  <a:txBody>
                    <a:bodyPr/>
                    <a:lstStyle/>
                    <a:p>
                      <a:pPr algn="l" rtl="0">
                        <a:lnSpc>
                          <a:spcPct val="150000"/>
                        </a:lnSpc>
                        <a:spcAft>
                          <a:spcPts val="0"/>
                        </a:spcAft>
                      </a:pPr>
                      <a:r>
                        <a:rPr lang="en-US" sz="1100" b="1" dirty="0">
                          <a:solidFill>
                            <a:srgbClr val="FF0000"/>
                          </a:solidFill>
                          <a:effectLst/>
                        </a:rPr>
                        <a:t>[</a:t>
                      </a:r>
                      <a:r>
                        <a:rPr lang="en-US" sz="1100" dirty="0">
                          <a:solidFill>
                            <a:srgbClr val="FF0000"/>
                          </a:solidFill>
                        </a:rPr>
                        <a:t>Khan, A.I.; Shah, J.L.; Bhat, M.M</a:t>
                      </a:r>
                      <a:r>
                        <a:rPr lang="en-US" sz="1100" b="1" dirty="0">
                          <a:solidFill>
                            <a:srgbClr val="FF0000"/>
                          </a:solidFill>
                          <a:effectLst/>
                        </a:rPr>
                        <a:t> , </a:t>
                      </a:r>
                      <a:r>
                        <a:rPr lang="en-US" sz="1100" dirty="0">
                          <a:solidFill>
                            <a:srgbClr val="FF0000"/>
                          </a:solidFill>
                        </a:rPr>
                        <a:t>2020</a:t>
                      </a:r>
                      <a:r>
                        <a:rPr lang="en-US" sz="1100" b="1" dirty="0">
                          <a:solidFill>
                            <a:srgbClr val="FF0000"/>
                          </a:solidFill>
                          <a:effectLst/>
                        </a:rPr>
                        <a:t>] </a:t>
                      </a:r>
                      <a:r>
                        <a:rPr lang="en-US" sz="1100" b="1" dirty="0">
                          <a:solidFill>
                            <a:schemeClr val="accent3">
                              <a:lumMod val="75000"/>
                            </a:schemeClr>
                          </a:solidFill>
                          <a:effectLst/>
                        </a:rPr>
                        <a:t>A deep neural network for detection and diagnosis of COVID-19 from chest X-ray</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100" b="1">
                          <a:solidFill>
                            <a:schemeClr val="accent3">
                              <a:lumMod val="75000"/>
                            </a:schemeClr>
                          </a:solidFill>
                          <a:effectLst/>
                        </a:rPr>
                        <a:t>CoroNet</a:t>
                      </a:r>
                      <a:endParaRPr lang="en-US" sz="1100" b="1">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3">
                              <a:lumMod val="75000"/>
                            </a:schemeClr>
                          </a:solidFill>
                          <a:effectLst/>
                        </a:rPr>
                        <a:t>4</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3">
                              <a:lumMod val="75000"/>
                            </a:schemeClr>
                          </a:solidFill>
                          <a:effectLst/>
                        </a:rPr>
                        <a:t>89.6%</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extLst>
                  <a:ext uri="{0D108BD9-81ED-4DB2-BD59-A6C34878D82A}">
                    <a16:rowId xmlns:a16="http://schemas.microsoft.com/office/drawing/2014/main" val="3368758190"/>
                  </a:ext>
                </a:extLst>
              </a:tr>
              <a:tr h="1035061">
                <a:tc>
                  <a:txBody>
                    <a:bodyPr/>
                    <a:lstStyle/>
                    <a:p>
                      <a:pPr algn="l" rtl="0">
                        <a:lnSpc>
                          <a:spcPct val="150000"/>
                        </a:lnSpc>
                        <a:spcAft>
                          <a:spcPts val="0"/>
                        </a:spcAft>
                      </a:pPr>
                      <a:r>
                        <a:rPr lang="en-US" sz="1100" b="1" dirty="0">
                          <a:solidFill>
                            <a:srgbClr val="FF0000"/>
                          </a:solidFill>
                          <a:effectLst/>
                        </a:rPr>
                        <a:t>[</a:t>
                      </a:r>
                      <a:r>
                        <a:rPr lang="en-US" sz="1100" b="1" dirty="0" err="1">
                          <a:solidFill>
                            <a:srgbClr val="FF0000"/>
                          </a:solidFill>
                          <a:effectLst/>
                        </a:rPr>
                        <a:t>Apostolopoulos</a:t>
                      </a:r>
                      <a:r>
                        <a:rPr lang="en-US" sz="1100" b="1" dirty="0">
                          <a:solidFill>
                            <a:srgbClr val="FF0000"/>
                          </a:solidFill>
                          <a:effectLst/>
                        </a:rPr>
                        <a:t>, I.D.; </a:t>
                      </a:r>
                      <a:r>
                        <a:rPr lang="en-US" sz="1100" b="1" dirty="0" err="1">
                          <a:solidFill>
                            <a:srgbClr val="FF0000"/>
                          </a:solidFill>
                          <a:effectLst/>
                        </a:rPr>
                        <a:t>Aznaouridis</a:t>
                      </a:r>
                      <a:r>
                        <a:rPr lang="en-US" sz="1100" b="1" dirty="0">
                          <a:solidFill>
                            <a:srgbClr val="FF0000"/>
                          </a:solidFill>
                          <a:effectLst/>
                        </a:rPr>
                        <a:t>, S.I.; </a:t>
                      </a:r>
                      <a:r>
                        <a:rPr lang="en-US" sz="1100" b="1" dirty="0" err="1">
                          <a:solidFill>
                            <a:srgbClr val="FF0000"/>
                          </a:solidFill>
                          <a:effectLst/>
                        </a:rPr>
                        <a:t>Tzani</a:t>
                      </a:r>
                      <a:r>
                        <a:rPr lang="en-US" sz="1100" b="1" dirty="0">
                          <a:solidFill>
                            <a:srgbClr val="FF0000"/>
                          </a:solidFill>
                          <a:effectLst/>
                        </a:rPr>
                        <a:t>, M.A , </a:t>
                      </a:r>
                      <a:r>
                        <a:rPr lang="en-US" sz="1100" dirty="0">
                          <a:solidFill>
                            <a:srgbClr val="FF0000"/>
                          </a:solidFill>
                        </a:rPr>
                        <a:t>2021</a:t>
                      </a:r>
                      <a:r>
                        <a:rPr lang="en-US" sz="1100" b="1" dirty="0">
                          <a:solidFill>
                            <a:srgbClr val="FF0000"/>
                          </a:solidFill>
                          <a:effectLst/>
                        </a:rPr>
                        <a:t>]  </a:t>
                      </a:r>
                      <a:r>
                        <a:rPr lang="en-US" sz="1100" b="1" dirty="0">
                          <a:solidFill>
                            <a:schemeClr val="accent3">
                              <a:lumMod val="75000"/>
                            </a:schemeClr>
                          </a:solidFill>
                          <a:effectLst/>
                        </a:rPr>
                        <a:t>Extracting possibly representative COVID-19 biomarkers from X-ray images with deep learning approach and image data related to pulmonary diseases</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100" b="1" dirty="0">
                          <a:solidFill>
                            <a:schemeClr val="accent3">
                              <a:lumMod val="75000"/>
                            </a:schemeClr>
                          </a:solidFill>
                          <a:effectLst/>
                        </a:rPr>
                        <a:t>VGG-19</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a:solidFill>
                            <a:schemeClr val="accent3">
                              <a:lumMod val="75000"/>
                            </a:schemeClr>
                          </a:solidFill>
                          <a:effectLst/>
                        </a:rPr>
                        <a:t>3</a:t>
                      </a:r>
                      <a:endParaRPr lang="en-US" sz="1100" b="1">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a:solidFill>
                            <a:schemeClr val="accent3">
                              <a:lumMod val="75000"/>
                            </a:schemeClr>
                          </a:solidFill>
                          <a:effectLst/>
                        </a:rPr>
                        <a:t>93.48%</a:t>
                      </a:r>
                      <a:endParaRPr lang="en-US" sz="1100" b="1">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extLst>
                  <a:ext uri="{0D108BD9-81ED-4DB2-BD59-A6C34878D82A}">
                    <a16:rowId xmlns:a16="http://schemas.microsoft.com/office/drawing/2014/main" val="205476454"/>
                  </a:ext>
                </a:extLst>
              </a:tr>
              <a:tr h="876300">
                <a:tc>
                  <a:txBody>
                    <a:bodyPr/>
                    <a:lstStyle/>
                    <a:p>
                      <a:pPr algn="l" rtl="0">
                        <a:lnSpc>
                          <a:spcPct val="150000"/>
                        </a:lnSpc>
                        <a:spcAft>
                          <a:spcPts val="0"/>
                        </a:spcAft>
                      </a:pPr>
                      <a:r>
                        <a:rPr lang="en-US" sz="1100" b="1" dirty="0">
                          <a:solidFill>
                            <a:srgbClr val="FF0000"/>
                          </a:solidFill>
                          <a:effectLst/>
                        </a:rPr>
                        <a:t>[</a:t>
                      </a:r>
                      <a:r>
                        <a:rPr lang="es-ES" sz="1100" dirty="0" err="1">
                          <a:solidFill>
                            <a:srgbClr val="FF0000"/>
                          </a:solidFill>
                        </a:rPr>
                        <a:t>Sahinbas</a:t>
                      </a:r>
                      <a:r>
                        <a:rPr lang="es-ES" sz="1100" dirty="0">
                          <a:solidFill>
                            <a:srgbClr val="FF0000"/>
                          </a:solidFill>
                        </a:rPr>
                        <a:t>, K.; </a:t>
                      </a:r>
                      <a:r>
                        <a:rPr lang="es-ES" sz="1100" dirty="0" err="1">
                          <a:solidFill>
                            <a:srgbClr val="FF0000"/>
                          </a:solidFill>
                        </a:rPr>
                        <a:t>Catak</a:t>
                      </a:r>
                      <a:r>
                        <a:rPr lang="es-ES" sz="1100" dirty="0">
                          <a:solidFill>
                            <a:srgbClr val="FF0000"/>
                          </a:solidFill>
                        </a:rPr>
                        <a:t>, F.O</a:t>
                      </a:r>
                      <a:r>
                        <a:rPr lang="en-US" sz="1100" b="1" dirty="0">
                          <a:solidFill>
                            <a:srgbClr val="FF0000"/>
                          </a:solidFill>
                          <a:effectLst/>
                        </a:rPr>
                        <a:t> , 2021] </a:t>
                      </a:r>
                      <a:r>
                        <a:rPr lang="en-US" sz="1100" b="1" dirty="0">
                          <a:solidFill>
                            <a:schemeClr val="accent3">
                              <a:lumMod val="75000"/>
                            </a:schemeClr>
                          </a:solidFill>
                          <a:effectLst/>
                        </a:rPr>
                        <a:t>Transfer learning-based convolutional neural network for COVID-19 detection with X-ray images. In Data Science for COVID-19</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100" b="1" dirty="0">
                          <a:solidFill>
                            <a:schemeClr val="accent3">
                              <a:lumMod val="75000"/>
                            </a:schemeClr>
                          </a:solidFill>
                          <a:effectLst/>
                        </a:rPr>
                        <a:t>VGG-16,</a:t>
                      </a:r>
                    </a:p>
                    <a:p>
                      <a:pPr algn="ctr" rtl="0">
                        <a:lnSpc>
                          <a:spcPct val="150000"/>
                        </a:lnSpc>
                        <a:spcAft>
                          <a:spcPts val="0"/>
                        </a:spcAft>
                      </a:pPr>
                      <a:r>
                        <a:rPr lang="en-US" sz="1100" b="1" dirty="0">
                          <a:solidFill>
                            <a:schemeClr val="accent3">
                              <a:lumMod val="75000"/>
                            </a:schemeClr>
                          </a:solidFill>
                          <a:effectLst/>
                        </a:rPr>
                        <a:t> VGG-19, </a:t>
                      </a:r>
                      <a:r>
                        <a:rPr lang="en-US" sz="1100" b="1" dirty="0" err="1">
                          <a:solidFill>
                            <a:schemeClr val="accent3">
                              <a:lumMod val="75000"/>
                            </a:schemeClr>
                          </a:solidFill>
                          <a:effectLst/>
                        </a:rPr>
                        <a:t>ResNet</a:t>
                      </a:r>
                      <a:r>
                        <a:rPr lang="en-US" sz="1100" b="1" dirty="0">
                          <a:solidFill>
                            <a:schemeClr val="accent3">
                              <a:lumMod val="75000"/>
                            </a:schemeClr>
                          </a:solidFill>
                          <a:effectLst/>
                        </a:rPr>
                        <a:t>, </a:t>
                      </a:r>
                      <a:r>
                        <a:rPr lang="en-US" sz="1100" b="1" dirty="0" err="1">
                          <a:solidFill>
                            <a:schemeClr val="accent3">
                              <a:lumMod val="75000"/>
                            </a:schemeClr>
                          </a:solidFill>
                          <a:effectLst/>
                        </a:rPr>
                        <a:t>DenseNet</a:t>
                      </a:r>
                      <a:r>
                        <a:rPr lang="en-US" sz="1100" b="1" dirty="0">
                          <a:solidFill>
                            <a:schemeClr val="accent3">
                              <a:lumMod val="75000"/>
                            </a:schemeClr>
                          </a:solidFill>
                          <a:effectLst/>
                        </a:rPr>
                        <a:t>, InceptionV3</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3">
                              <a:lumMod val="75000"/>
                            </a:schemeClr>
                          </a:solidFill>
                          <a:effectLst/>
                        </a:rPr>
                        <a:t>2</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r>
                        <a:rPr lang="en-US" sz="1400" b="1" dirty="0">
                          <a:solidFill>
                            <a:schemeClr val="accent3">
                              <a:lumMod val="75000"/>
                            </a:schemeClr>
                          </a:solidFill>
                          <a:effectLst/>
                        </a:rPr>
                        <a:t>80%</a:t>
                      </a: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extLst>
                  <a:ext uri="{0D108BD9-81ED-4DB2-BD59-A6C34878D82A}">
                    <a16:rowId xmlns:a16="http://schemas.microsoft.com/office/drawing/2014/main" val="3505849816"/>
                  </a:ext>
                </a:extLst>
              </a:tr>
              <a:tr h="876300">
                <a:tc>
                  <a:txBody>
                    <a:bodyPr/>
                    <a:lstStyle/>
                    <a:p>
                      <a:pPr algn="l" rtl="0">
                        <a:lnSpc>
                          <a:spcPct val="150000"/>
                        </a:lnSpc>
                        <a:spcAft>
                          <a:spcPts val="0"/>
                        </a:spcAft>
                      </a:pPr>
                      <a:endParaRPr lang="en-US" sz="1200" b="1" dirty="0">
                        <a:solidFill>
                          <a:srgbClr val="002060"/>
                        </a:solidFill>
                        <a:effectLst/>
                        <a:latin typeface="Calibri" panose="020F0502020204030204" pitchFamily="34" charset="0"/>
                        <a:ea typeface="Calibri" panose="020F0502020204030204" pitchFamily="34" charset="0"/>
                        <a:cs typeface="Arial" panose="020B0604020202020204" pitchFamily="34" charset="0"/>
                      </a:endParaRPr>
                    </a:p>
                    <a:p>
                      <a:pPr algn="l" rtl="0">
                        <a:lnSpc>
                          <a:spcPct val="150000"/>
                        </a:lnSpc>
                        <a:spcAft>
                          <a:spcPts val="0"/>
                        </a:spcAft>
                      </a:pPr>
                      <a:r>
                        <a:rPr lang="en-US" sz="1200" b="1" dirty="0">
                          <a:solidFill>
                            <a:srgbClr val="002060"/>
                          </a:solidFill>
                          <a:effectLst/>
                          <a:latin typeface="Calibri" panose="020F0502020204030204" pitchFamily="34" charset="0"/>
                          <a:ea typeface="Calibri" panose="020F0502020204030204" pitchFamily="34" charset="0"/>
                          <a:cs typeface="Arial" panose="020B0604020202020204" pitchFamily="34" charset="0"/>
                        </a:rPr>
                        <a:t>Our</a:t>
                      </a:r>
                      <a:r>
                        <a:rPr lang="en-US" sz="1200" b="1" baseline="0" dirty="0">
                          <a:solidFill>
                            <a:srgbClr val="002060"/>
                          </a:solidFill>
                          <a:effectLst/>
                          <a:latin typeface="Calibri" panose="020F0502020204030204" pitchFamily="34" charset="0"/>
                          <a:ea typeface="Calibri" panose="020F0502020204030204" pitchFamily="34" charset="0"/>
                          <a:cs typeface="Arial" panose="020B0604020202020204" pitchFamily="34" charset="0"/>
                        </a:rPr>
                        <a:t> </a:t>
                      </a:r>
                      <a:r>
                        <a:rPr lang="en-US" sz="1200" dirty="0">
                          <a:solidFill>
                            <a:srgbClr val="002060"/>
                          </a:solidFill>
                        </a:rPr>
                        <a:t>proposed system </a:t>
                      </a:r>
                      <a:endParaRPr lang="en-US" sz="1200" b="1" dirty="0">
                        <a:solidFill>
                          <a:srgbClr val="002060"/>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ctr" rtl="0">
                        <a:lnSpc>
                          <a:spcPct val="150000"/>
                        </a:lnSpc>
                        <a:spcAft>
                          <a:spcPts val="0"/>
                        </a:spcAft>
                      </a:pP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p>
                      <a:pPr algn="ctr" rtl="0">
                        <a:lnSpc>
                          <a:spcPct val="150000"/>
                        </a:lnSpc>
                        <a:spcAft>
                          <a:spcPts val="0"/>
                        </a:spcAft>
                      </a:pPr>
                      <a:r>
                        <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rPr>
                        <a:t>(VGG19 and U-Net)</a:t>
                      </a:r>
                    </a:p>
                  </a:txBody>
                  <a:tcPr marL="63878" marR="63878" marT="0" marB="0"/>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endParaRPr lang="en-US" sz="10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1100" b="1">
                          <a:solidFill>
                            <a:schemeClr val="accent3">
                              <a:lumMod val="75000"/>
                            </a:schemeClr>
                          </a:solidFill>
                          <a:effectLst/>
                        </a:rPr>
                        <a:t>4</a:t>
                      </a:r>
                      <a:endParaRPr lang="en-US" sz="1000" b="1">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p>
                      <a:pPr algn="ctr" rtl="0">
                        <a:lnSpc>
                          <a:spcPct val="150000"/>
                        </a:lnSpc>
                        <a:spcAft>
                          <a:spcPts val="0"/>
                        </a:spcAft>
                      </a:pPr>
                      <a:endParaRPr lang="en-US" sz="1100" b="1" dirty="0">
                        <a:solidFill>
                          <a:schemeClr val="accent3">
                            <a:lumMod val="7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63878" marR="63878" marT="0" marB="0"/>
                </a:tc>
                <a:tc>
                  <a:txBody>
                    <a:bodyPr/>
                    <a:lstStyle/>
                    <a:p>
                      <a:pPr algn="just" rtl="0">
                        <a:lnSpc>
                          <a:spcPct val="150000"/>
                        </a:lnSpc>
                        <a:spcAft>
                          <a:spcPts val="0"/>
                        </a:spcAft>
                      </a:pPr>
                      <a:r>
                        <a:rPr lang="en-US" sz="1200" b="1" i="0" dirty="0">
                          <a:solidFill>
                            <a:srgbClr val="FF0000"/>
                          </a:solidFill>
                          <a:effectLst/>
                          <a:latin typeface="Calibri" panose="020F0502020204030204" pitchFamily="34" charset="0"/>
                          <a:ea typeface="Calibri" panose="020F0502020204030204" pitchFamily="34" charset="0"/>
                          <a:cs typeface="Arial" panose="020B0604020202020204" pitchFamily="34" charset="0"/>
                        </a:rPr>
                        <a:t>In the capstone project (2), this will be accomplished</a:t>
                      </a:r>
                    </a:p>
                  </a:txBody>
                  <a:tcPr marL="63878" marR="63878" marT="0" marB="0"/>
                </a:tc>
                <a:extLst>
                  <a:ext uri="{0D108BD9-81ED-4DB2-BD59-A6C34878D82A}">
                    <a16:rowId xmlns:a16="http://schemas.microsoft.com/office/drawing/2014/main" val="10004"/>
                  </a:ext>
                </a:extLst>
              </a:tr>
            </a:tbl>
          </a:graphicData>
        </a:graphic>
      </p:graphicFrame>
      <p:sp>
        <p:nvSpPr>
          <p:cNvPr id="39" name="Google Shape;1407;p57">
            <a:extLst>
              <a:ext uri="{FF2B5EF4-FFF2-40B4-BE49-F238E27FC236}">
                <a16:creationId xmlns:a16="http://schemas.microsoft.com/office/drawing/2014/main" id="{DD09C4A3-4965-42CE-B590-44B525778AB0}"/>
              </a:ext>
            </a:extLst>
          </p:cNvPr>
          <p:cNvSpPr txBox="1">
            <a:spLocks noGrp="1"/>
          </p:cNvSpPr>
          <p:nvPr>
            <p:ph type="title"/>
          </p:nvPr>
        </p:nvSpPr>
        <p:spPr>
          <a:xfrm>
            <a:off x="719998" y="0"/>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Related works </a:t>
            </a:r>
            <a:endParaRPr dirty="0"/>
          </a:p>
        </p:txBody>
      </p:sp>
      <p:pic>
        <p:nvPicPr>
          <p:cNvPr id="7" name="Picture 6">
            <a:extLst>
              <a:ext uri="{FF2B5EF4-FFF2-40B4-BE49-F238E27FC236}">
                <a16:creationId xmlns:a16="http://schemas.microsoft.com/office/drawing/2014/main" id="{3882403A-C52F-44D1-8A84-CDDE5CD95815}"/>
              </a:ext>
            </a:extLst>
          </p:cNvPr>
          <p:cNvPicPr>
            <a:picLocks noChangeAspect="1"/>
          </p:cNvPicPr>
          <p:nvPr/>
        </p:nvPicPr>
        <p:blipFill>
          <a:blip r:embed="rId3"/>
          <a:stretch>
            <a:fillRect/>
          </a:stretch>
        </p:blipFill>
        <p:spPr>
          <a:xfrm>
            <a:off x="1516394" y="399313"/>
            <a:ext cx="6086475" cy="190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62"/>
          <p:cNvSpPr/>
          <p:nvPr/>
        </p:nvSpPr>
        <p:spPr>
          <a:xfrm>
            <a:off x="6191700" y="1252513"/>
            <a:ext cx="2247000" cy="1303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62"/>
          <p:cNvSpPr txBox="1">
            <a:spLocks noGrp="1"/>
          </p:cNvSpPr>
          <p:nvPr>
            <p:ph type="title"/>
          </p:nvPr>
        </p:nvSpPr>
        <p:spPr>
          <a:xfrm>
            <a:off x="3571975" y="2681175"/>
            <a:ext cx="4857000" cy="716100"/>
          </a:xfrm>
          <a:prstGeom prst="rect">
            <a:avLst/>
          </a:prstGeom>
        </p:spPr>
        <p:txBody>
          <a:bodyPr spcFirstLastPara="1" wrap="square" lIns="91425" tIns="91425" rIns="91425" bIns="91425" anchor="t" anchorCtr="0">
            <a:noAutofit/>
          </a:bodyPr>
          <a:lstStyle/>
          <a:p>
            <a:pPr lvl="0" algn="l"/>
            <a:r>
              <a:rPr lang="en-US" sz="4800" b="1" dirty="0">
                <a:solidFill>
                  <a:schemeClr val="hlink"/>
                </a:solidFill>
                <a:uFill>
                  <a:noFill/>
                </a:uFill>
                <a:latin typeface="Montserrat"/>
                <a:ea typeface="Montserrat"/>
                <a:cs typeface="Montserrat"/>
                <a:sym typeface="Montserrat"/>
              </a:rPr>
              <a:t>SYSTEM STUDY AND ANLAYSIS </a:t>
            </a:r>
            <a:endParaRPr lang="en-US" sz="4800" b="1" dirty="0">
              <a:latin typeface="Montserrat"/>
              <a:ea typeface="Montserrat"/>
              <a:cs typeface="Montserrat"/>
              <a:sym typeface="Montserrat"/>
            </a:endParaRPr>
          </a:p>
        </p:txBody>
      </p:sp>
      <p:sp>
        <p:nvSpPr>
          <p:cNvPr id="1639" name="Google Shape;1639;p62"/>
          <p:cNvSpPr txBox="1">
            <a:spLocks noGrp="1"/>
          </p:cNvSpPr>
          <p:nvPr>
            <p:ph type="title" idx="2"/>
          </p:nvPr>
        </p:nvSpPr>
        <p:spPr>
          <a:xfrm>
            <a:off x="6388500" y="1195363"/>
            <a:ext cx="1853400" cy="120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cxnSp>
        <p:nvCxnSpPr>
          <p:cNvPr id="1641" name="Google Shape;1641;p62"/>
          <p:cNvCxnSpPr/>
          <p:nvPr/>
        </p:nvCxnSpPr>
        <p:spPr>
          <a:xfrm>
            <a:off x="3707700" y="4348231"/>
            <a:ext cx="4534200" cy="0"/>
          </a:xfrm>
          <a:prstGeom prst="straightConnector1">
            <a:avLst/>
          </a:prstGeom>
          <a:noFill/>
          <a:ln w="19050" cap="flat" cmpd="sng">
            <a:solidFill>
              <a:schemeClr val="accent3"/>
            </a:solidFill>
            <a:prstDash val="solid"/>
            <a:round/>
            <a:headEnd type="none" w="med" len="med"/>
            <a:tailEnd type="none" w="med" len="med"/>
          </a:ln>
        </p:spPr>
      </p:cxnSp>
      <p:sp>
        <p:nvSpPr>
          <p:cNvPr id="1642" name="Google Shape;1642;p62"/>
          <p:cNvSpPr/>
          <p:nvPr/>
        </p:nvSpPr>
        <p:spPr>
          <a:xfrm>
            <a:off x="2978769" y="2306723"/>
            <a:ext cx="29227" cy="331431"/>
          </a:xfrm>
          <a:custGeom>
            <a:avLst/>
            <a:gdLst/>
            <a:ahLst/>
            <a:cxnLst/>
            <a:rect l="l" t="t" r="r" b="b"/>
            <a:pathLst>
              <a:path w="503" h="5704" fill="none" extrusionOk="0">
                <a:moveTo>
                  <a:pt x="0" y="1"/>
                </a:moveTo>
                <a:lnTo>
                  <a:pt x="503" y="5704"/>
                </a:lnTo>
              </a:path>
            </a:pathLst>
          </a:custGeom>
          <a:noFill/>
          <a:ln w="5500"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62"/>
          <p:cNvSpPr/>
          <p:nvPr/>
        </p:nvSpPr>
        <p:spPr>
          <a:xfrm>
            <a:off x="3028157" y="2306723"/>
            <a:ext cx="24695" cy="331431"/>
          </a:xfrm>
          <a:custGeom>
            <a:avLst/>
            <a:gdLst/>
            <a:ahLst/>
            <a:cxnLst/>
            <a:rect l="l" t="t" r="r" b="b"/>
            <a:pathLst>
              <a:path w="425" h="5704" fill="none" extrusionOk="0">
                <a:moveTo>
                  <a:pt x="1" y="1"/>
                </a:moveTo>
                <a:lnTo>
                  <a:pt x="425" y="5704"/>
                </a:lnTo>
              </a:path>
            </a:pathLst>
          </a:custGeom>
          <a:noFill/>
          <a:ln w="5500"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4" name="Google Shape;1644;p62"/>
          <p:cNvGrpSpPr/>
          <p:nvPr/>
        </p:nvGrpSpPr>
        <p:grpSpPr>
          <a:xfrm>
            <a:off x="715100" y="1195377"/>
            <a:ext cx="2632927" cy="3405455"/>
            <a:chOff x="715100" y="1195370"/>
            <a:chExt cx="2556736" cy="3405455"/>
          </a:xfrm>
        </p:grpSpPr>
        <p:sp>
          <p:nvSpPr>
            <p:cNvPr id="1645" name="Google Shape;1645;p62"/>
            <p:cNvSpPr/>
            <p:nvPr/>
          </p:nvSpPr>
          <p:spPr>
            <a:xfrm>
              <a:off x="2722763" y="1627838"/>
              <a:ext cx="305458" cy="630381"/>
            </a:xfrm>
            <a:custGeom>
              <a:avLst/>
              <a:gdLst/>
              <a:ahLst/>
              <a:cxnLst/>
              <a:rect l="l" t="t" r="r" b="b"/>
              <a:pathLst>
                <a:path w="5257" h="10849" extrusionOk="0">
                  <a:moveTo>
                    <a:pt x="1563" y="10468"/>
                  </a:moveTo>
                  <a:lnTo>
                    <a:pt x="1665" y="9046"/>
                  </a:lnTo>
                  <a:cubicBezTo>
                    <a:pt x="1665" y="9046"/>
                    <a:pt x="475" y="8248"/>
                    <a:pt x="324" y="7687"/>
                  </a:cubicBezTo>
                  <a:cubicBezTo>
                    <a:pt x="173" y="7126"/>
                    <a:pt x="0" y="3542"/>
                    <a:pt x="152" y="3498"/>
                  </a:cubicBezTo>
                  <a:cubicBezTo>
                    <a:pt x="303" y="3455"/>
                    <a:pt x="403" y="3521"/>
                    <a:pt x="526" y="3607"/>
                  </a:cubicBezTo>
                  <a:cubicBezTo>
                    <a:pt x="647" y="3693"/>
                    <a:pt x="1338" y="5808"/>
                    <a:pt x="1317" y="5938"/>
                  </a:cubicBezTo>
                  <a:cubicBezTo>
                    <a:pt x="1296" y="6068"/>
                    <a:pt x="2613" y="627"/>
                    <a:pt x="2892" y="520"/>
                  </a:cubicBezTo>
                  <a:lnTo>
                    <a:pt x="3174" y="411"/>
                  </a:lnTo>
                  <a:cubicBezTo>
                    <a:pt x="3174" y="411"/>
                    <a:pt x="3527" y="45"/>
                    <a:pt x="3748" y="22"/>
                  </a:cubicBezTo>
                  <a:cubicBezTo>
                    <a:pt x="3972" y="1"/>
                    <a:pt x="5257" y="10848"/>
                    <a:pt x="5257" y="10848"/>
                  </a:cubicBezTo>
                  <a:lnTo>
                    <a:pt x="1563" y="10468"/>
                  </a:lnTo>
                  <a:close/>
                </a:path>
              </a:pathLst>
            </a:custGeom>
            <a:solidFill>
              <a:schemeClr val="dk2"/>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62"/>
            <p:cNvSpPr/>
            <p:nvPr/>
          </p:nvSpPr>
          <p:spPr>
            <a:xfrm>
              <a:off x="715100" y="2311546"/>
              <a:ext cx="2556736" cy="2289279"/>
            </a:xfrm>
            <a:custGeom>
              <a:avLst/>
              <a:gdLst/>
              <a:ahLst/>
              <a:cxnLst/>
              <a:rect l="l" t="t" r="r" b="b"/>
              <a:pathLst>
                <a:path w="44002" h="39399" extrusionOk="0">
                  <a:moveTo>
                    <a:pt x="24221" y="3947"/>
                  </a:moveTo>
                  <a:cubicBezTo>
                    <a:pt x="24221" y="3947"/>
                    <a:pt x="28439" y="3965"/>
                    <a:pt x="29877" y="5799"/>
                  </a:cubicBezTo>
                  <a:cubicBezTo>
                    <a:pt x="31313" y="7632"/>
                    <a:pt x="35228" y="12340"/>
                    <a:pt x="35228" y="12340"/>
                  </a:cubicBezTo>
                  <a:cubicBezTo>
                    <a:pt x="35228" y="12340"/>
                    <a:pt x="35130" y="5799"/>
                    <a:pt x="35228" y="5501"/>
                  </a:cubicBezTo>
                  <a:lnTo>
                    <a:pt x="35329" y="5204"/>
                  </a:lnTo>
                  <a:cubicBezTo>
                    <a:pt x="35329" y="5204"/>
                    <a:pt x="35032" y="99"/>
                    <a:pt x="35329" y="50"/>
                  </a:cubicBezTo>
                  <a:cubicBezTo>
                    <a:pt x="35626" y="1"/>
                    <a:pt x="40234" y="50"/>
                    <a:pt x="40234" y="50"/>
                  </a:cubicBezTo>
                  <a:lnTo>
                    <a:pt x="40729" y="5749"/>
                  </a:lnTo>
                  <a:cubicBezTo>
                    <a:pt x="40729" y="5749"/>
                    <a:pt x="41473" y="6542"/>
                    <a:pt x="41573" y="7335"/>
                  </a:cubicBezTo>
                  <a:cubicBezTo>
                    <a:pt x="41672" y="8128"/>
                    <a:pt x="44001" y="22004"/>
                    <a:pt x="41325" y="24778"/>
                  </a:cubicBezTo>
                  <a:cubicBezTo>
                    <a:pt x="38648" y="27554"/>
                    <a:pt x="31909" y="24977"/>
                    <a:pt x="31909" y="24977"/>
                  </a:cubicBezTo>
                  <a:lnTo>
                    <a:pt x="32220" y="39398"/>
                  </a:lnTo>
                  <a:lnTo>
                    <a:pt x="1" y="39398"/>
                  </a:lnTo>
                  <a:lnTo>
                    <a:pt x="1" y="5447"/>
                  </a:lnTo>
                  <a:lnTo>
                    <a:pt x="7406" y="4367"/>
                  </a:lnTo>
                  <a:cubicBezTo>
                    <a:pt x="7406" y="4367"/>
                    <a:pt x="11523" y="8833"/>
                    <a:pt x="16716" y="8909"/>
                  </a:cubicBezTo>
                  <a:cubicBezTo>
                    <a:pt x="21911" y="8982"/>
                    <a:pt x="24221" y="3947"/>
                    <a:pt x="24221" y="3947"/>
                  </a:cubicBezTo>
                  <a:close/>
                </a:path>
              </a:pathLst>
            </a:custGeom>
            <a:solidFill>
              <a:schemeClr val="accent2"/>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62"/>
            <p:cNvSpPr/>
            <p:nvPr/>
          </p:nvSpPr>
          <p:spPr>
            <a:xfrm>
              <a:off x="1323506" y="1361954"/>
              <a:ext cx="750484" cy="1253441"/>
            </a:xfrm>
            <a:custGeom>
              <a:avLst/>
              <a:gdLst/>
              <a:ahLst/>
              <a:cxnLst/>
              <a:rect l="l" t="t" r="r" b="b"/>
              <a:pathLst>
                <a:path w="12916" h="21572" extrusionOk="0">
                  <a:moveTo>
                    <a:pt x="11954" y="1695"/>
                  </a:moveTo>
                  <a:cubicBezTo>
                    <a:pt x="11954" y="1695"/>
                    <a:pt x="12732" y="5634"/>
                    <a:pt x="12824" y="9345"/>
                  </a:cubicBezTo>
                  <a:cubicBezTo>
                    <a:pt x="12915" y="13054"/>
                    <a:pt x="11954" y="14978"/>
                    <a:pt x="8977" y="14886"/>
                  </a:cubicBezTo>
                  <a:lnTo>
                    <a:pt x="7696" y="14888"/>
                  </a:lnTo>
                  <a:cubicBezTo>
                    <a:pt x="7696" y="14888"/>
                    <a:pt x="7650" y="18000"/>
                    <a:pt x="8016" y="19053"/>
                  </a:cubicBezTo>
                  <a:cubicBezTo>
                    <a:pt x="8381" y="20106"/>
                    <a:pt x="8566" y="20290"/>
                    <a:pt x="8566" y="20290"/>
                  </a:cubicBezTo>
                  <a:cubicBezTo>
                    <a:pt x="8566" y="20290"/>
                    <a:pt x="5862" y="21572"/>
                    <a:pt x="3527" y="21023"/>
                  </a:cubicBezTo>
                  <a:cubicBezTo>
                    <a:pt x="1191" y="20473"/>
                    <a:pt x="412" y="19694"/>
                    <a:pt x="412" y="19694"/>
                  </a:cubicBezTo>
                  <a:cubicBezTo>
                    <a:pt x="412" y="19694"/>
                    <a:pt x="871" y="19374"/>
                    <a:pt x="962" y="16122"/>
                  </a:cubicBezTo>
                  <a:cubicBezTo>
                    <a:pt x="1054" y="12870"/>
                    <a:pt x="917" y="10763"/>
                    <a:pt x="917" y="10763"/>
                  </a:cubicBezTo>
                  <a:cubicBezTo>
                    <a:pt x="917" y="10763"/>
                    <a:pt x="1" y="9985"/>
                    <a:pt x="412" y="8290"/>
                  </a:cubicBezTo>
                  <a:cubicBezTo>
                    <a:pt x="825" y="6595"/>
                    <a:pt x="2520" y="5542"/>
                    <a:pt x="2520" y="5542"/>
                  </a:cubicBezTo>
                  <a:cubicBezTo>
                    <a:pt x="2520" y="5542"/>
                    <a:pt x="1878" y="2107"/>
                    <a:pt x="3436" y="1054"/>
                  </a:cubicBezTo>
                  <a:cubicBezTo>
                    <a:pt x="4994" y="1"/>
                    <a:pt x="11674" y="71"/>
                    <a:pt x="11954" y="1695"/>
                  </a:cubicBezTo>
                  <a:close/>
                </a:path>
              </a:pathLst>
            </a:custGeom>
            <a:solidFill>
              <a:schemeClr val="dk2"/>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62"/>
            <p:cNvSpPr/>
            <p:nvPr/>
          </p:nvSpPr>
          <p:spPr>
            <a:xfrm>
              <a:off x="1322402" y="1195370"/>
              <a:ext cx="847520" cy="758445"/>
            </a:xfrm>
            <a:custGeom>
              <a:avLst/>
              <a:gdLst/>
              <a:ahLst/>
              <a:cxnLst/>
              <a:rect l="l" t="t" r="r" b="b"/>
              <a:pathLst>
                <a:path w="14586" h="13053" extrusionOk="0">
                  <a:moveTo>
                    <a:pt x="471" y="11009"/>
                  </a:moveTo>
                  <a:cubicBezTo>
                    <a:pt x="471" y="11009"/>
                    <a:pt x="1254" y="9406"/>
                    <a:pt x="2731" y="9761"/>
                  </a:cubicBezTo>
                  <a:cubicBezTo>
                    <a:pt x="4207" y="10116"/>
                    <a:pt x="3945" y="12678"/>
                    <a:pt x="4376" y="12864"/>
                  </a:cubicBezTo>
                  <a:cubicBezTo>
                    <a:pt x="4807" y="13052"/>
                    <a:pt x="5422" y="12846"/>
                    <a:pt x="5106" y="10246"/>
                  </a:cubicBezTo>
                  <a:cubicBezTo>
                    <a:pt x="4787" y="7648"/>
                    <a:pt x="3815" y="5965"/>
                    <a:pt x="3815" y="5965"/>
                  </a:cubicBezTo>
                  <a:cubicBezTo>
                    <a:pt x="3815" y="5965"/>
                    <a:pt x="4244" y="7386"/>
                    <a:pt x="4844" y="6713"/>
                  </a:cubicBezTo>
                  <a:cubicBezTo>
                    <a:pt x="5441" y="6039"/>
                    <a:pt x="4861" y="5011"/>
                    <a:pt x="4861" y="5011"/>
                  </a:cubicBezTo>
                  <a:cubicBezTo>
                    <a:pt x="4861" y="5011"/>
                    <a:pt x="9740" y="6815"/>
                    <a:pt x="12031" y="4875"/>
                  </a:cubicBezTo>
                  <a:lnTo>
                    <a:pt x="12164" y="5637"/>
                  </a:lnTo>
                  <a:cubicBezTo>
                    <a:pt x="12164" y="5637"/>
                    <a:pt x="13427" y="5721"/>
                    <a:pt x="13931" y="3478"/>
                  </a:cubicBezTo>
                  <a:cubicBezTo>
                    <a:pt x="14436" y="1235"/>
                    <a:pt x="14585" y="0"/>
                    <a:pt x="11612" y="635"/>
                  </a:cubicBezTo>
                  <a:cubicBezTo>
                    <a:pt x="8639" y="1271"/>
                    <a:pt x="6619" y="1291"/>
                    <a:pt x="4337" y="1702"/>
                  </a:cubicBezTo>
                  <a:cubicBezTo>
                    <a:pt x="2057" y="2114"/>
                    <a:pt x="0" y="3441"/>
                    <a:pt x="57" y="5946"/>
                  </a:cubicBezTo>
                  <a:cubicBezTo>
                    <a:pt x="113" y="8451"/>
                    <a:pt x="412" y="8564"/>
                    <a:pt x="206" y="9480"/>
                  </a:cubicBezTo>
                  <a:cubicBezTo>
                    <a:pt x="0" y="10396"/>
                    <a:pt x="561" y="11125"/>
                    <a:pt x="561" y="11125"/>
                  </a:cubicBezTo>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62"/>
            <p:cNvSpPr/>
            <p:nvPr/>
          </p:nvSpPr>
          <p:spPr>
            <a:xfrm>
              <a:off x="1322402" y="1195370"/>
              <a:ext cx="847520" cy="758445"/>
            </a:xfrm>
            <a:custGeom>
              <a:avLst/>
              <a:gdLst/>
              <a:ahLst/>
              <a:cxnLst/>
              <a:rect l="l" t="t" r="r" b="b"/>
              <a:pathLst>
                <a:path w="14586" h="13053" fill="none" extrusionOk="0">
                  <a:moveTo>
                    <a:pt x="471" y="11009"/>
                  </a:moveTo>
                  <a:cubicBezTo>
                    <a:pt x="471" y="11009"/>
                    <a:pt x="1254" y="9406"/>
                    <a:pt x="2731" y="9761"/>
                  </a:cubicBezTo>
                  <a:cubicBezTo>
                    <a:pt x="4207" y="10116"/>
                    <a:pt x="3945" y="12678"/>
                    <a:pt x="4376" y="12864"/>
                  </a:cubicBezTo>
                  <a:cubicBezTo>
                    <a:pt x="4807" y="13052"/>
                    <a:pt x="5422" y="12846"/>
                    <a:pt x="5106" y="10246"/>
                  </a:cubicBezTo>
                  <a:cubicBezTo>
                    <a:pt x="4787" y="7648"/>
                    <a:pt x="3815" y="5965"/>
                    <a:pt x="3815" y="5965"/>
                  </a:cubicBezTo>
                  <a:cubicBezTo>
                    <a:pt x="3815" y="5965"/>
                    <a:pt x="4244" y="7386"/>
                    <a:pt x="4844" y="6713"/>
                  </a:cubicBezTo>
                  <a:cubicBezTo>
                    <a:pt x="5441" y="6039"/>
                    <a:pt x="4861" y="5011"/>
                    <a:pt x="4861" y="5011"/>
                  </a:cubicBezTo>
                  <a:cubicBezTo>
                    <a:pt x="4861" y="5011"/>
                    <a:pt x="9740" y="6815"/>
                    <a:pt x="12031" y="4875"/>
                  </a:cubicBezTo>
                  <a:lnTo>
                    <a:pt x="12164" y="5637"/>
                  </a:lnTo>
                  <a:cubicBezTo>
                    <a:pt x="12164" y="5637"/>
                    <a:pt x="13427" y="5721"/>
                    <a:pt x="13931" y="3478"/>
                  </a:cubicBezTo>
                  <a:cubicBezTo>
                    <a:pt x="14436" y="1235"/>
                    <a:pt x="14585" y="0"/>
                    <a:pt x="11612" y="635"/>
                  </a:cubicBezTo>
                  <a:cubicBezTo>
                    <a:pt x="8639" y="1271"/>
                    <a:pt x="6619" y="1291"/>
                    <a:pt x="4337" y="1702"/>
                  </a:cubicBezTo>
                  <a:cubicBezTo>
                    <a:pt x="2057" y="2114"/>
                    <a:pt x="0" y="3441"/>
                    <a:pt x="57" y="5946"/>
                  </a:cubicBezTo>
                  <a:cubicBezTo>
                    <a:pt x="113" y="8451"/>
                    <a:pt x="412" y="8564"/>
                    <a:pt x="206" y="9480"/>
                  </a:cubicBezTo>
                  <a:cubicBezTo>
                    <a:pt x="0" y="10396"/>
                    <a:pt x="561" y="11125"/>
                    <a:pt x="561" y="11125"/>
                  </a:cubicBezTo>
                </a:path>
              </a:pathLst>
            </a:custGeom>
            <a:no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62"/>
            <p:cNvSpPr/>
            <p:nvPr/>
          </p:nvSpPr>
          <p:spPr>
            <a:xfrm>
              <a:off x="1863755" y="1709357"/>
              <a:ext cx="63625" cy="215105"/>
            </a:xfrm>
            <a:custGeom>
              <a:avLst/>
              <a:gdLst/>
              <a:ahLst/>
              <a:cxnLst/>
              <a:rect l="l" t="t" r="r" b="b"/>
              <a:pathLst>
                <a:path w="1095" h="3702" fill="none" extrusionOk="0">
                  <a:moveTo>
                    <a:pt x="1" y="1"/>
                  </a:moveTo>
                  <a:lnTo>
                    <a:pt x="1094" y="3702"/>
                  </a:lnTo>
                  <a:lnTo>
                    <a:pt x="404" y="3702"/>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62"/>
            <p:cNvSpPr/>
            <p:nvPr/>
          </p:nvSpPr>
          <p:spPr>
            <a:xfrm>
              <a:off x="1376729" y="1987326"/>
              <a:ext cx="156070" cy="66240"/>
            </a:xfrm>
            <a:custGeom>
              <a:avLst/>
              <a:gdLst/>
              <a:ahLst/>
              <a:cxnLst/>
              <a:rect l="l" t="t" r="r" b="b"/>
              <a:pathLst>
                <a:path w="2686" h="1140" fill="none" extrusionOk="0">
                  <a:moveTo>
                    <a:pt x="1" y="0"/>
                  </a:moveTo>
                  <a:cubicBezTo>
                    <a:pt x="1" y="0"/>
                    <a:pt x="1145" y="1140"/>
                    <a:pt x="2685" y="6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62"/>
            <p:cNvSpPr/>
            <p:nvPr/>
          </p:nvSpPr>
          <p:spPr>
            <a:xfrm>
              <a:off x="1623961" y="1461254"/>
              <a:ext cx="410396" cy="142648"/>
            </a:xfrm>
            <a:custGeom>
              <a:avLst/>
              <a:gdLst/>
              <a:ahLst/>
              <a:cxnLst/>
              <a:rect l="l" t="t" r="r" b="b"/>
              <a:pathLst>
                <a:path w="7063" h="2455" fill="none" extrusionOk="0">
                  <a:moveTo>
                    <a:pt x="0" y="546"/>
                  </a:moveTo>
                  <a:cubicBezTo>
                    <a:pt x="0" y="546"/>
                    <a:pt x="4742" y="2455"/>
                    <a:pt x="7062"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62"/>
            <p:cNvSpPr/>
            <p:nvPr/>
          </p:nvSpPr>
          <p:spPr>
            <a:xfrm>
              <a:off x="1145359" y="2506252"/>
              <a:ext cx="977152" cy="455834"/>
            </a:xfrm>
            <a:custGeom>
              <a:avLst/>
              <a:gdLst/>
              <a:ahLst/>
              <a:cxnLst/>
              <a:rect l="l" t="t" r="r" b="b"/>
              <a:pathLst>
                <a:path w="16817" h="7845" extrusionOk="0">
                  <a:moveTo>
                    <a:pt x="11630" y="596"/>
                  </a:moveTo>
                  <a:lnTo>
                    <a:pt x="16816" y="596"/>
                  </a:lnTo>
                  <a:cubicBezTo>
                    <a:pt x="16816" y="596"/>
                    <a:pt x="16001" y="7845"/>
                    <a:pt x="8800" y="6860"/>
                  </a:cubicBezTo>
                  <a:cubicBezTo>
                    <a:pt x="1599" y="5874"/>
                    <a:pt x="1" y="1016"/>
                    <a:pt x="1" y="1016"/>
                  </a:cubicBezTo>
                  <a:lnTo>
                    <a:pt x="3478" y="0"/>
                  </a:lnTo>
                  <a:cubicBezTo>
                    <a:pt x="3478" y="0"/>
                    <a:pt x="5118" y="1839"/>
                    <a:pt x="8409" y="1467"/>
                  </a:cubicBezTo>
                  <a:cubicBezTo>
                    <a:pt x="11699" y="1092"/>
                    <a:pt x="11630" y="596"/>
                    <a:pt x="11630" y="596"/>
                  </a:cubicBezTo>
                  <a:close/>
                </a:path>
              </a:pathLst>
            </a:custGeom>
            <a:solidFill>
              <a:schemeClr val="lt1"/>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62"/>
            <p:cNvSpPr/>
            <p:nvPr/>
          </p:nvSpPr>
          <p:spPr>
            <a:xfrm>
              <a:off x="2751176" y="2304515"/>
              <a:ext cx="330501" cy="341134"/>
            </a:xfrm>
            <a:custGeom>
              <a:avLst/>
              <a:gdLst/>
              <a:ahLst/>
              <a:cxnLst/>
              <a:rect l="l" t="t" r="r" b="b"/>
              <a:pathLst>
                <a:path w="5688" h="5871" extrusionOk="0">
                  <a:moveTo>
                    <a:pt x="287" y="5325"/>
                  </a:moveTo>
                  <a:lnTo>
                    <a:pt x="5687" y="5870"/>
                  </a:lnTo>
                  <a:lnTo>
                    <a:pt x="5318" y="262"/>
                  </a:lnTo>
                  <a:cubicBezTo>
                    <a:pt x="5318" y="262"/>
                    <a:pt x="5213" y="106"/>
                    <a:pt x="5030" y="53"/>
                  </a:cubicBezTo>
                  <a:cubicBezTo>
                    <a:pt x="4845" y="0"/>
                    <a:pt x="287" y="53"/>
                    <a:pt x="287" y="53"/>
                  </a:cubicBezTo>
                  <a:cubicBezTo>
                    <a:pt x="287" y="53"/>
                    <a:pt x="79" y="303"/>
                    <a:pt x="41" y="603"/>
                  </a:cubicBezTo>
                  <a:cubicBezTo>
                    <a:pt x="0" y="904"/>
                    <a:pt x="287" y="5325"/>
                    <a:pt x="287" y="5325"/>
                  </a:cubicBezTo>
                  <a:close/>
                </a:path>
              </a:pathLst>
            </a:custGeom>
            <a:solidFill>
              <a:schemeClr val="accent2"/>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62"/>
            <p:cNvSpPr/>
            <p:nvPr/>
          </p:nvSpPr>
          <p:spPr>
            <a:xfrm>
              <a:off x="2807769" y="2313173"/>
              <a:ext cx="11795" cy="305981"/>
            </a:xfrm>
            <a:custGeom>
              <a:avLst/>
              <a:gdLst/>
              <a:ahLst/>
              <a:cxnLst/>
              <a:rect l="l" t="t" r="r" b="b"/>
              <a:pathLst>
                <a:path w="203" h="5266" fill="none" extrusionOk="0">
                  <a:moveTo>
                    <a:pt x="0" y="1"/>
                  </a:moveTo>
                  <a:cubicBezTo>
                    <a:pt x="18" y="15"/>
                    <a:pt x="202" y="5266"/>
                    <a:pt x="202" y="526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62"/>
            <p:cNvSpPr/>
            <p:nvPr/>
          </p:nvSpPr>
          <p:spPr>
            <a:xfrm>
              <a:off x="2862212" y="2306723"/>
              <a:ext cx="16386" cy="318357"/>
            </a:xfrm>
            <a:custGeom>
              <a:avLst/>
              <a:gdLst/>
              <a:ahLst/>
              <a:cxnLst/>
              <a:rect l="l" t="t" r="r" b="b"/>
              <a:pathLst>
                <a:path w="282" h="5479" fill="none" extrusionOk="0">
                  <a:moveTo>
                    <a:pt x="0" y="1"/>
                  </a:moveTo>
                  <a:lnTo>
                    <a:pt x="281" y="5479"/>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62"/>
            <p:cNvSpPr/>
            <p:nvPr/>
          </p:nvSpPr>
          <p:spPr>
            <a:xfrm>
              <a:off x="2917469" y="2313173"/>
              <a:ext cx="23126" cy="318241"/>
            </a:xfrm>
            <a:custGeom>
              <a:avLst/>
              <a:gdLst/>
              <a:ahLst/>
              <a:cxnLst/>
              <a:rect l="l" t="t" r="r" b="b"/>
              <a:pathLst>
                <a:path w="398" h="5477" fill="none" extrusionOk="0">
                  <a:moveTo>
                    <a:pt x="0" y="1"/>
                  </a:moveTo>
                  <a:lnTo>
                    <a:pt x="397" y="5477"/>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62"/>
            <p:cNvSpPr/>
            <p:nvPr/>
          </p:nvSpPr>
          <p:spPr>
            <a:xfrm>
              <a:off x="2778949" y="2232060"/>
              <a:ext cx="264436" cy="75537"/>
            </a:xfrm>
            <a:custGeom>
              <a:avLst/>
              <a:gdLst/>
              <a:ahLst/>
              <a:cxnLst/>
              <a:rect l="l" t="t" r="r" b="b"/>
              <a:pathLst>
                <a:path w="4551" h="1300" extrusionOk="0">
                  <a:moveTo>
                    <a:pt x="2" y="1298"/>
                  </a:moveTo>
                  <a:cubicBezTo>
                    <a:pt x="2" y="1298"/>
                    <a:pt x="229" y="136"/>
                    <a:pt x="343" y="68"/>
                  </a:cubicBezTo>
                  <a:cubicBezTo>
                    <a:pt x="456" y="1"/>
                    <a:pt x="4501" y="474"/>
                    <a:pt x="4501" y="474"/>
                  </a:cubicBezTo>
                  <a:lnTo>
                    <a:pt x="4550" y="1300"/>
                  </a:lnTo>
                  <a:lnTo>
                    <a:pt x="0" y="1298"/>
                  </a:lnTo>
                  <a:close/>
                </a:path>
              </a:pathLst>
            </a:custGeom>
            <a:solidFill>
              <a:schemeClr val="accent4"/>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62"/>
            <p:cNvSpPr/>
            <p:nvPr/>
          </p:nvSpPr>
          <p:spPr>
            <a:xfrm>
              <a:off x="2878539" y="1654856"/>
              <a:ext cx="20569" cy="265540"/>
            </a:xfrm>
            <a:custGeom>
              <a:avLst/>
              <a:gdLst/>
              <a:ahLst/>
              <a:cxnLst/>
              <a:rect l="l" t="t" r="r" b="b"/>
              <a:pathLst>
                <a:path w="354" h="4570" fill="none" extrusionOk="0">
                  <a:moveTo>
                    <a:pt x="354" y="0"/>
                  </a:moveTo>
                  <a:lnTo>
                    <a:pt x="0" y="4569"/>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62"/>
            <p:cNvSpPr/>
            <p:nvPr/>
          </p:nvSpPr>
          <p:spPr>
            <a:xfrm>
              <a:off x="2934493" y="1629116"/>
              <a:ext cx="6101" cy="269840"/>
            </a:xfrm>
            <a:custGeom>
              <a:avLst/>
              <a:gdLst/>
              <a:ahLst/>
              <a:cxnLst/>
              <a:rect l="l" t="t" r="r" b="b"/>
              <a:pathLst>
                <a:path w="105" h="4644" fill="none" extrusionOk="0">
                  <a:moveTo>
                    <a:pt x="104" y="0"/>
                  </a:moveTo>
                  <a:lnTo>
                    <a:pt x="1" y="4643"/>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62"/>
            <p:cNvSpPr/>
            <p:nvPr/>
          </p:nvSpPr>
          <p:spPr>
            <a:xfrm>
              <a:off x="2843909" y="1898892"/>
              <a:ext cx="114467" cy="44799"/>
            </a:xfrm>
            <a:custGeom>
              <a:avLst/>
              <a:gdLst/>
              <a:ahLst/>
              <a:cxnLst/>
              <a:rect l="l" t="t" r="r" b="b"/>
              <a:pathLst>
                <a:path w="1970" h="771" fill="none" extrusionOk="0">
                  <a:moveTo>
                    <a:pt x="1969" y="0"/>
                  </a:moveTo>
                  <a:lnTo>
                    <a:pt x="0" y="770"/>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62"/>
            <p:cNvSpPr/>
            <p:nvPr/>
          </p:nvSpPr>
          <p:spPr>
            <a:xfrm>
              <a:off x="1096726" y="2540882"/>
              <a:ext cx="1042113" cy="435497"/>
            </a:xfrm>
            <a:custGeom>
              <a:avLst/>
              <a:gdLst/>
              <a:ahLst/>
              <a:cxnLst/>
              <a:rect l="l" t="t" r="r" b="b"/>
              <a:pathLst>
                <a:path w="17935" h="7495" extrusionOk="0">
                  <a:moveTo>
                    <a:pt x="838" y="420"/>
                  </a:moveTo>
                  <a:cubicBezTo>
                    <a:pt x="838" y="420"/>
                    <a:pt x="4308" y="5821"/>
                    <a:pt x="9355" y="5860"/>
                  </a:cubicBezTo>
                  <a:cubicBezTo>
                    <a:pt x="14404" y="5899"/>
                    <a:pt x="16106" y="3768"/>
                    <a:pt x="16732" y="2136"/>
                  </a:cubicBezTo>
                  <a:cubicBezTo>
                    <a:pt x="17360" y="505"/>
                    <a:pt x="17379" y="0"/>
                    <a:pt x="17379" y="0"/>
                  </a:cubicBezTo>
                  <a:lnTo>
                    <a:pt x="17935" y="7"/>
                  </a:lnTo>
                  <a:cubicBezTo>
                    <a:pt x="17935" y="7"/>
                    <a:pt x="17852" y="6727"/>
                    <a:pt x="11690" y="7110"/>
                  </a:cubicBezTo>
                  <a:cubicBezTo>
                    <a:pt x="5530" y="7495"/>
                    <a:pt x="2139" y="4670"/>
                    <a:pt x="1084" y="2769"/>
                  </a:cubicBezTo>
                  <a:cubicBezTo>
                    <a:pt x="27" y="869"/>
                    <a:pt x="1" y="542"/>
                    <a:pt x="1" y="542"/>
                  </a:cubicBezTo>
                  <a:lnTo>
                    <a:pt x="838" y="420"/>
                  </a:lnTo>
                  <a:close/>
                </a:path>
              </a:pathLst>
            </a:custGeom>
            <a:solidFill>
              <a:schemeClr val="accent2"/>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62"/>
            <p:cNvSpPr/>
            <p:nvPr/>
          </p:nvSpPr>
          <p:spPr>
            <a:xfrm>
              <a:off x="1308515" y="2445069"/>
              <a:ext cx="524572" cy="281984"/>
            </a:xfrm>
            <a:custGeom>
              <a:avLst/>
              <a:gdLst/>
              <a:ahLst/>
              <a:cxnLst/>
              <a:rect l="l" t="t" r="r" b="b"/>
              <a:pathLst>
                <a:path w="9028" h="4853" extrusionOk="0">
                  <a:moveTo>
                    <a:pt x="943" y="359"/>
                  </a:moveTo>
                  <a:lnTo>
                    <a:pt x="0" y="1250"/>
                  </a:lnTo>
                  <a:lnTo>
                    <a:pt x="4176" y="4529"/>
                  </a:lnTo>
                  <a:lnTo>
                    <a:pt x="5324" y="2655"/>
                  </a:lnTo>
                  <a:lnTo>
                    <a:pt x="7205" y="4852"/>
                  </a:lnTo>
                  <a:lnTo>
                    <a:pt x="9028" y="1649"/>
                  </a:lnTo>
                  <a:lnTo>
                    <a:pt x="8168" y="0"/>
                  </a:lnTo>
                  <a:cubicBezTo>
                    <a:pt x="8168" y="0"/>
                    <a:pt x="7586" y="714"/>
                    <a:pt x="5317" y="1053"/>
                  </a:cubicBezTo>
                  <a:cubicBezTo>
                    <a:pt x="3049" y="1394"/>
                    <a:pt x="943" y="359"/>
                    <a:pt x="943" y="359"/>
                  </a:cubicBezTo>
                  <a:close/>
                </a:path>
              </a:pathLst>
            </a:custGeom>
            <a:solidFill>
              <a:schemeClr val="accent4"/>
            </a:solidFill>
            <a:ln w="9525" cap="flat" cmpd="sng">
              <a:solidFill>
                <a:schemeClr val="accent3"/>
              </a:solidFill>
              <a:prstDash val="solid"/>
              <a:miter lim="175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62"/>
            <p:cNvSpPr/>
            <p:nvPr/>
          </p:nvSpPr>
          <p:spPr>
            <a:xfrm>
              <a:off x="1308515" y="2517699"/>
              <a:ext cx="338694" cy="197789"/>
            </a:xfrm>
            <a:custGeom>
              <a:avLst/>
              <a:gdLst/>
              <a:ahLst/>
              <a:cxnLst/>
              <a:rect l="l" t="t" r="r" b="b"/>
              <a:pathLst>
                <a:path w="5829" h="3404" fill="none" extrusionOk="0">
                  <a:moveTo>
                    <a:pt x="0" y="0"/>
                  </a:moveTo>
                  <a:lnTo>
                    <a:pt x="4156" y="3404"/>
                  </a:lnTo>
                  <a:lnTo>
                    <a:pt x="5828" y="399"/>
                  </a:lnTo>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62"/>
            <p:cNvSpPr/>
            <p:nvPr/>
          </p:nvSpPr>
          <p:spPr>
            <a:xfrm>
              <a:off x="1027466" y="3729165"/>
              <a:ext cx="69319" cy="526838"/>
            </a:xfrm>
            <a:custGeom>
              <a:avLst/>
              <a:gdLst/>
              <a:ahLst/>
              <a:cxnLst/>
              <a:rect l="l" t="t" r="r" b="b"/>
              <a:pathLst>
                <a:path w="1193" h="9067" fill="none" extrusionOk="0">
                  <a:moveTo>
                    <a:pt x="1" y="1"/>
                  </a:moveTo>
                  <a:lnTo>
                    <a:pt x="1193" y="9067"/>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6" name="Google Shape;1666;p62"/>
          <p:cNvGrpSpPr/>
          <p:nvPr/>
        </p:nvGrpSpPr>
        <p:grpSpPr>
          <a:xfrm rot="-3013933">
            <a:off x="2895492" y="347893"/>
            <a:ext cx="1021731" cy="1721468"/>
            <a:chOff x="3512237" y="346866"/>
            <a:chExt cx="1012045" cy="1705148"/>
          </a:xfrm>
        </p:grpSpPr>
        <p:sp>
          <p:nvSpPr>
            <p:cNvPr id="1667" name="Google Shape;1667;p62"/>
            <p:cNvSpPr/>
            <p:nvPr/>
          </p:nvSpPr>
          <p:spPr>
            <a:xfrm rot="-4500040">
              <a:off x="4351917" y="729607"/>
              <a:ext cx="163170" cy="25"/>
            </a:xfrm>
            <a:custGeom>
              <a:avLst/>
              <a:gdLst/>
              <a:ahLst/>
              <a:cxnLst/>
              <a:rect l="l" t="t" r="r" b="b"/>
              <a:pathLst>
                <a:path w="6527" h="1" fill="none" extrusionOk="0">
                  <a:moveTo>
                    <a:pt x="6527" y="1"/>
                  </a:moveTo>
                  <a:lnTo>
                    <a:pt x="1" y="1"/>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8" name="Google Shape;1668;p62"/>
            <p:cNvGrpSpPr/>
            <p:nvPr/>
          </p:nvGrpSpPr>
          <p:grpSpPr>
            <a:xfrm>
              <a:off x="3512237" y="346866"/>
              <a:ext cx="1012045" cy="1705148"/>
              <a:chOff x="3512237" y="346866"/>
              <a:chExt cx="1012045" cy="1705148"/>
            </a:xfrm>
          </p:grpSpPr>
          <p:sp>
            <p:nvSpPr>
              <p:cNvPr id="1669" name="Google Shape;1669;p62"/>
              <p:cNvSpPr/>
              <p:nvPr/>
            </p:nvSpPr>
            <p:spPr>
              <a:xfrm rot="-4500040">
                <a:off x="3360830" y="1075223"/>
                <a:ext cx="1599352" cy="324690"/>
              </a:xfrm>
              <a:custGeom>
                <a:avLst/>
                <a:gdLst/>
                <a:ahLst/>
                <a:cxnLst/>
                <a:rect l="l" t="t" r="r" b="b"/>
                <a:pathLst>
                  <a:path w="63976" h="12988" extrusionOk="0">
                    <a:moveTo>
                      <a:pt x="18" y="1"/>
                    </a:moveTo>
                    <a:cubicBezTo>
                      <a:pt x="8" y="200"/>
                      <a:pt x="1" y="402"/>
                      <a:pt x="1" y="601"/>
                    </a:cubicBezTo>
                    <a:cubicBezTo>
                      <a:pt x="1" y="7413"/>
                      <a:pt x="5575" y="12988"/>
                      <a:pt x="12390" y="12988"/>
                    </a:cubicBezTo>
                    <a:lnTo>
                      <a:pt x="60366" y="12988"/>
                    </a:lnTo>
                    <a:cubicBezTo>
                      <a:pt x="62351" y="12988"/>
                      <a:pt x="63975" y="11363"/>
                      <a:pt x="63975" y="9376"/>
                    </a:cubicBezTo>
                    <a:lnTo>
                      <a:pt x="63975" y="8175"/>
                    </a:lnTo>
                    <a:cubicBezTo>
                      <a:pt x="63975" y="10160"/>
                      <a:pt x="62351" y="11784"/>
                      <a:pt x="60366" y="11784"/>
                    </a:cubicBezTo>
                    <a:lnTo>
                      <a:pt x="12390" y="11784"/>
                    </a:lnTo>
                    <a:cubicBezTo>
                      <a:pt x="5777" y="11784"/>
                      <a:pt x="332" y="6534"/>
                      <a:pt x="18"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62"/>
              <p:cNvSpPr/>
              <p:nvPr/>
            </p:nvSpPr>
            <p:spPr>
              <a:xfrm rot="-4500040">
                <a:off x="4111927" y="204238"/>
                <a:ext cx="156820" cy="589232"/>
              </a:xfrm>
              <a:custGeom>
                <a:avLst/>
                <a:gdLst/>
                <a:ahLst/>
                <a:cxnLst/>
                <a:rect l="l" t="t" r="r" b="b"/>
                <a:pathLst>
                  <a:path w="6273" h="23570" extrusionOk="0">
                    <a:moveTo>
                      <a:pt x="1" y="1"/>
                    </a:moveTo>
                    <a:lnTo>
                      <a:pt x="1" y="23570"/>
                    </a:lnTo>
                    <a:lnTo>
                      <a:pt x="2663" y="23570"/>
                    </a:lnTo>
                    <a:cubicBezTo>
                      <a:pt x="4648" y="23570"/>
                      <a:pt x="6272" y="21946"/>
                      <a:pt x="6272" y="19961"/>
                    </a:cubicBezTo>
                    <a:lnTo>
                      <a:pt x="6272" y="3610"/>
                    </a:lnTo>
                    <a:cubicBezTo>
                      <a:pt x="6272" y="1625"/>
                      <a:pt x="4648" y="1"/>
                      <a:pt x="2663" y="1"/>
                    </a:cubicBez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62"/>
              <p:cNvSpPr/>
              <p:nvPr/>
            </p:nvSpPr>
            <p:spPr>
              <a:xfrm rot="-4500040">
                <a:off x="4067350" y="358758"/>
                <a:ext cx="163170" cy="589232"/>
              </a:xfrm>
              <a:custGeom>
                <a:avLst/>
                <a:gdLst/>
                <a:ahLst/>
                <a:cxnLst/>
                <a:rect l="l" t="t" r="r" b="b"/>
                <a:pathLst>
                  <a:path w="6527" h="23570" extrusionOk="0">
                    <a:moveTo>
                      <a:pt x="1" y="1"/>
                    </a:moveTo>
                    <a:lnTo>
                      <a:pt x="1" y="23570"/>
                    </a:lnTo>
                    <a:lnTo>
                      <a:pt x="6527" y="23570"/>
                    </a:lnTo>
                    <a:lnTo>
                      <a:pt x="6527" y="1"/>
                    </a:ln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62"/>
              <p:cNvSpPr/>
              <p:nvPr/>
            </p:nvSpPr>
            <p:spPr>
              <a:xfrm rot="-4500040">
                <a:off x="3322800" y="1055208"/>
                <a:ext cx="1279062" cy="589232"/>
              </a:xfrm>
              <a:custGeom>
                <a:avLst/>
                <a:gdLst/>
                <a:ahLst/>
                <a:cxnLst/>
                <a:rect l="l" t="t" r="r" b="b"/>
                <a:pathLst>
                  <a:path w="51164" h="23570" extrusionOk="0">
                    <a:moveTo>
                      <a:pt x="22993" y="5547"/>
                    </a:moveTo>
                    <a:cubicBezTo>
                      <a:pt x="25268" y="5547"/>
                      <a:pt x="27241" y="6882"/>
                      <a:pt x="28181" y="8809"/>
                    </a:cubicBezTo>
                    <a:lnTo>
                      <a:pt x="32852" y="8809"/>
                    </a:lnTo>
                    <a:cubicBezTo>
                      <a:pt x="32948" y="8685"/>
                      <a:pt x="33056" y="8564"/>
                      <a:pt x="33166" y="8454"/>
                    </a:cubicBezTo>
                    <a:cubicBezTo>
                      <a:pt x="33899" y="7719"/>
                      <a:pt x="34908" y="7264"/>
                      <a:pt x="36021" y="7264"/>
                    </a:cubicBezTo>
                    <a:lnTo>
                      <a:pt x="44736" y="7264"/>
                    </a:lnTo>
                    <a:cubicBezTo>
                      <a:pt x="46961" y="7264"/>
                      <a:pt x="48780" y="9086"/>
                      <a:pt x="48780" y="11308"/>
                    </a:cubicBezTo>
                    <a:cubicBezTo>
                      <a:pt x="48780" y="12421"/>
                      <a:pt x="48326" y="13432"/>
                      <a:pt x="47593" y="14163"/>
                    </a:cubicBezTo>
                    <a:cubicBezTo>
                      <a:pt x="46857" y="14898"/>
                      <a:pt x="45846" y="15350"/>
                      <a:pt x="44736" y="15350"/>
                    </a:cubicBezTo>
                    <a:lnTo>
                      <a:pt x="36021" y="15350"/>
                    </a:lnTo>
                    <a:cubicBezTo>
                      <a:pt x="34707" y="15350"/>
                      <a:pt x="33532" y="14713"/>
                      <a:pt x="32791" y="13733"/>
                    </a:cubicBezTo>
                    <a:lnTo>
                      <a:pt x="28212" y="13733"/>
                    </a:lnTo>
                    <a:cubicBezTo>
                      <a:pt x="27926" y="14346"/>
                      <a:pt x="27532" y="14903"/>
                      <a:pt x="27061" y="15374"/>
                    </a:cubicBezTo>
                    <a:cubicBezTo>
                      <a:pt x="26016" y="16419"/>
                      <a:pt x="24579" y="17065"/>
                      <a:pt x="22993" y="17065"/>
                    </a:cubicBezTo>
                    <a:lnTo>
                      <a:pt x="8821" y="17065"/>
                    </a:lnTo>
                    <a:cubicBezTo>
                      <a:pt x="5654" y="17065"/>
                      <a:pt x="3062" y="14475"/>
                      <a:pt x="3062" y="11308"/>
                    </a:cubicBezTo>
                    <a:cubicBezTo>
                      <a:pt x="3062" y="9725"/>
                      <a:pt x="3708" y="8286"/>
                      <a:pt x="4756" y="7240"/>
                    </a:cubicBezTo>
                    <a:cubicBezTo>
                      <a:pt x="5799" y="6195"/>
                      <a:pt x="7240" y="5547"/>
                      <a:pt x="8821" y="5547"/>
                    </a:cubicBezTo>
                    <a:close/>
                    <a:moveTo>
                      <a:pt x="12373" y="1"/>
                    </a:moveTo>
                    <a:cubicBezTo>
                      <a:pt x="8968" y="1"/>
                      <a:pt x="5868" y="1392"/>
                      <a:pt x="3624" y="3641"/>
                    </a:cubicBezTo>
                    <a:cubicBezTo>
                      <a:pt x="1510" y="5753"/>
                      <a:pt x="152" y="8615"/>
                      <a:pt x="1" y="11787"/>
                    </a:cubicBezTo>
                    <a:cubicBezTo>
                      <a:pt x="315" y="18320"/>
                      <a:pt x="5760" y="23570"/>
                      <a:pt x="12373" y="23570"/>
                    </a:cubicBezTo>
                    <a:lnTo>
                      <a:pt x="51163" y="23570"/>
                    </a:lnTo>
                    <a:lnTo>
                      <a:pt x="51163" y="1"/>
                    </a:ln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62"/>
              <p:cNvSpPr/>
              <p:nvPr/>
            </p:nvSpPr>
            <p:spPr>
              <a:xfrm rot="-4500040">
                <a:off x="3836558" y="888309"/>
                <a:ext cx="420012" cy="202219"/>
              </a:xfrm>
              <a:custGeom>
                <a:avLst/>
                <a:gdLst/>
                <a:ahLst/>
                <a:cxnLst/>
                <a:rect l="l" t="t" r="r" b="b"/>
                <a:pathLst>
                  <a:path w="16801" h="8089" extrusionOk="0">
                    <a:moveTo>
                      <a:pt x="12435" y="1545"/>
                    </a:moveTo>
                    <a:cubicBezTo>
                      <a:pt x="13711" y="1545"/>
                      <a:pt x="14751" y="2588"/>
                      <a:pt x="14751" y="3862"/>
                    </a:cubicBezTo>
                    <a:cubicBezTo>
                      <a:pt x="14751" y="4499"/>
                      <a:pt x="14494" y="5080"/>
                      <a:pt x="14071" y="5498"/>
                    </a:cubicBezTo>
                    <a:cubicBezTo>
                      <a:pt x="13651" y="5916"/>
                      <a:pt x="13074" y="6178"/>
                      <a:pt x="12435" y="6178"/>
                    </a:cubicBezTo>
                    <a:lnTo>
                      <a:pt x="4275" y="6178"/>
                    </a:lnTo>
                    <a:cubicBezTo>
                      <a:pt x="2999" y="6178"/>
                      <a:pt x="1959" y="5135"/>
                      <a:pt x="1959" y="3862"/>
                    </a:cubicBezTo>
                    <a:cubicBezTo>
                      <a:pt x="1959" y="3225"/>
                      <a:pt x="2221" y="2646"/>
                      <a:pt x="2639" y="2225"/>
                    </a:cubicBezTo>
                    <a:cubicBezTo>
                      <a:pt x="3057" y="1807"/>
                      <a:pt x="3636" y="1545"/>
                      <a:pt x="4275" y="1545"/>
                    </a:cubicBezTo>
                    <a:close/>
                    <a:moveTo>
                      <a:pt x="4044" y="0"/>
                    </a:moveTo>
                    <a:cubicBezTo>
                      <a:pt x="2929" y="0"/>
                      <a:pt x="1920" y="455"/>
                      <a:pt x="1187" y="1190"/>
                    </a:cubicBezTo>
                    <a:cubicBezTo>
                      <a:pt x="1077" y="1300"/>
                      <a:pt x="969" y="1421"/>
                      <a:pt x="873" y="1545"/>
                    </a:cubicBezTo>
                    <a:cubicBezTo>
                      <a:pt x="325" y="2233"/>
                      <a:pt x="0" y="3136"/>
                      <a:pt x="0" y="4044"/>
                    </a:cubicBezTo>
                    <a:cubicBezTo>
                      <a:pt x="0" y="4953"/>
                      <a:pt x="303" y="5791"/>
                      <a:pt x="812" y="6469"/>
                    </a:cubicBezTo>
                    <a:cubicBezTo>
                      <a:pt x="1553" y="7449"/>
                      <a:pt x="2728" y="8088"/>
                      <a:pt x="4044" y="8088"/>
                    </a:cubicBezTo>
                    <a:lnTo>
                      <a:pt x="12757" y="8088"/>
                    </a:lnTo>
                    <a:cubicBezTo>
                      <a:pt x="13867" y="8088"/>
                      <a:pt x="14878" y="7634"/>
                      <a:pt x="15614" y="6899"/>
                    </a:cubicBezTo>
                    <a:cubicBezTo>
                      <a:pt x="16347" y="6168"/>
                      <a:pt x="16801" y="5157"/>
                      <a:pt x="16801" y="4044"/>
                    </a:cubicBezTo>
                    <a:cubicBezTo>
                      <a:pt x="16801" y="1822"/>
                      <a:pt x="14982" y="0"/>
                      <a:pt x="12757" y="0"/>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62"/>
              <p:cNvSpPr/>
              <p:nvPr/>
            </p:nvSpPr>
            <p:spPr>
              <a:xfrm rot="-4500040">
                <a:off x="3881943" y="931413"/>
                <a:ext cx="319840" cy="115847"/>
              </a:xfrm>
              <a:custGeom>
                <a:avLst/>
                <a:gdLst/>
                <a:ahLst/>
                <a:cxnLst/>
                <a:rect l="l" t="t" r="r" b="b"/>
                <a:pathLst>
                  <a:path w="12794" h="4634" extrusionOk="0">
                    <a:moveTo>
                      <a:pt x="2317" y="0"/>
                    </a:moveTo>
                    <a:cubicBezTo>
                      <a:pt x="1680" y="0"/>
                      <a:pt x="1099" y="262"/>
                      <a:pt x="681" y="680"/>
                    </a:cubicBezTo>
                    <a:cubicBezTo>
                      <a:pt x="263" y="1101"/>
                      <a:pt x="1" y="1680"/>
                      <a:pt x="1" y="2317"/>
                    </a:cubicBezTo>
                    <a:cubicBezTo>
                      <a:pt x="1" y="3590"/>
                      <a:pt x="1041" y="4633"/>
                      <a:pt x="2317" y="4633"/>
                    </a:cubicBezTo>
                    <a:lnTo>
                      <a:pt x="10477" y="4633"/>
                    </a:lnTo>
                    <a:cubicBezTo>
                      <a:pt x="11116" y="4633"/>
                      <a:pt x="11693" y="4371"/>
                      <a:pt x="12113" y="3953"/>
                    </a:cubicBezTo>
                    <a:cubicBezTo>
                      <a:pt x="12536" y="3535"/>
                      <a:pt x="12793" y="2954"/>
                      <a:pt x="12793" y="2317"/>
                    </a:cubicBezTo>
                    <a:cubicBezTo>
                      <a:pt x="12793" y="1043"/>
                      <a:pt x="11753" y="0"/>
                      <a:pt x="10477" y="0"/>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62"/>
              <p:cNvSpPr/>
              <p:nvPr/>
            </p:nvSpPr>
            <p:spPr>
              <a:xfrm rot="-4500040">
                <a:off x="3923444" y="1165806"/>
                <a:ext cx="116797" cy="123096"/>
              </a:xfrm>
              <a:custGeom>
                <a:avLst/>
                <a:gdLst/>
                <a:ahLst/>
                <a:cxnLst/>
                <a:rect l="l" t="t" r="r" b="b"/>
                <a:pathLst>
                  <a:path w="4672" h="4924" extrusionOk="0">
                    <a:moveTo>
                      <a:pt x="1" y="0"/>
                    </a:moveTo>
                    <a:cubicBezTo>
                      <a:pt x="363" y="757"/>
                      <a:pt x="570" y="1637"/>
                      <a:pt x="570" y="2499"/>
                    </a:cubicBezTo>
                    <a:cubicBezTo>
                      <a:pt x="570" y="3362"/>
                      <a:pt x="378" y="4186"/>
                      <a:pt x="32" y="4924"/>
                    </a:cubicBezTo>
                    <a:lnTo>
                      <a:pt x="4611" y="4924"/>
                    </a:lnTo>
                    <a:cubicBezTo>
                      <a:pt x="4102" y="4246"/>
                      <a:pt x="3799" y="3441"/>
                      <a:pt x="3799" y="2499"/>
                    </a:cubicBezTo>
                    <a:cubicBezTo>
                      <a:pt x="3799" y="1558"/>
                      <a:pt x="4124" y="688"/>
                      <a:pt x="4672" y="0"/>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62"/>
              <p:cNvSpPr/>
              <p:nvPr/>
            </p:nvSpPr>
            <p:spPr>
              <a:xfrm rot="-4500040">
                <a:off x="3567027" y="1436356"/>
                <a:ext cx="642281" cy="287991"/>
              </a:xfrm>
              <a:custGeom>
                <a:avLst/>
                <a:gdLst/>
                <a:ahLst/>
                <a:cxnLst/>
                <a:rect l="l" t="t" r="r" b="b"/>
                <a:pathLst>
                  <a:path w="25692" h="11520" extrusionOk="0">
                    <a:moveTo>
                      <a:pt x="19766" y="3422"/>
                    </a:moveTo>
                    <a:cubicBezTo>
                      <a:pt x="21436" y="3461"/>
                      <a:pt x="22794" y="4840"/>
                      <a:pt x="22794" y="6514"/>
                    </a:cubicBezTo>
                    <a:cubicBezTo>
                      <a:pt x="22794" y="7365"/>
                      <a:pt x="22445" y="8139"/>
                      <a:pt x="21885" y="8701"/>
                    </a:cubicBezTo>
                    <a:cubicBezTo>
                      <a:pt x="21338" y="9246"/>
                      <a:pt x="20590" y="9592"/>
                      <a:pt x="19766" y="9609"/>
                    </a:cubicBezTo>
                    <a:lnTo>
                      <a:pt x="6344" y="9609"/>
                    </a:lnTo>
                    <a:cubicBezTo>
                      <a:pt x="4645" y="9609"/>
                      <a:pt x="3252" y="8218"/>
                      <a:pt x="3252" y="6514"/>
                    </a:cubicBezTo>
                    <a:cubicBezTo>
                      <a:pt x="3252" y="5666"/>
                      <a:pt x="3603" y="4890"/>
                      <a:pt x="4160" y="4330"/>
                    </a:cubicBezTo>
                    <a:cubicBezTo>
                      <a:pt x="4720" y="3770"/>
                      <a:pt x="5496" y="3422"/>
                      <a:pt x="6344" y="3422"/>
                    </a:cubicBezTo>
                    <a:close/>
                    <a:moveTo>
                      <a:pt x="5763" y="1"/>
                    </a:moveTo>
                    <a:cubicBezTo>
                      <a:pt x="4179" y="1"/>
                      <a:pt x="2738" y="649"/>
                      <a:pt x="1695" y="1694"/>
                    </a:cubicBezTo>
                    <a:cubicBezTo>
                      <a:pt x="647" y="2740"/>
                      <a:pt x="1" y="4179"/>
                      <a:pt x="1" y="5762"/>
                    </a:cubicBezTo>
                    <a:cubicBezTo>
                      <a:pt x="1" y="8929"/>
                      <a:pt x="2593" y="11519"/>
                      <a:pt x="5763" y="11519"/>
                    </a:cubicBezTo>
                    <a:lnTo>
                      <a:pt x="19932" y="11519"/>
                    </a:lnTo>
                    <a:cubicBezTo>
                      <a:pt x="21518" y="11519"/>
                      <a:pt x="22957" y="10873"/>
                      <a:pt x="24000" y="9830"/>
                    </a:cubicBezTo>
                    <a:cubicBezTo>
                      <a:pt x="24473" y="9357"/>
                      <a:pt x="24867" y="8800"/>
                      <a:pt x="25153" y="8187"/>
                    </a:cubicBezTo>
                    <a:cubicBezTo>
                      <a:pt x="25499" y="7449"/>
                      <a:pt x="25691" y="6656"/>
                      <a:pt x="25691" y="5762"/>
                    </a:cubicBezTo>
                    <a:cubicBezTo>
                      <a:pt x="25691" y="4869"/>
                      <a:pt x="25482" y="4020"/>
                      <a:pt x="25120" y="3263"/>
                    </a:cubicBezTo>
                    <a:cubicBezTo>
                      <a:pt x="24180" y="1336"/>
                      <a:pt x="22207" y="1"/>
                      <a:pt x="19932"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62"/>
              <p:cNvSpPr/>
              <p:nvPr/>
            </p:nvSpPr>
            <p:spPr>
              <a:xfrm rot="-4500040">
                <a:off x="3923173" y="1304211"/>
                <a:ext cx="75648" cy="154695"/>
              </a:xfrm>
              <a:custGeom>
                <a:avLst/>
                <a:gdLst/>
                <a:ahLst/>
                <a:cxnLst/>
                <a:rect l="l" t="t" r="r" b="b"/>
                <a:pathLst>
                  <a:path w="3026" h="6188" extrusionOk="0">
                    <a:moveTo>
                      <a:pt x="1" y="0"/>
                    </a:moveTo>
                    <a:lnTo>
                      <a:pt x="1" y="6187"/>
                    </a:lnTo>
                    <a:cubicBezTo>
                      <a:pt x="825" y="6170"/>
                      <a:pt x="1570" y="5824"/>
                      <a:pt x="2117" y="5279"/>
                    </a:cubicBezTo>
                    <a:cubicBezTo>
                      <a:pt x="2677" y="4717"/>
                      <a:pt x="3026" y="3943"/>
                      <a:pt x="3026" y="3092"/>
                    </a:cubicBezTo>
                    <a:cubicBezTo>
                      <a:pt x="3026" y="1418"/>
                      <a:pt x="1668" y="39"/>
                      <a:pt x="1" y="0"/>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62"/>
              <p:cNvSpPr/>
              <p:nvPr/>
            </p:nvSpPr>
            <p:spPr>
              <a:xfrm rot="-4500040">
                <a:off x="3927505" y="1358954"/>
                <a:ext cx="37649" cy="154695"/>
              </a:xfrm>
              <a:custGeom>
                <a:avLst/>
                <a:gdLst/>
                <a:ahLst/>
                <a:cxnLst/>
                <a:rect l="l" t="t" r="r" b="b"/>
                <a:pathLst>
                  <a:path w="1506" h="6188" extrusionOk="0">
                    <a:moveTo>
                      <a:pt x="1" y="0"/>
                    </a:moveTo>
                    <a:lnTo>
                      <a:pt x="1" y="6187"/>
                    </a:lnTo>
                    <a:lnTo>
                      <a:pt x="1505" y="6187"/>
                    </a:lnTo>
                    <a:lnTo>
                      <a:pt x="1505"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62"/>
              <p:cNvSpPr/>
              <p:nvPr/>
            </p:nvSpPr>
            <p:spPr>
              <a:xfrm rot="-4500040">
                <a:off x="3870835" y="1431251"/>
                <a:ext cx="112247" cy="154695"/>
              </a:xfrm>
              <a:custGeom>
                <a:avLst/>
                <a:gdLst/>
                <a:ahLst/>
                <a:cxnLst/>
                <a:rect l="l" t="t" r="r" b="b"/>
                <a:pathLst>
                  <a:path w="4490" h="6188" extrusionOk="0">
                    <a:moveTo>
                      <a:pt x="1" y="0"/>
                    </a:moveTo>
                    <a:lnTo>
                      <a:pt x="1" y="6187"/>
                    </a:lnTo>
                    <a:lnTo>
                      <a:pt x="4489" y="6187"/>
                    </a:lnTo>
                    <a:lnTo>
                      <a:pt x="4489" y="0"/>
                    </a:ln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62"/>
              <p:cNvSpPr/>
              <p:nvPr/>
            </p:nvSpPr>
            <p:spPr>
              <a:xfrm rot="-4500040">
                <a:off x="3888759" y="1503609"/>
                <a:ext cx="37624" cy="154695"/>
              </a:xfrm>
              <a:custGeom>
                <a:avLst/>
                <a:gdLst/>
                <a:ahLst/>
                <a:cxnLst/>
                <a:rect l="l" t="t" r="r" b="b"/>
                <a:pathLst>
                  <a:path w="1505" h="6188" extrusionOk="0">
                    <a:moveTo>
                      <a:pt x="1" y="0"/>
                    </a:moveTo>
                    <a:lnTo>
                      <a:pt x="1" y="6187"/>
                    </a:lnTo>
                    <a:lnTo>
                      <a:pt x="1505" y="6187"/>
                    </a:lnTo>
                    <a:lnTo>
                      <a:pt x="1505"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62"/>
              <p:cNvSpPr/>
              <p:nvPr/>
            </p:nvSpPr>
            <p:spPr>
              <a:xfrm rot="-4500040">
                <a:off x="3833177" y="1575110"/>
                <a:ext cx="110472" cy="154695"/>
              </a:xfrm>
              <a:custGeom>
                <a:avLst/>
                <a:gdLst/>
                <a:ahLst/>
                <a:cxnLst/>
                <a:rect l="l" t="t" r="r" b="b"/>
                <a:pathLst>
                  <a:path w="4419" h="6188" extrusionOk="0">
                    <a:moveTo>
                      <a:pt x="0" y="0"/>
                    </a:moveTo>
                    <a:lnTo>
                      <a:pt x="0" y="6187"/>
                    </a:lnTo>
                    <a:lnTo>
                      <a:pt x="4419" y="6187"/>
                    </a:lnTo>
                    <a:lnTo>
                      <a:pt x="4419" y="0"/>
                    </a:ln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62"/>
              <p:cNvSpPr/>
              <p:nvPr/>
            </p:nvSpPr>
            <p:spPr>
              <a:xfrm rot="-4500040">
                <a:off x="3850365" y="1646671"/>
                <a:ext cx="37749" cy="154695"/>
              </a:xfrm>
              <a:custGeom>
                <a:avLst/>
                <a:gdLst/>
                <a:ahLst/>
                <a:cxnLst/>
                <a:rect l="l" t="t" r="r" b="b"/>
                <a:pathLst>
                  <a:path w="1510" h="6188" extrusionOk="0">
                    <a:moveTo>
                      <a:pt x="0" y="0"/>
                    </a:moveTo>
                    <a:lnTo>
                      <a:pt x="0" y="6187"/>
                    </a:lnTo>
                    <a:lnTo>
                      <a:pt x="1509" y="6187"/>
                    </a:lnTo>
                    <a:lnTo>
                      <a:pt x="1509"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62"/>
              <p:cNvSpPr/>
              <p:nvPr/>
            </p:nvSpPr>
            <p:spPr>
              <a:xfrm rot="-4500040">
                <a:off x="3815678" y="1702234"/>
                <a:ext cx="77348" cy="154695"/>
              </a:xfrm>
              <a:custGeom>
                <a:avLst/>
                <a:gdLst/>
                <a:ahLst/>
                <a:cxnLst/>
                <a:rect l="l" t="t" r="r" b="b"/>
                <a:pathLst>
                  <a:path w="3094" h="6188" extrusionOk="0">
                    <a:moveTo>
                      <a:pt x="3093" y="0"/>
                    </a:moveTo>
                    <a:cubicBezTo>
                      <a:pt x="2245" y="0"/>
                      <a:pt x="1469" y="348"/>
                      <a:pt x="911" y="908"/>
                    </a:cubicBezTo>
                    <a:cubicBezTo>
                      <a:pt x="352" y="1468"/>
                      <a:pt x="1" y="2244"/>
                      <a:pt x="1" y="3092"/>
                    </a:cubicBezTo>
                    <a:cubicBezTo>
                      <a:pt x="1" y="4796"/>
                      <a:pt x="1394" y="6187"/>
                      <a:pt x="3093" y="6187"/>
                    </a:cubicBezTo>
                    <a:lnTo>
                      <a:pt x="3093" y="0"/>
                    </a:ln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62"/>
              <p:cNvSpPr/>
              <p:nvPr/>
            </p:nvSpPr>
            <p:spPr>
              <a:xfrm rot="-4500040">
                <a:off x="3360830" y="1075223"/>
                <a:ext cx="1599352" cy="324690"/>
              </a:xfrm>
              <a:custGeom>
                <a:avLst/>
                <a:gdLst/>
                <a:ahLst/>
                <a:cxnLst/>
                <a:rect l="l" t="t" r="r" b="b"/>
                <a:pathLst>
                  <a:path w="63976" h="12988" fill="none" extrusionOk="0">
                    <a:moveTo>
                      <a:pt x="63975" y="8175"/>
                    </a:moveTo>
                    <a:lnTo>
                      <a:pt x="63975" y="9376"/>
                    </a:lnTo>
                    <a:cubicBezTo>
                      <a:pt x="63975" y="11363"/>
                      <a:pt x="62351" y="12988"/>
                      <a:pt x="60366" y="12988"/>
                    </a:cubicBezTo>
                    <a:lnTo>
                      <a:pt x="12390" y="12988"/>
                    </a:lnTo>
                    <a:cubicBezTo>
                      <a:pt x="5575" y="12988"/>
                      <a:pt x="1" y="7413"/>
                      <a:pt x="1" y="601"/>
                    </a:cubicBezTo>
                    <a:cubicBezTo>
                      <a:pt x="1" y="402"/>
                      <a:pt x="8" y="200"/>
                      <a:pt x="18" y="1"/>
                    </a:cubicBez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62"/>
              <p:cNvSpPr/>
              <p:nvPr/>
            </p:nvSpPr>
            <p:spPr>
              <a:xfrm rot="-4500040">
                <a:off x="3322800" y="1055208"/>
                <a:ext cx="1279062" cy="589232"/>
              </a:xfrm>
              <a:custGeom>
                <a:avLst/>
                <a:gdLst/>
                <a:ahLst/>
                <a:cxnLst/>
                <a:rect l="l" t="t" r="r" b="b"/>
                <a:pathLst>
                  <a:path w="51164" h="23570" fill="none" extrusionOk="0">
                    <a:moveTo>
                      <a:pt x="51163" y="23570"/>
                    </a:moveTo>
                    <a:lnTo>
                      <a:pt x="12373" y="23570"/>
                    </a:lnTo>
                    <a:cubicBezTo>
                      <a:pt x="5760" y="23570"/>
                      <a:pt x="315" y="18320"/>
                      <a:pt x="1" y="11787"/>
                    </a:cubicBezTo>
                    <a:cubicBezTo>
                      <a:pt x="152" y="8617"/>
                      <a:pt x="1510" y="5753"/>
                      <a:pt x="3624" y="3641"/>
                    </a:cubicBezTo>
                    <a:cubicBezTo>
                      <a:pt x="5868" y="1394"/>
                      <a:pt x="8968" y="1"/>
                      <a:pt x="12373" y="1"/>
                    </a:cubicBezTo>
                    <a:lnTo>
                      <a:pt x="51161" y="1"/>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62"/>
              <p:cNvSpPr/>
              <p:nvPr/>
            </p:nvSpPr>
            <p:spPr>
              <a:xfrm rot="-4500040">
                <a:off x="4111927" y="204238"/>
                <a:ext cx="156820" cy="589232"/>
              </a:xfrm>
              <a:custGeom>
                <a:avLst/>
                <a:gdLst/>
                <a:ahLst/>
                <a:cxnLst/>
                <a:rect l="l" t="t" r="r" b="b"/>
                <a:pathLst>
                  <a:path w="6273" h="23570" fill="none" extrusionOk="0">
                    <a:moveTo>
                      <a:pt x="1" y="1"/>
                    </a:moveTo>
                    <a:lnTo>
                      <a:pt x="2663" y="1"/>
                    </a:lnTo>
                    <a:cubicBezTo>
                      <a:pt x="4648" y="1"/>
                      <a:pt x="6272" y="1625"/>
                      <a:pt x="6272" y="3610"/>
                    </a:cubicBezTo>
                    <a:lnTo>
                      <a:pt x="6272" y="19961"/>
                    </a:lnTo>
                    <a:cubicBezTo>
                      <a:pt x="6272" y="21946"/>
                      <a:pt x="4648" y="23570"/>
                      <a:pt x="2663" y="23570"/>
                    </a:cubicBezTo>
                    <a:lnTo>
                      <a:pt x="1" y="2357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62"/>
              <p:cNvSpPr/>
              <p:nvPr/>
            </p:nvSpPr>
            <p:spPr>
              <a:xfrm rot="-4500040">
                <a:off x="3881943" y="931413"/>
                <a:ext cx="319840" cy="115847"/>
              </a:xfrm>
              <a:custGeom>
                <a:avLst/>
                <a:gdLst/>
                <a:ahLst/>
                <a:cxnLst/>
                <a:rect l="l" t="t" r="r" b="b"/>
                <a:pathLst>
                  <a:path w="12794" h="4634" fill="none" extrusionOk="0">
                    <a:moveTo>
                      <a:pt x="10477" y="4633"/>
                    </a:moveTo>
                    <a:lnTo>
                      <a:pt x="2317" y="4633"/>
                    </a:lnTo>
                    <a:cubicBezTo>
                      <a:pt x="1041" y="4633"/>
                      <a:pt x="1" y="3590"/>
                      <a:pt x="1" y="2317"/>
                    </a:cubicBezTo>
                    <a:cubicBezTo>
                      <a:pt x="1" y="1680"/>
                      <a:pt x="263" y="1101"/>
                      <a:pt x="681" y="680"/>
                    </a:cubicBezTo>
                    <a:cubicBezTo>
                      <a:pt x="1099" y="262"/>
                      <a:pt x="1678" y="0"/>
                      <a:pt x="2317" y="0"/>
                    </a:cubicBezTo>
                    <a:lnTo>
                      <a:pt x="10477" y="0"/>
                    </a:lnTo>
                    <a:cubicBezTo>
                      <a:pt x="11753" y="0"/>
                      <a:pt x="12793" y="1043"/>
                      <a:pt x="12793" y="2317"/>
                    </a:cubicBezTo>
                    <a:cubicBezTo>
                      <a:pt x="12793" y="2954"/>
                      <a:pt x="12536" y="3535"/>
                      <a:pt x="12113" y="3953"/>
                    </a:cubicBezTo>
                    <a:cubicBezTo>
                      <a:pt x="11693" y="4371"/>
                      <a:pt x="11116" y="4633"/>
                      <a:pt x="10477" y="4633"/>
                    </a:cubicBezTo>
                    <a:close/>
                  </a:path>
                </a:pathLst>
              </a:custGeom>
              <a:solidFill>
                <a:schemeClr val="accent2"/>
              </a:solid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62"/>
              <p:cNvSpPr/>
              <p:nvPr/>
            </p:nvSpPr>
            <p:spPr>
              <a:xfrm rot="-4500040">
                <a:off x="3923173" y="1304211"/>
                <a:ext cx="75648" cy="154695"/>
              </a:xfrm>
              <a:custGeom>
                <a:avLst/>
                <a:gdLst/>
                <a:ahLst/>
                <a:cxnLst/>
                <a:rect l="l" t="t" r="r" b="b"/>
                <a:pathLst>
                  <a:path w="3026" h="6188" fill="none" extrusionOk="0">
                    <a:moveTo>
                      <a:pt x="1" y="0"/>
                    </a:moveTo>
                    <a:cubicBezTo>
                      <a:pt x="1668" y="39"/>
                      <a:pt x="3026" y="1418"/>
                      <a:pt x="3026" y="3092"/>
                    </a:cubicBezTo>
                    <a:cubicBezTo>
                      <a:pt x="3026" y="3943"/>
                      <a:pt x="2677" y="4717"/>
                      <a:pt x="2117" y="5279"/>
                    </a:cubicBezTo>
                    <a:cubicBezTo>
                      <a:pt x="1570" y="5824"/>
                      <a:pt x="825" y="6170"/>
                      <a:pt x="1" y="6187"/>
                    </a:cubicBez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62"/>
              <p:cNvSpPr/>
              <p:nvPr/>
            </p:nvSpPr>
            <p:spPr>
              <a:xfrm rot="-4500040">
                <a:off x="3796163" y="1488608"/>
                <a:ext cx="112172" cy="25"/>
              </a:xfrm>
              <a:custGeom>
                <a:avLst/>
                <a:gdLst/>
                <a:ahLst/>
                <a:cxnLst/>
                <a:rect l="l" t="t" r="r" b="b"/>
                <a:pathLst>
                  <a:path w="4487" h="1" fill="none" extrusionOk="0">
                    <a:moveTo>
                      <a:pt x="1" y="0"/>
                    </a:moveTo>
                    <a:lnTo>
                      <a:pt x="4487"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62"/>
              <p:cNvSpPr/>
              <p:nvPr/>
            </p:nvSpPr>
            <p:spPr>
              <a:xfrm rot="-4500040">
                <a:off x="3758477" y="1632430"/>
                <a:ext cx="110472" cy="25"/>
              </a:xfrm>
              <a:custGeom>
                <a:avLst/>
                <a:gdLst/>
                <a:ahLst/>
                <a:cxnLst/>
                <a:rect l="l" t="t" r="r" b="b"/>
                <a:pathLst>
                  <a:path w="4419" h="1" fill="none" extrusionOk="0">
                    <a:moveTo>
                      <a:pt x="0" y="0"/>
                    </a:moveTo>
                    <a:lnTo>
                      <a:pt x="4419"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62"/>
              <p:cNvSpPr/>
              <p:nvPr/>
            </p:nvSpPr>
            <p:spPr>
              <a:xfrm rot="-4500040">
                <a:off x="3815678" y="1702234"/>
                <a:ext cx="77348" cy="154695"/>
              </a:xfrm>
              <a:custGeom>
                <a:avLst/>
                <a:gdLst/>
                <a:ahLst/>
                <a:cxnLst/>
                <a:rect l="l" t="t" r="r" b="b"/>
                <a:pathLst>
                  <a:path w="3094" h="6188" fill="none" extrusionOk="0">
                    <a:moveTo>
                      <a:pt x="3093" y="6187"/>
                    </a:moveTo>
                    <a:cubicBezTo>
                      <a:pt x="1394" y="6187"/>
                      <a:pt x="1" y="4796"/>
                      <a:pt x="1" y="3092"/>
                    </a:cubicBezTo>
                    <a:cubicBezTo>
                      <a:pt x="1" y="2244"/>
                      <a:pt x="352" y="1468"/>
                      <a:pt x="911" y="908"/>
                    </a:cubicBezTo>
                    <a:cubicBezTo>
                      <a:pt x="1469" y="348"/>
                      <a:pt x="2245" y="0"/>
                      <a:pt x="3093" y="0"/>
                    </a:cubicBez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62"/>
              <p:cNvSpPr/>
              <p:nvPr/>
            </p:nvSpPr>
            <p:spPr>
              <a:xfrm rot="-4500040">
                <a:off x="3907878" y="1672460"/>
                <a:ext cx="110472" cy="25"/>
              </a:xfrm>
              <a:custGeom>
                <a:avLst/>
                <a:gdLst/>
                <a:ahLst/>
                <a:cxnLst/>
                <a:rect l="l" t="t" r="r" b="b"/>
                <a:pathLst>
                  <a:path w="4419" h="1" fill="none" extrusionOk="0">
                    <a:moveTo>
                      <a:pt x="4419" y="0"/>
                    </a:moveTo>
                    <a:lnTo>
                      <a:pt x="0"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62"/>
              <p:cNvSpPr/>
              <p:nvPr/>
            </p:nvSpPr>
            <p:spPr>
              <a:xfrm rot="-4500040">
                <a:off x="3945563" y="1528638"/>
                <a:ext cx="112172" cy="25"/>
              </a:xfrm>
              <a:custGeom>
                <a:avLst/>
                <a:gdLst/>
                <a:ahLst/>
                <a:cxnLst/>
                <a:rect l="l" t="t" r="r" b="b"/>
                <a:pathLst>
                  <a:path w="4487" h="1" fill="none" extrusionOk="0">
                    <a:moveTo>
                      <a:pt x="4487" y="0"/>
                    </a:moveTo>
                    <a:lnTo>
                      <a:pt x="1"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62"/>
              <p:cNvSpPr/>
              <p:nvPr/>
            </p:nvSpPr>
            <p:spPr>
              <a:xfrm rot="-4500040">
                <a:off x="3775665" y="1703991"/>
                <a:ext cx="37749" cy="25"/>
              </a:xfrm>
              <a:custGeom>
                <a:avLst/>
                <a:gdLst/>
                <a:ahLst/>
                <a:cxnLst/>
                <a:rect l="l" t="t" r="r" b="b"/>
                <a:pathLst>
                  <a:path w="1510" h="1" fill="none" extrusionOk="0">
                    <a:moveTo>
                      <a:pt x="0" y="0"/>
                    </a:moveTo>
                    <a:lnTo>
                      <a:pt x="1509"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62"/>
              <p:cNvSpPr/>
              <p:nvPr/>
            </p:nvSpPr>
            <p:spPr>
              <a:xfrm rot="-4500040">
                <a:off x="3925065" y="1744021"/>
                <a:ext cx="37749" cy="25"/>
              </a:xfrm>
              <a:custGeom>
                <a:avLst/>
                <a:gdLst/>
                <a:ahLst/>
                <a:cxnLst/>
                <a:rect l="l" t="t" r="r" b="b"/>
                <a:pathLst>
                  <a:path w="1510" h="1" fill="none" extrusionOk="0">
                    <a:moveTo>
                      <a:pt x="1509" y="0"/>
                    </a:moveTo>
                    <a:lnTo>
                      <a:pt x="0"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62"/>
              <p:cNvSpPr/>
              <p:nvPr/>
            </p:nvSpPr>
            <p:spPr>
              <a:xfrm rot="-4500040">
                <a:off x="3814059" y="1560929"/>
                <a:ext cx="37624" cy="25"/>
              </a:xfrm>
              <a:custGeom>
                <a:avLst/>
                <a:gdLst/>
                <a:ahLst/>
                <a:cxnLst/>
                <a:rect l="l" t="t" r="r" b="b"/>
                <a:pathLst>
                  <a:path w="1505" h="1" fill="none" extrusionOk="0">
                    <a:moveTo>
                      <a:pt x="1" y="0"/>
                    </a:moveTo>
                    <a:lnTo>
                      <a:pt x="1505"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62"/>
              <p:cNvSpPr/>
              <p:nvPr/>
            </p:nvSpPr>
            <p:spPr>
              <a:xfrm rot="-4500040">
                <a:off x="3963459" y="1600959"/>
                <a:ext cx="37624" cy="25"/>
              </a:xfrm>
              <a:custGeom>
                <a:avLst/>
                <a:gdLst/>
                <a:ahLst/>
                <a:cxnLst/>
                <a:rect l="l" t="t" r="r" b="b"/>
                <a:pathLst>
                  <a:path w="1505" h="1" fill="none" extrusionOk="0">
                    <a:moveTo>
                      <a:pt x="1505" y="0"/>
                    </a:moveTo>
                    <a:lnTo>
                      <a:pt x="1"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2"/>
              <p:cNvSpPr/>
              <p:nvPr/>
            </p:nvSpPr>
            <p:spPr>
              <a:xfrm rot="-4500040">
                <a:off x="3852786" y="1416250"/>
                <a:ext cx="37699" cy="25"/>
              </a:xfrm>
              <a:custGeom>
                <a:avLst/>
                <a:gdLst/>
                <a:ahLst/>
                <a:cxnLst/>
                <a:rect l="l" t="t" r="r" b="b"/>
                <a:pathLst>
                  <a:path w="1508" h="1" fill="none" extrusionOk="0">
                    <a:moveTo>
                      <a:pt x="1" y="0"/>
                    </a:moveTo>
                    <a:lnTo>
                      <a:pt x="1508"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62"/>
              <p:cNvSpPr/>
              <p:nvPr/>
            </p:nvSpPr>
            <p:spPr>
              <a:xfrm rot="-4500040">
                <a:off x="4002187" y="1456280"/>
                <a:ext cx="37699" cy="25"/>
              </a:xfrm>
              <a:custGeom>
                <a:avLst/>
                <a:gdLst/>
                <a:ahLst/>
                <a:cxnLst/>
                <a:rect l="l" t="t" r="r" b="b"/>
                <a:pathLst>
                  <a:path w="1508" h="1" fill="none" extrusionOk="0">
                    <a:moveTo>
                      <a:pt x="1508" y="0"/>
                    </a:moveTo>
                    <a:lnTo>
                      <a:pt x="1" y="0"/>
                    </a:lnTo>
                  </a:path>
                </a:pathLst>
              </a:custGeom>
              <a:noFill/>
              <a:ln w="7500" cap="flat" cmpd="sng">
                <a:solidFill>
                  <a:schemeClr val="accent3"/>
                </a:solidFill>
                <a:prstDash val="solid"/>
                <a:miter lim="2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00" name="Google Shape;1700;p62"/>
          <p:cNvSpPr/>
          <p:nvPr/>
        </p:nvSpPr>
        <p:spPr>
          <a:xfrm>
            <a:off x="668036" y="398614"/>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1" name="Google Shape;1701;p62"/>
          <p:cNvGrpSpPr/>
          <p:nvPr/>
        </p:nvGrpSpPr>
        <p:grpSpPr>
          <a:xfrm>
            <a:off x="8076178" y="4652472"/>
            <a:ext cx="705593" cy="362075"/>
            <a:chOff x="2339625" y="3726250"/>
            <a:chExt cx="850625" cy="362075"/>
          </a:xfrm>
        </p:grpSpPr>
        <p:sp>
          <p:nvSpPr>
            <p:cNvPr id="1702" name="Google Shape;1702;p62"/>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2"/>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4" name="Google Shape;1704;p62"/>
          <p:cNvGrpSpPr/>
          <p:nvPr/>
        </p:nvGrpSpPr>
        <p:grpSpPr>
          <a:xfrm>
            <a:off x="553950" y="604113"/>
            <a:ext cx="3937067" cy="3840569"/>
            <a:chOff x="553950" y="604113"/>
            <a:chExt cx="3937067" cy="3840569"/>
          </a:xfrm>
        </p:grpSpPr>
        <p:grpSp>
          <p:nvGrpSpPr>
            <p:cNvPr id="1705" name="Google Shape;1705;p62"/>
            <p:cNvGrpSpPr/>
            <p:nvPr/>
          </p:nvGrpSpPr>
          <p:grpSpPr>
            <a:xfrm>
              <a:off x="553950" y="1844775"/>
              <a:ext cx="389750" cy="385750"/>
              <a:chOff x="3382475" y="1831100"/>
              <a:chExt cx="389750" cy="385750"/>
            </a:xfrm>
          </p:grpSpPr>
          <p:sp>
            <p:nvSpPr>
              <p:cNvPr id="1706" name="Google Shape;1706;p6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0" name="Google Shape;1710;p62"/>
            <p:cNvGrpSpPr/>
            <p:nvPr/>
          </p:nvGrpSpPr>
          <p:grpSpPr>
            <a:xfrm>
              <a:off x="1958591" y="604113"/>
              <a:ext cx="389750" cy="385750"/>
              <a:chOff x="3382475" y="1831100"/>
              <a:chExt cx="389750" cy="385750"/>
            </a:xfrm>
          </p:grpSpPr>
          <p:sp>
            <p:nvSpPr>
              <p:cNvPr id="1711" name="Google Shape;1711;p6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5" name="Google Shape;1715;p62"/>
            <p:cNvGrpSpPr/>
            <p:nvPr/>
          </p:nvGrpSpPr>
          <p:grpSpPr>
            <a:xfrm rot="10800000">
              <a:off x="3282117" y="4058931"/>
              <a:ext cx="389750" cy="385750"/>
              <a:chOff x="3382475" y="1831100"/>
              <a:chExt cx="389750" cy="385750"/>
            </a:xfrm>
          </p:grpSpPr>
          <p:sp>
            <p:nvSpPr>
              <p:cNvPr id="1716" name="Google Shape;1716;p6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0" name="Google Shape;1720;p62"/>
            <p:cNvGrpSpPr/>
            <p:nvPr/>
          </p:nvGrpSpPr>
          <p:grpSpPr>
            <a:xfrm rot="10800000">
              <a:off x="4101267" y="2065656"/>
              <a:ext cx="389750" cy="385750"/>
              <a:chOff x="3382475" y="1831100"/>
              <a:chExt cx="389750" cy="385750"/>
            </a:xfrm>
          </p:grpSpPr>
          <p:sp>
            <p:nvSpPr>
              <p:cNvPr id="1721" name="Google Shape;1721;p6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6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6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9"/>
        <p:cNvGrpSpPr/>
        <p:nvPr/>
      </p:nvGrpSpPr>
      <p:grpSpPr>
        <a:xfrm>
          <a:off x="0" y="0"/>
          <a:ext cx="0" cy="0"/>
          <a:chOff x="0" y="0"/>
          <a:chExt cx="0" cy="0"/>
        </a:xfrm>
      </p:grpSpPr>
      <p:sp>
        <p:nvSpPr>
          <p:cNvPr id="2070" name="Google Shape;2070;p66"/>
          <p:cNvSpPr/>
          <p:nvPr/>
        </p:nvSpPr>
        <p:spPr>
          <a:xfrm>
            <a:off x="5498122" y="1201346"/>
            <a:ext cx="3544259" cy="2448841"/>
          </a:xfrm>
          <a:custGeom>
            <a:avLst/>
            <a:gdLst/>
            <a:ahLst/>
            <a:cxnLst/>
            <a:rect l="l" t="t" r="r" b="b"/>
            <a:pathLst>
              <a:path w="193332" h="133561" extrusionOk="0">
                <a:moveTo>
                  <a:pt x="10857" y="0"/>
                </a:moveTo>
                <a:cubicBezTo>
                  <a:pt x="4888" y="0"/>
                  <a:pt x="0" y="4847"/>
                  <a:pt x="0" y="10856"/>
                </a:cubicBezTo>
                <a:lnTo>
                  <a:pt x="0" y="122704"/>
                </a:lnTo>
                <a:cubicBezTo>
                  <a:pt x="0" y="128673"/>
                  <a:pt x="4848" y="133561"/>
                  <a:pt x="10857" y="133561"/>
                </a:cubicBezTo>
                <a:lnTo>
                  <a:pt x="182475" y="133561"/>
                </a:lnTo>
                <a:cubicBezTo>
                  <a:pt x="188444" y="133561"/>
                  <a:pt x="193331" y="128673"/>
                  <a:pt x="193331" y="122704"/>
                </a:cubicBezTo>
                <a:lnTo>
                  <a:pt x="193331" y="10856"/>
                </a:lnTo>
                <a:cubicBezTo>
                  <a:pt x="193291" y="4847"/>
                  <a:pt x="188444" y="0"/>
                  <a:pt x="182475" y="0"/>
                </a:cubicBezTo>
                <a:close/>
              </a:path>
            </a:pathLst>
          </a:custGeom>
          <a:solidFill>
            <a:schemeClr val="accent2"/>
          </a:solidFill>
          <a:ln w="19050" cap="flat" cmpd="sng">
            <a:solidFill>
              <a:schemeClr val="accent3"/>
            </a:solidFill>
            <a:prstDash val="solid"/>
            <a:miter lim="400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1" name="Google Shape;2071;p66"/>
          <p:cNvGrpSpPr/>
          <p:nvPr/>
        </p:nvGrpSpPr>
        <p:grpSpPr>
          <a:xfrm>
            <a:off x="6726418" y="3657525"/>
            <a:ext cx="1257545" cy="545557"/>
            <a:chOff x="5859725" y="3884901"/>
            <a:chExt cx="1343100" cy="582674"/>
          </a:xfrm>
        </p:grpSpPr>
        <p:sp>
          <p:nvSpPr>
            <p:cNvPr id="2072" name="Google Shape;2072;p66"/>
            <p:cNvSpPr/>
            <p:nvPr/>
          </p:nvSpPr>
          <p:spPr>
            <a:xfrm>
              <a:off x="6369200" y="3884901"/>
              <a:ext cx="324280" cy="439802"/>
            </a:xfrm>
            <a:custGeom>
              <a:avLst/>
              <a:gdLst/>
              <a:ahLst/>
              <a:cxnLst/>
              <a:rect l="l" t="t" r="r" b="b"/>
              <a:pathLst>
                <a:path w="60812" h="19711" extrusionOk="0">
                  <a:moveTo>
                    <a:pt x="0" y="1"/>
                  </a:moveTo>
                  <a:lnTo>
                    <a:pt x="0" y="19710"/>
                  </a:lnTo>
                  <a:lnTo>
                    <a:pt x="60812" y="19710"/>
                  </a:lnTo>
                  <a:lnTo>
                    <a:pt x="608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6"/>
            <p:cNvSpPr/>
            <p:nvPr/>
          </p:nvSpPr>
          <p:spPr>
            <a:xfrm>
              <a:off x="5859725" y="4277075"/>
              <a:ext cx="1343100" cy="190500"/>
            </a:xfrm>
            <a:prstGeom prst="roundRect">
              <a:avLst>
                <a:gd name="adj" fmla="val 4375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4" name="Google Shape;2074;p66"/>
          <p:cNvSpPr txBox="1">
            <a:spLocks noGrp="1"/>
          </p:cNvSpPr>
          <p:nvPr>
            <p:ph type="title"/>
          </p:nvPr>
        </p:nvSpPr>
        <p:spPr>
          <a:xfrm>
            <a:off x="1187801" y="153551"/>
            <a:ext cx="4239983" cy="102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Project idea</a:t>
            </a:r>
            <a:endParaRPr dirty="0"/>
          </a:p>
        </p:txBody>
      </p:sp>
      <p:sp>
        <p:nvSpPr>
          <p:cNvPr id="2075" name="Google Shape;2075;p66"/>
          <p:cNvSpPr txBox="1">
            <a:spLocks noGrp="1"/>
          </p:cNvSpPr>
          <p:nvPr>
            <p:ph type="subTitle" idx="1"/>
          </p:nvPr>
        </p:nvSpPr>
        <p:spPr>
          <a:xfrm>
            <a:off x="715100" y="1208684"/>
            <a:ext cx="4712684" cy="2860627"/>
          </a:xfrm>
          <a:prstGeom prst="rect">
            <a:avLst/>
          </a:prstGeom>
        </p:spPr>
        <p:txBody>
          <a:bodyPr spcFirstLastPara="1" wrap="square" lIns="91425" tIns="91425" rIns="91425" bIns="91425" anchor="t" anchorCtr="0">
            <a:noAutofit/>
          </a:bodyPr>
          <a:lstStyle/>
          <a:p>
            <a:pPr marL="0" indent="0" algn="just">
              <a:lnSpc>
                <a:spcPct val="150000"/>
              </a:lnSpc>
            </a:pPr>
            <a:r>
              <a:rPr lang="en-US" dirty="0"/>
              <a:t>Quite simply, the idea of ​​the project is to work on implementing a website built in Python and using machine learning. This site makes a classification out of two classifications of the Coronavirus, which is whether a person is infected with the Coronavirus or not infected with the virus.</a:t>
            </a:r>
          </a:p>
        </p:txBody>
      </p:sp>
      <p:cxnSp>
        <p:nvCxnSpPr>
          <p:cNvPr id="2077" name="Google Shape;2077;p66"/>
          <p:cNvCxnSpPr>
            <a:cxnSpLocks/>
          </p:cNvCxnSpPr>
          <p:nvPr/>
        </p:nvCxnSpPr>
        <p:spPr>
          <a:xfrm>
            <a:off x="1735827" y="784450"/>
            <a:ext cx="3082923" cy="0"/>
          </a:xfrm>
          <a:prstGeom prst="straightConnector1">
            <a:avLst/>
          </a:prstGeom>
          <a:noFill/>
          <a:ln w="19050" cap="flat" cmpd="sng">
            <a:solidFill>
              <a:schemeClr val="accent3"/>
            </a:solidFill>
            <a:prstDash val="solid"/>
            <a:round/>
            <a:headEnd type="none" w="med" len="med"/>
            <a:tailEnd type="none" w="med" len="med"/>
          </a:ln>
        </p:spPr>
      </p:cxnSp>
      <p:grpSp>
        <p:nvGrpSpPr>
          <p:cNvPr id="2079" name="Google Shape;2079;p66"/>
          <p:cNvGrpSpPr/>
          <p:nvPr/>
        </p:nvGrpSpPr>
        <p:grpSpPr>
          <a:xfrm>
            <a:off x="7279220" y="4605969"/>
            <a:ext cx="705593" cy="362075"/>
            <a:chOff x="2339625" y="3726250"/>
            <a:chExt cx="850625" cy="362075"/>
          </a:xfrm>
        </p:grpSpPr>
        <p:sp>
          <p:nvSpPr>
            <p:cNvPr id="2080" name="Google Shape;2080;p66"/>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6"/>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82" name="Google Shape;2082;p66"/>
          <p:cNvSpPr/>
          <p:nvPr/>
        </p:nvSpPr>
        <p:spPr>
          <a:xfrm>
            <a:off x="5933887" y="4264544"/>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3" name="Google Shape;2083;p66"/>
          <p:cNvGrpSpPr/>
          <p:nvPr/>
        </p:nvGrpSpPr>
        <p:grpSpPr>
          <a:xfrm>
            <a:off x="8523836" y="4542807"/>
            <a:ext cx="389750" cy="385750"/>
            <a:chOff x="3382475" y="1831100"/>
            <a:chExt cx="389750" cy="385750"/>
          </a:xfrm>
        </p:grpSpPr>
        <p:sp>
          <p:nvSpPr>
            <p:cNvPr id="2084" name="Google Shape;2084;p6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21C67-EC89-4F8D-8C12-801BA53C5B7C}"/>
              </a:ext>
            </a:extLst>
          </p:cNvPr>
          <p:cNvSpPr>
            <a:spLocks noGrp="1"/>
          </p:cNvSpPr>
          <p:nvPr>
            <p:ph type="title"/>
          </p:nvPr>
        </p:nvSpPr>
        <p:spPr>
          <a:xfrm>
            <a:off x="720000" y="0"/>
            <a:ext cx="7704000" cy="479700"/>
          </a:xfrm>
        </p:spPr>
        <p:txBody>
          <a:bodyPr/>
          <a:lstStyle/>
          <a:p>
            <a:r>
              <a:rPr lang="en-US" dirty="0"/>
              <a:t>SYSTEM ARCHITECTURE </a:t>
            </a:r>
          </a:p>
        </p:txBody>
      </p:sp>
      <p:sp>
        <p:nvSpPr>
          <p:cNvPr id="4" name="Google Shape;1342;p55">
            <a:extLst>
              <a:ext uri="{FF2B5EF4-FFF2-40B4-BE49-F238E27FC236}">
                <a16:creationId xmlns:a16="http://schemas.microsoft.com/office/drawing/2014/main" id="{DCF0E8F3-8AB7-496D-A4C6-F855C76020FD}"/>
              </a:ext>
            </a:extLst>
          </p:cNvPr>
          <p:cNvSpPr/>
          <p:nvPr/>
        </p:nvSpPr>
        <p:spPr>
          <a:xfrm>
            <a:off x="640987" y="31818"/>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43;p55">
            <a:extLst>
              <a:ext uri="{FF2B5EF4-FFF2-40B4-BE49-F238E27FC236}">
                <a16:creationId xmlns:a16="http://schemas.microsoft.com/office/drawing/2014/main" id="{CFC4BE60-8D45-4867-B457-963991FB1EE2}"/>
              </a:ext>
            </a:extLst>
          </p:cNvPr>
          <p:cNvSpPr/>
          <p:nvPr/>
        </p:nvSpPr>
        <p:spPr>
          <a:xfrm>
            <a:off x="8189929" y="226071"/>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55;p55">
            <a:extLst>
              <a:ext uri="{FF2B5EF4-FFF2-40B4-BE49-F238E27FC236}">
                <a16:creationId xmlns:a16="http://schemas.microsoft.com/office/drawing/2014/main" id="{890FBAB8-3211-4F79-811F-305E157889E0}"/>
              </a:ext>
            </a:extLst>
          </p:cNvPr>
          <p:cNvSpPr/>
          <p:nvPr/>
        </p:nvSpPr>
        <p:spPr>
          <a:xfrm>
            <a:off x="141489" y="3289631"/>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1356;p55">
            <a:extLst>
              <a:ext uri="{FF2B5EF4-FFF2-40B4-BE49-F238E27FC236}">
                <a16:creationId xmlns:a16="http://schemas.microsoft.com/office/drawing/2014/main" id="{7B52EC3D-1338-4DDA-9FC6-38B53B0107B9}"/>
              </a:ext>
            </a:extLst>
          </p:cNvPr>
          <p:cNvGrpSpPr/>
          <p:nvPr/>
        </p:nvGrpSpPr>
        <p:grpSpPr>
          <a:xfrm>
            <a:off x="8517995" y="4325437"/>
            <a:ext cx="661597" cy="778153"/>
            <a:chOff x="2302650" y="4474650"/>
            <a:chExt cx="553175" cy="650575"/>
          </a:xfrm>
        </p:grpSpPr>
        <p:sp>
          <p:nvSpPr>
            <p:cNvPr id="8" name="Google Shape;1357;p55">
              <a:extLst>
                <a:ext uri="{FF2B5EF4-FFF2-40B4-BE49-F238E27FC236}">
                  <a16:creationId xmlns:a16="http://schemas.microsoft.com/office/drawing/2014/main" id="{69A09CFA-B9D2-4DB3-97D3-B7A3FCF9C7F6}"/>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58;p55">
              <a:extLst>
                <a:ext uri="{FF2B5EF4-FFF2-40B4-BE49-F238E27FC236}">
                  <a16:creationId xmlns:a16="http://schemas.microsoft.com/office/drawing/2014/main" id="{40E1E8A2-4600-4441-B241-A628E4F7F908}"/>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9">
            <a:extLst>
              <a:ext uri="{FF2B5EF4-FFF2-40B4-BE49-F238E27FC236}">
                <a16:creationId xmlns:a16="http://schemas.microsoft.com/office/drawing/2014/main" id="{53B56C9C-7DD5-E02F-2A02-BDE5ABE6EC66}"/>
              </a:ext>
            </a:extLst>
          </p:cNvPr>
          <p:cNvPicPr>
            <a:picLocks noChangeAspect="1"/>
          </p:cNvPicPr>
          <p:nvPr/>
        </p:nvPicPr>
        <p:blipFill>
          <a:blip r:embed="rId2"/>
          <a:stretch>
            <a:fillRect/>
          </a:stretch>
        </p:blipFill>
        <p:spPr>
          <a:xfrm>
            <a:off x="1461787" y="615164"/>
            <a:ext cx="6701172" cy="4337761"/>
          </a:xfrm>
          <a:prstGeom prst="rect">
            <a:avLst/>
          </a:prstGeom>
        </p:spPr>
      </p:pic>
    </p:spTree>
    <p:extLst>
      <p:ext uri="{BB962C8B-B14F-4D97-AF65-F5344CB8AC3E}">
        <p14:creationId xmlns:p14="http://schemas.microsoft.com/office/powerpoint/2010/main" val="2892438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sp>
        <p:nvSpPr>
          <p:cNvPr id="1729" name="Google Shape;1729;p63"/>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lvl="0"/>
            <a:r>
              <a:rPr lang="en-US" dirty="0"/>
              <a:t>METHODOLOGY</a:t>
            </a:r>
          </a:p>
        </p:txBody>
      </p:sp>
      <p:sp>
        <p:nvSpPr>
          <p:cNvPr id="1730" name="Google Shape;1730;p63"/>
          <p:cNvSpPr txBox="1">
            <a:spLocks noGrp="1"/>
          </p:cNvSpPr>
          <p:nvPr>
            <p:ph type="subTitle" idx="1"/>
          </p:nvPr>
        </p:nvSpPr>
        <p:spPr>
          <a:xfrm>
            <a:off x="1349113" y="2348400"/>
            <a:ext cx="2728200" cy="385800"/>
          </a:xfrm>
          <a:prstGeom prst="rect">
            <a:avLst/>
          </a:prstGeom>
        </p:spPr>
        <p:txBody>
          <a:bodyPr spcFirstLastPara="1" wrap="square" lIns="91425" tIns="91425" rIns="91425" bIns="91425" anchor="t" anchorCtr="0">
            <a:noAutofit/>
          </a:bodyPr>
          <a:lstStyle/>
          <a:p>
            <a:pPr marL="0" lvl="0" indent="0"/>
            <a:r>
              <a:rPr lang="en-US" dirty="0"/>
              <a:t>preprocessing </a:t>
            </a:r>
            <a:endParaRPr dirty="0"/>
          </a:p>
        </p:txBody>
      </p:sp>
      <p:sp>
        <p:nvSpPr>
          <p:cNvPr id="1731" name="Google Shape;1731;p63"/>
          <p:cNvSpPr txBox="1">
            <a:spLocks noGrp="1"/>
          </p:cNvSpPr>
          <p:nvPr>
            <p:ph type="subTitle" idx="2"/>
          </p:nvPr>
        </p:nvSpPr>
        <p:spPr>
          <a:xfrm>
            <a:off x="5066688" y="2348400"/>
            <a:ext cx="2728200" cy="385800"/>
          </a:xfrm>
          <a:prstGeom prst="rect">
            <a:avLst/>
          </a:prstGeom>
        </p:spPr>
        <p:txBody>
          <a:bodyPr spcFirstLastPara="1" wrap="square" lIns="91425" tIns="91425" rIns="91425" bIns="91425" anchor="t" anchorCtr="0">
            <a:noAutofit/>
          </a:bodyPr>
          <a:lstStyle/>
          <a:p>
            <a:pPr marL="0" lvl="0" indent="0"/>
            <a:r>
              <a:rPr lang="en-US" dirty="0"/>
              <a:t>classification</a:t>
            </a:r>
            <a:endParaRPr dirty="0"/>
          </a:p>
        </p:txBody>
      </p:sp>
      <p:sp>
        <p:nvSpPr>
          <p:cNvPr id="1732" name="Google Shape;1732;p63"/>
          <p:cNvSpPr txBox="1">
            <a:spLocks noGrp="1"/>
          </p:cNvSpPr>
          <p:nvPr>
            <p:ph type="body" idx="3"/>
          </p:nvPr>
        </p:nvSpPr>
        <p:spPr>
          <a:xfrm>
            <a:off x="1349125" y="2734075"/>
            <a:ext cx="2728200" cy="1874400"/>
          </a:xfrm>
          <a:prstGeom prst="rect">
            <a:avLst/>
          </a:prstGeom>
        </p:spPr>
        <p:txBody>
          <a:bodyPr spcFirstLastPara="1" wrap="square" lIns="91425" tIns="91425" rIns="91425" bIns="91425" anchor="t" anchorCtr="0">
            <a:noAutofit/>
          </a:bodyPr>
          <a:lstStyle/>
          <a:p>
            <a:pPr marL="139700" lvl="0" indent="0" algn="just">
              <a:buNone/>
            </a:pPr>
            <a:r>
              <a:rPr lang="en-US" dirty="0"/>
              <a:t>is used to improve the overall contrast of the image in order to reduce inconsistencies between images obtained from various X-ray devices. The image is also resized and normalized to suit the size of the training model throughout that process</a:t>
            </a:r>
            <a:endParaRPr dirty="0"/>
          </a:p>
        </p:txBody>
      </p:sp>
      <p:sp>
        <p:nvSpPr>
          <p:cNvPr id="1733" name="Google Shape;1733;p63"/>
          <p:cNvSpPr txBox="1">
            <a:spLocks noGrp="1"/>
          </p:cNvSpPr>
          <p:nvPr>
            <p:ph type="body" idx="4"/>
          </p:nvPr>
        </p:nvSpPr>
        <p:spPr>
          <a:xfrm>
            <a:off x="5066700" y="2734075"/>
            <a:ext cx="2728200" cy="1874400"/>
          </a:xfrm>
          <a:prstGeom prst="rect">
            <a:avLst/>
          </a:prstGeom>
        </p:spPr>
        <p:txBody>
          <a:bodyPr spcFirstLastPara="1" wrap="square" lIns="91425" tIns="91425" rIns="91425" bIns="91425" anchor="t" anchorCtr="0">
            <a:noAutofit/>
          </a:bodyPr>
          <a:lstStyle/>
          <a:p>
            <a:pPr marL="139700" lvl="0" indent="0" algn="just">
              <a:buNone/>
            </a:pPr>
            <a:r>
              <a:rPr lang="en-US" dirty="0"/>
              <a:t>involves a variety of classifiers, and the most effective classifier are chosen based on the classification target  in each case. </a:t>
            </a:r>
            <a:endParaRPr dirty="0"/>
          </a:p>
        </p:txBody>
      </p:sp>
      <p:sp>
        <p:nvSpPr>
          <p:cNvPr id="1734" name="Google Shape;1734;p63"/>
          <p:cNvSpPr/>
          <p:nvPr/>
        </p:nvSpPr>
        <p:spPr>
          <a:xfrm>
            <a:off x="1926750" y="1465450"/>
            <a:ext cx="1596900" cy="8025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1</a:t>
            </a:r>
            <a:endParaRPr sz="2800" b="1" dirty="0"/>
          </a:p>
        </p:txBody>
      </p:sp>
      <p:sp>
        <p:nvSpPr>
          <p:cNvPr id="1735" name="Google Shape;1735;p63"/>
          <p:cNvSpPr/>
          <p:nvPr/>
        </p:nvSpPr>
        <p:spPr>
          <a:xfrm>
            <a:off x="5668338" y="1489750"/>
            <a:ext cx="1548900" cy="778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2</a:t>
            </a:r>
            <a:endParaRPr b="1" dirty="0"/>
          </a:p>
        </p:txBody>
      </p:sp>
      <p:sp>
        <p:nvSpPr>
          <p:cNvPr id="1745" name="Google Shape;1745;p63"/>
          <p:cNvSpPr/>
          <p:nvPr/>
        </p:nvSpPr>
        <p:spPr>
          <a:xfrm>
            <a:off x="4166168" y="1480736"/>
            <a:ext cx="811664" cy="771915"/>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63"/>
          <p:cNvSpPr/>
          <p:nvPr/>
        </p:nvSpPr>
        <p:spPr>
          <a:xfrm>
            <a:off x="517489" y="3191790"/>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63"/>
          <p:cNvSpPr/>
          <p:nvPr/>
        </p:nvSpPr>
        <p:spPr>
          <a:xfrm rot="10800000">
            <a:off x="7845214" y="2321690"/>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8" name="Google Shape;1748;p63"/>
          <p:cNvGrpSpPr/>
          <p:nvPr/>
        </p:nvGrpSpPr>
        <p:grpSpPr>
          <a:xfrm>
            <a:off x="910750" y="2503525"/>
            <a:ext cx="7713025" cy="1255862"/>
            <a:chOff x="910750" y="2503525"/>
            <a:chExt cx="7713025" cy="1255862"/>
          </a:xfrm>
        </p:grpSpPr>
        <p:grpSp>
          <p:nvGrpSpPr>
            <p:cNvPr id="1749" name="Google Shape;1749;p63"/>
            <p:cNvGrpSpPr/>
            <p:nvPr/>
          </p:nvGrpSpPr>
          <p:grpSpPr>
            <a:xfrm flipH="1">
              <a:off x="910750" y="2503525"/>
              <a:ext cx="389750" cy="385750"/>
              <a:chOff x="3382475" y="1831100"/>
              <a:chExt cx="389750" cy="385750"/>
            </a:xfrm>
          </p:grpSpPr>
          <p:sp>
            <p:nvSpPr>
              <p:cNvPr id="1750" name="Google Shape;1750;p6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6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6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6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4" name="Google Shape;1754;p63"/>
            <p:cNvGrpSpPr/>
            <p:nvPr/>
          </p:nvGrpSpPr>
          <p:grpSpPr>
            <a:xfrm flipH="1">
              <a:off x="8234025" y="3373638"/>
              <a:ext cx="389750" cy="385750"/>
              <a:chOff x="3382475" y="1831100"/>
              <a:chExt cx="389750" cy="385750"/>
            </a:xfrm>
          </p:grpSpPr>
          <p:sp>
            <p:nvSpPr>
              <p:cNvPr id="1755" name="Google Shape;1755;p63"/>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63"/>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63"/>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63"/>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762" name="Google Shape;1762;p63"/>
          <p:cNvCxnSpPr/>
          <p:nvPr/>
        </p:nvCxnSpPr>
        <p:spPr>
          <a:xfrm>
            <a:off x="900150" y="1039975"/>
            <a:ext cx="7343700" cy="0"/>
          </a:xfrm>
          <a:prstGeom prst="straightConnector1">
            <a:avLst/>
          </a:prstGeom>
          <a:noFill/>
          <a:ln w="19050"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64"/>
          <p:cNvSpPr txBox="1">
            <a:spLocks noGrp="1"/>
          </p:cNvSpPr>
          <p:nvPr>
            <p:ph type="title"/>
          </p:nvPr>
        </p:nvSpPr>
        <p:spPr>
          <a:xfrm>
            <a:off x="747113" y="177037"/>
            <a:ext cx="7704000" cy="479700"/>
          </a:xfrm>
          <a:prstGeom prst="rect">
            <a:avLst/>
          </a:prstGeom>
        </p:spPr>
        <p:txBody>
          <a:bodyPr spcFirstLastPara="1" wrap="square" lIns="91425" tIns="91425" rIns="91425" bIns="91425" anchor="t" anchorCtr="0">
            <a:noAutofit/>
          </a:bodyPr>
          <a:lstStyle/>
          <a:p>
            <a:pPr lvl="0"/>
            <a:r>
              <a:rPr lang="en-US" dirty="0"/>
              <a:t>PROPOSED SYSTEM FILTERS </a:t>
            </a:r>
          </a:p>
        </p:txBody>
      </p:sp>
      <p:grpSp>
        <p:nvGrpSpPr>
          <p:cNvPr id="1787" name="Google Shape;1787;p64"/>
          <p:cNvGrpSpPr/>
          <p:nvPr/>
        </p:nvGrpSpPr>
        <p:grpSpPr>
          <a:xfrm>
            <a:off x="649338" y="367425"/>
            <a:ext cx="389750" cy="385750"/>
            <a:chOff x="3382475" y="1831100"/>
            <a:chExt cx="389750" cy="385750"/>
          </a:xfrm>
        </p:grpSpPr>
        <p:sp>
          <p:nvSpPr>
            <p:cNvPr id="1788" name="Google Shape;1788;p6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6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6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6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92" name="Google Shape;1792;p64"/>
          <p:cNvCxnSpPr/>
          <p:nvPr/>
        </p:nvCxnSpPr>
        <p:spPr>
          <a:xfrm>
            <a:off x="1470113" y="777150"/>
            <a:ext cx="6258000" cy="0"/>
          </a:xfrm>
          <a:prstGeom prst="straightConnector1">
            <a:avLst/>
          </a:prstGeom>
          <a:noFill/>
          <a:ln w="19050" cap="flat" cmpd="sng">
            <a:solidFill>
              <a:schemeClr val="accent3"/>
            </a:solidFill>
            <a:prstDash val="solid"/>
            <a:round/>
            <a:headEnd type="none" w="med" len="med"/>
            <a:tailEnd type="none" w="med" len="med"/>
          </a:ln>
        </p:spPr>
      </p:cxnSp>
      <p:graphicFrame>
        <p:nvGraphicFramePr>
          <p:cNvPr id="2" name="Table 1">
            <a:extLst>
              <a:ext uri="{FF2B5EF4-FFF2-40B4-BE49-F238E27FC236}">
                <a16:creationId xmlns:a16="http://schemas.microsoft.com/office/drawing/2014/main" id="{408F84DD-EE20-4D1C-BDC5-B2C8F6426C1C}"/>
              </a:ext>
            </a:extLst>
          </p:cNvPr>
          <p:cNvGraphicFramePr>
            <a:graphicFrameLocks noGrp="1"/>
          </p:cNvGraphicFramePr>
          <p:nvPr>
            <p:extLst>
              <p:ext uri="{D42A27DB-BD31-4B8C-83A1-F6EECF244321}">
                <p14:modId xmlns:p14="http://schemas.microsoft.com/office/powerpoint/2010/main" val="2169825127"/>
              </p:ext>
            </p:extLst>
          </p:nvPr>
        </p:nvGraphicFramePr>
        <p:xfrm>
          <a:off x="515024" y="982650"/>
          <a:ext cx="7936089" cy="3713803"/>
        </p:xfrm>
        <a:graphic>
          <a:graphicData uri="http://schemas.openxmlformats.org/drawingml/2006/table">
            <a:tbl>
              <a:tblPr firstRow="1" firstCol="1" bandRow="1">
                <a:tableStyleId>{69C7853C-536D-4A76-A0AE-DD22124D55A5}</a:tableStyleId>
              </a:tblPr>
              <a:tblGrid>
                <a:gridCol w="1686162">
                  <a:extLst>
                    <a:ext uri="{9D8B030D-6E8A-4147-A177-3AD203B41FA5}">
                      <a16:colId xmlns:a16="http://schemas.microsoft.com/office/drawing/2014/main" val="3772261391"/>
                    </a:ext>
                  </a:extLst>
                </a:gridCol>
                <a:gridCol w="6249927">
                  <a:extLst>
                    <a:ext uri="{9D8B030D-6E8A-4147-A177-3AD203B41FA5}">
                      <a16:colId xmlns:a16="http://schemas.microsoft.com/office/drawing/2014/main" val="115765876"/>
                    </a:ext>
                  </a:extLst>
                </a:gridCol>
              </a:tblGrid>
              <a:tr h="601165">
                <a:tc>
                  <a:txBody>
                    <a:bodyPr/>
                    <a:lstStyle/>
                    <a:p>
                      <a:pPr algn="ctr" rtl="0">
                        <a:lnSpc>
                          <a:spcPct val="107000"/>
                        </a:lnSpc>
                        <a:spcAft>
                          <a:spcPts val="0"/>
                        </a:spcAft>
                      </a:pPr>
                      <a:r>
                        <a:rPr lang="en-US" sz="1400" b="1" dirty="0">
                          <a:solidFill>
                            <a:schemeClr val="accent6"/>
                          </a:solidFill>
                          <a:effectLst/>
                        </a:rPr>
                        <a:t>Filter</a:t>
                      </a:r>
                      <a:endParaRPr lang="en-US" sz="1200" b="1" dirty="0">
                        <a:solidFill>
                          <a:schemeClr val="accent6"/>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0"/>
                        </a:spcAft>
                      </a:pPr>
                      <a:r>
                        <a:rPr lang="en-US" sz="1400" b="1" dirty="0">
                          <a:solidFill>
                            <a:schemeClr val="accent6"/>
                          </a:solidFill>
                          <a:effectLst/>
                        </a:rPr>
                        <a:t>Tasks</a:t>
                      </a:r>
                      <a:endParaRPr lang="en-US" sz="1200" b="1" dirty="0">
                        <a:solidFill>
                          <a:schemeClr val="accent6"/>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91336421"/>
                  </a:ext>
                </a:extLst>
              </a:tr>
              <a:tr h="1005686">
                <a:tc>
                  <a:txBody>
                    <a:bodyPr/>
                    <a:lstStyle/>
                    <a:p>
                      <a:pPr algn="ctr" rtl="0">
                        <a:lnSpc>
                          <a:spcPct val="107000"/>
                        </a:lnSpc>
                        <a:spcAft>
                          <a:spcPts val="0"/>
                        </a:spcAft>
                      </a:pPr>
                      <a:r>
                        <a:rPr lang="en-US" sz="1400" b="1" dirty="0">
                          <a:solidFill>
                            <a:schemeClr val="accent3"/>
                          </a:solidFill>
                          <a:effectLst/>
                        </a:rPr>
                        <a:t>Median</a:t>
                      </a:r>
                      <a:endParaRPr lang="en-US" sz="1200" b="1" dirty="0">
                        <a:solidFill>
                          <a:schemeClr val="accent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lvl="0" indent="-342900" algn="just" rtl="0">
                        <a:lnSpc>
                          <a:spcPct val="107000"/>
                        </a:lnSpc>
                        <a:spcAft>
                          <a:spcPts val="0"/>
                        </a:spcAft>
                        <a:buFont typeface="Symbol" panose="05050102010706020507" pitchFamily="18" charset="2"/>
                        <a:buChar char=""/>
                      </a:pPr>
                      <a:r>
                        <a:rPr lang="en-US" sz="1400" b="1" dirty="0">
                          <a:solidFill>
                            <a:schemeClr val="accent3"/>
                          </a:solidFill>
                          <a:effectLst/>
                        </a:rPr>
                        <a:t>Median filtering is a nonlinear method used to remove noise from images.</a:t>
                      </a:r>
                      <a:endParaRPr lang="en-US" sz="1200" b="1" dirty="0">
                        <a:solidFill>
                          <a:schemeClr val="accent3"/>
                        </a:solidFill>
                        <a:effectLst/>
                      </a:endParaRPr>
                    </a:p>
                    <a:p>
                      <a:pPr marL="342900" lvl="0" indent="-342900" algn="just" rtl="0">
                        <a:lnSpc>
                          <a:spcPct val="107000"/>
                        </a:lnSpc>
                        <a:spcAft>
                          <a:spcPts val="0"/>
                        </a:spcAft>
                        <a:buFont typeface="Symbol" panose="05050102010706020507" pitchFamily="18" charset="2"/>
                        <a:buChar char=""/>
                      </a:pPr>
                      <a:r>
                        <a:rPr lang="en-US" sz="1400" b="1" dirty="0">
                          <a:solidFill>
                            <a:schemeClr val="accent3"/>
                          </a:solidFill>
                          <a:effectLst/>
                        </a:rPr>
                        <a:t>The median is calculated by first sorting all the pixel values from the window into numerical order, and then replacing the pixel being considered with the middle (median) pixel value.</a:t>
                      </a:r>
                      <a:endParaRPr lang="en-US" sz="1200" b="1" dirty="0">
                        <a:solidFill>
                          <a:schemeClr val="accent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10638361"/>
                  </a:ext>
                </a:extLst>
              </a:tr>
              <a:tr h="977033">
                <a:tc>
                  <a:txBody>
                    <a:bodyPr/>
                    <a:lstStyle/>
                    <a:p>
                      <a:pPr algn="ctr" rtl="0">
                        <a:lnSpc>
                          <a:spcPct val="107000"/>
                        </a:lnSpc>
                        <a:spcAft>
                          <a:spcPts val="0"/>
                        </a:spcAft>
                      </a:pPr>
                      <a:r>
                        <a:rPr lang="en-US" sz="1400" b="1">
                          <a:solidFill>
                            <a:schemeClr val="accent3"/>
                          </a:solidFill>
                          <a:effectLst/>
                        </a:rPr>
                        <a:t>Sharpening</a:t>
                      </a:r>
                      <a:endParaRPr lang="en-US" sz="1200" b="1">
                        <a:solidFill>
                          <a:schemeClr val="accent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lvl="0" indent="-342900" algn="l" rtl="0">
                        <a:lnSpc>
                          <a:spcPct val="107000"/>
                        </a:lnSpc>
                        <a:spcAft>
                          <a:spcPts val="0"/>
                        </a:spcAft>
                        <a:buFont typeface="Symbol" panose="05050102010706020507" pitchFamily="18" charset="2"/>
                        <a:buChar char=""/>
                      </a:pPr>
                      <a:r>
                        <a:rPr lang="en-US" sz="1400" b="1" dirty="0">
                          <a:solidFill>
                            <a:schemeClr val="accent3"/>
                          </a:solidFill>
                          <a:effectLst/>
                        </a:rPr>
                        <a:t>Sharpening, which can help emphasize details and enhance the edges of objects in an image, is critical when post-processing many types of images. However, you should be aware of the following whenever you sharpen an image</a:t>
                      </a:r>
                      <a:endParaRPr lang="en-US" sz="1200" b="1" dirty="0">
                        <a:solidFill>
                          <a:schemeClr val="accent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79770224"/>
                  </a:ext>
                </a:extLst>
              </a:tr>
              <a:tr h="1005686">
                <a:tc>
                  <a:txBody>
                    <a:bodyPr/>
                    <a:lstStyle/>
                    <a:p>
                      <a:pPr algn="ctr" rtl="0">
                        <a:lnSpc>
                          <a:spcPct val="107000"/>
                        </a:lnSpc>
                        <a:spcAft>
                          <a:spcPts val="0"/>
                        </a:spcAft>
                      </a:pPr>
                      <a:r>
                        <a:rPr lang="en-US" sz="1400" b="1">
                          <a:solidFill>
                            <a:schemeClr val="accent3"/>
                          </a:solidFill>
                          <a:effectLst/>
                        </a:rPr>
                        <a:t>Histogram equalization</a:t>
                      </a:r>
                      <a:endParaRPr lang="en-US" sz="1200" b="1">
                        <a:solidFill>
                          <a:schemeClr val="accent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342900" lvl="0" indent="-342900" algn="l" rtl="0">
                        <a:lnSpc>
                          <a:spcPct val="107000"/>
                        </a:lnSpc>
                        <a:spcAft>
                          <a:spcPts val="0"/>
                        </a:spcAft>
                        <a:buFont typeface="Symbol" panose="05050102010706020507" pitchFamily="18" charset="2"/>
                        <a:buChar char=""/>
                      </a:pPr>
                      <a:r>
                        <a:rPr lang="en-US" sz="1400" b="1" dirty="0">
                          <a:solidFill>
                            <a:schemeClr val="accent3"/>
                          </a:solidFill>
                          <a:effectLst/>
                        </a:rPr>
                        <a:t>Histogram equalization is used to enhance the contrast of the image, it spreads the intensity values over full rang</a:t>
                      </a:r>
                      <a:endParaRPr lang="en-US" sz="1200" b="1" dirty="0">
                        <a:solidFill>
                          <a:schemeClr val="accent3"/>
                        </a:solidFill>
                        <a:effectLst/>
                      </a:endParaRPr>
                    </a:p>
                  </a:txBody>
                  <a:tcPr marL="68580" marR="68580" marT="0" marB="0"/>
                </a:tc>
                <a:extLst>
                  <a:ext uri="{0D108BD9-81ED-4DB2-BD59-A6C34878D82A}">
                    <a16:rowId xmlns:a16="http://schemas.microsoft.com/office/drawing/2014/main" val="99078889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7EBEBA-6A7B-4A60-9924-F7E9927B5128}"/>
              </a:ext>
            </a:extLst>
          </p:cNvPr>
          <p:cNvPicPr>
            <a:picLocks noChangeAspect="1"/>
          </p:cNvPicPr>
          <p:nvPr/>
        </p:nvPicPr>
        <p:blipFill>
          <a:blip r:embed="rId2"/>
          <a:stretch>
            <a:fillRect/>
          </a:stretch>
        </p:blipFill>
        <p:spPr>
          <a:xfrm>
            <a:off x="1938383" y="610579"/>
            <a:ext cx="6086475" cy="45719"/>
          </a:xfrm>
          <a:prstGeom prst="rect">
            <a:avLst/>
          </a:prstGeom>
        </p:spPr>
      </p:pic>
      <p:sp>
        <p:nvSpPr>
          <p:cNvPr id="2" name="Title 1">
            <a:extLst>
              <a:ext uri="{FF2B5EF4-FFF2-40B4-BE49-F238E27FC236}">
                <a16:creationId xmlns:a16="http://schemas.microsoft.com/office/drawing/2014/main" id="{7751B1E0-CEB8-4EEC-923A-D33C3E24C5F5}"/>
              </a:ext>
            </a:extLst>
          </p:cNvPr>
          <p:cNvSpPr>
            <a:spLocks noGrp="1"/>
          </p:cNvSpPr>
          <p:nvPr>
            <p:ph type="title"/>
          </p:nvPr>
        </p:nvSpPr>
        <p:spPr>
          <a:xfrm>
            <a:off x="1185333" y="67445"/>
            <a:ext cx="7236176" cy="690453"/>
          </a:xfrm>
        </p:spPr>
        <p:txBody>
          <a:bodyPr/>
          <a:lstStyle/>
          <a:p>
            <a:r>
              <a:rPr lang="en-US" dirty="0"/>
              <a:t>ARCHITECTURE OF CNN ALGORITHM </a:t>
            </a:r>
          </a:p>
        </p:txBody>
      </p:sp>
      <p:pic>
        <p:nvPicPr>
          <p:cNvPr id="5" name="Picture 4">
            <a:extLst>
              <a:ext uri="{FF2B5EF4-FFF2-40B4-BE49-F238E27FC236}">
                <a16:creationId xmlns:a16="http://schemas.microsoft.com/office/drawing/2014/main" id="{7BD8CF4A-1334-4E2F-817F-B566DAF3C0DA}"/>
              </a:ext>
            </a:extLst>
          </p:cNvPr>
          <p:cNvPicPr>
            <a:picLocks noChangeAspect="1"/>
          </p:cNvPicPr>
          <p:nvPr/>
        </p:nvPicPr>
        <p:blipFill>
          <a:blip r:embed="rId3"/>
          <a:stretch>
            <a:fillRect/>
          </a:stretch>
        </p:blipFill>
        <p:spPr>
          <a:xfrm>
            <a:off x="523874" y="757898"/>
            <a:ext cx="8270169" cy="4207099"/>
          </a:xfrm>
          <a:prstGeom prst="rect">
            <a:avLst/>
          </a:prstGeom>
        </p:spPr>
      </p:pic>
      <p:sp>
        <p:nvSpPr>
          <p:cNvPr id="6" name="Google Shape;1342;p55">
            <a:extLst>
              <a:ext uri="{FF2B5EF4-FFF2-40B4-BE49-F238E27FC236}">
                <a16:creationId xmlns:a16="http://schemas.microsoft.com/office/drawing/2014/main" id="{740272FA-A174-43B3-9485-047B3FA4C73E}"/>
              </a:ext>
            </a:extLst>
          </p:cNvPr>
          <p:cNvSpPr/>
          <p:nvPr/>
        </p:nvSpPr>
        <p:spPr>
          <a:xfrm>
            <a:off x="165295" y="67445"/>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43;p55">
            <a:extLst>
              <a:ext uri="{FF2B5EF4-FFF2-40B4-BE49-F238E27FC236}">
                <a16:creationId xmlns:a16="http://schemas.microsoft.com/office/drawing/2014/main" id="{4B75DBD4-9E8D-4B22-9CBE-D9ACCD16BFCC}"/>
              </a:ext>
            </a:extLst>
          </p:cNvPr>
          <p:cNvSpPr/>
          <p:nvPr/>
        </p:nvSpPr>
        <p:spPr>
          <a:xfrm>
            <a:off x="8189929" y="226071"/>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55;p55">
            <a:extLst>
              <a:ext uri="{FF2B5EF4-FFF2-40B4-BE49-F238E27FC236}">
                <a16:creationId xmlns:a16="http://schemas.microsoft.com/office/drawing/2014/main" id="{FE6B6BC6-4813-4936-A634-F5E6ECD2019D}"/>
              </a:ext>
            </a:extLst>
          </p:cNvPr>
          <p:cNvSpPr/>
          <p:nvPr/>
        </p:nvSpPr>
        <p:spPr>
          <a:xfrm>
            <a:off x="-61796" y="4186813"/>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356;p55">
            <a:extLst>
              <a:ext uri="{FF2B5EF4-FFF2-40B4-BE49-F238E27FC236}">
                <a16:creationId xmlns:a16="http://schemas.microsoft.com/office/drawing/2014/main" id="{8A055912-AB26-45C4-A0E5-E2E6F838324E}"/>
              </a:ext>
            </a:extLst>
          </p:cNvPr>
          <p:cNvGrpSpPr/>
          <p:nvPr/>
        </p:nvGrpSpPr>
        <p:grpSpPr>
          <a:xfrm>
            <a:off x="8517995" y="4325437"/>
            <a:ext cx="661597" cy="778153"/>
            <a:chOff x="2302650" y="4474650"/>
            <a:chExt cx="553175" cy="650575"/>
          </a:xfrm>
        </p:grpSpPr>
        <p:sp>
          <p:nvSpPr>
            <p:cNvPr id="10" name="Google Shape;1357;p55">
              <a:extLst>
                <a:ext uri="{FF2B5EF4-FFF2-40B4-BE49-F238E27FC236}">
                  <a16:creationId xmlns:a16="http://schemas.microsoft.com/office/drawing/2014/main" id="{BAD57E1F-BA19-457B-BA78-3EC7F0204FFE}"/>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58;p55">
              <a:extLst>
                <a:ext uri="{FF2B5EF4-FFF2-40B4-BE49-F238E27FC236}">
                  <a16:creationId xmlns:a16="http://schemas.microsoft.com/office/drawing/2014/main" id="{64AA2A4B-27B5-452A-881F-1D233988CF99}"/>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10000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7EBEBA-6A7B-4A60-9924-F7E9927B5128}"/>
              </a:ext>
            </a:extLst>
          </p:cNvPr>
          <p:cNvPicPr>
            <a:picLocks noChangeAspect="1"/>
          </p:cNvPicPr>
          <p:nvPr/>
        </p:nvPicPr>
        <p:blipFill>
          <a:blip r:embed="rId2"/>
          <a:stretch>
            <a:fillRect/>
          </a:stretch>
        </p:blipFill>
        <p:spPr>
          <a:xfrm>
            <a:off x="1938383" y="610579"/>
            <a:ext cx="6086475" cy="45719"/>
          </a:xfrm>
          <a:prstGeom prst="rect">
            <a:avLst/>
          </a:prstGeom>
        </p:spPr>
      </p:pic>
      <p:sp>
        <p:nvSpPr>
          <p:cNvPr id="2" name="Title 1">
            <a:extLst>
              <a:ext uri="{FF2B5EF4-FFF2-40B4-BE49-F238E27FC236}">
                <a16:creationId xmlns:a16="http://schemas.microsoft.com/office/drawing/2014/main" id="{7751B1E0-CEB8-4EEC-923A-D33C3E24C5F5}"/>
              </a:ext>
            </a:extLst>
          </p:cNvPr>
          <p:cNvSpPr>
            <a:spLocks noGrp="1"/>
          </p:cNvSpPr>
          <p:nvPr>
            <p:ph type="title"/>
          </p:nvPr>
        </p:nvSpPr>
        <p:spPr>
          <a:xfrm>
            <a:off x="1185333" y="67445"/>
            <a:ext cx="7236176" cy="690453"/>
          </a:xfrm>
        </p:spPr>
        <p:txBody>
          <a:bodyPr/>
          <a:lstStyle/>
          <a:p>
            <a:r>
              <a:rPr lang="en-US" dirty="0"/>
              <a:t>ARCHITECTURE OF CNN ALGORITHM </a:t>
            </a:r>
          </a:p>
        </p:txBody>
      </p:sp>
      <p:sp>
        <p:nvSpPr>
          <p:cNvPr id="6" name="Google Shape;1342;p55">
            <a:extLst>
              <a:ext uri="{FF2B5EF4-FFF2-40B4-BE49-F238E27FC236}">
                <a16:creationId xmlns:a16="http://schemas.microsoft.com/office/drawing/2014/main" id="{740272FA-A174-43B3-9485-047B3FA4C73E}"/>
              </a:ext>
            </a:extLst>
          </p:cNvPr>
          <p:cNvSpPr/>
          <p:nvPr/>
        </p:nvSpPr>
        <p:spPr>
          <a:xfrm>
            <a:off x="165295" y="67445"/>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43;p55">
            <a:extLst>
              <a:ext uri="{FF2B5EF4-FFF2-40B4-BE49-F238E27FC236}">
                <a16:creationId xmlns:a16="http://schemas.microsoft.com/office/drawing/2014/main" id="{4B75DBD4-9E8D-4B22-9CBE-D9ACCD16BFCC}"/>
              </a:ext>
            </a:extLst>
          </p:cNvPr>
          <p:cNvSpPr/>
          <p:nvPr/>
        </p:nvSpPr>
        <p:spPr>
          <a:xfrm>
            <a:off x="8189929" y="226071"/>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55;p55">
            <a:extLst>
              <a:ext uri="{FF2B5EF4-FFF2-40B4-BE49-F238E27FC236}">
                <a16:creationId xmlns:a16="http://schemas.microsoft.com/office/drawing/2014/main" id="{FE6B6BC6-4813-4936-A634-F5E6ECD2019D}"/>
              </a:ext>
            </a:extLst>
          </p:cNvPr>
          <p:cNvSpPr/>
          <p:nvPr/>
        </p:nvSpPr>
        <p:spPr>
          <a:xfrm>
            <a:off x="-61796" y="4186813"/>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356;p55">
            <a:extLst>
              <a:ext uri="{FF2B5EF4-FFF2-40B4-BE49-F238E27FC236}">
                <a16:creationId xmlns:a16="http://schemas.microsoft.com/office/drawing/2014/main" id="{8A055912-AB26-45C4-A0E5-E2E6F838324E}"/>
              </a:ext>
            </a:extLst>
          </p:cNvPr>
          <p:cNvGrpSpPr/>
          <p:nvPr/>
        </p:nvGrpSpPr>
        <p:grpSpPr>
          <a:xfrm>
            <a:off x="8517995" y="4325437"/>
            <a:ext cx="661597" cy="778153"/>
            <a:chOff x="2302650" y="4474650"/>
            <a:chExt cx="553175" cy="650575"/>
          </a:xfrm>
        </p:grpSpPr>
        <p:sp>
          <p:nvSpPr>
            <p:cNvPr id="10" name="Google Shape;1357;p55">
              <a:extLst>
                <a:ext uri="{FF2B5EF4-FFF2-40B4-BE49-F238E27FC236}">
                  <a16:creationId xmlns:a16="http://schemas.microsoft.com/office/drawing/2014/main" id="{BAD57E1F-BA19-457B-BA78-3EC7F0204FFE}"/>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58;p55">
              <a:extLst>
                <a:ext uri="{FF2B5EF4-FFF2-40B4-BE49-F238E27FC236}">
                  <a16:creationId xmlns:a16="http://schemas.microsoft.com/office/drawing/2014/main" id="{64AA2A4B-27B5-452A-881F-1D233988CF99}"/>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صورة 11">
            <a:extLst>
              <a:ext uri="{FF2B5EF4-FFF2-40B4-BE49-F238E27FC236}">
                <a16:creationId xmlns:a16="http://schemas.microsoft.com/office/drawing/2014/main" id="{67109504-2CB3-EED5-8C20-9BC156D210F7}"/>
              </a:ext>
            </a:extLst>
          </p:cNvPr>
          <p:cNvPicPr>
            <a:picLocks noChangeAspect="1"/>
          </p:cNvPicPr>
          <p:nvPr/>
        </p:nvPicPr>
        <p:blipFill rotWithShape="1">
          <a:blip r:embed="rId3"/>
          <a:srcRect l="32018" t="51213" r="30551" b="22854"/>
          <a:stretch/>
        </p:blipFill>
        <p:spPr>
          <a:xfrm>
            <a:off x="967334" y="1409013"/>
            <a:ext cx="7550631" cy="2942529"/>
          </a:xfrm>
          <a:prstGeom prst="rect">
            <a:avLst/>
          </a:prstGeom>
        </p:spPr>
      </p:pic>
    </p:spTree>
    <p:extLst>
      <p:ext uri="{BB962C8B-B14F-4D97-AF65-F5344CB8AC3E}">
        <p14:creationId xmlns:p14="http://schemas.microsoft.com/office/powerpoint/2010/main" val="2282806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2023-B8B8-4DA8-A07D-BF61CBB397D8}"/>
              </a:ext>
            </a:extLst>
          </p:cNvPr>
          <p:cNvSpPr>
            <a:spLocks noGrp="1"/>
          </p:cNvSpPr>
          <p:nvPr>
            <p:ph type="title"/>
          </p:nvPr>
        </p:nvSpPr>
        <p:spPr>
          <a:xfrm>
            <a:off x="716548" y="97772"/>
            <a:ext cx="7704000" cy="479700"/>
          </a:xfrm>
        </p:spPr>
        <p:txBody>
          <a:bodyPr/>
          <a:lstStyle/>
          <a:p>
            <a:r>
              <a:rPr lang="en-US" dirty="0"/>
              <a:t>CNN layers </a:t>
            </a:r>
          </a:p>
        </p:txBody>
      </p:sp>
      <p:sp>
        <p:nvSpPr>
          <p:cNvPr id="3" name="Title 2">
            <a:extLst>
              <a:ext uri="{FF2B5EF4-FFF2-40B4-BE49-F238E27FC236}">
                <a16:creationId xmlns:a16="http://schemas.microsoft.com/office/drawing/2014/main" id="{02853D16-95D3-4BFD-A830-DA31CAA138D8}"/>
              </a:ext>
            </a:extLst>
          </p:cNvPr>
          <p:cNvSpPr>
            <a:spLocks noGrp="1"/>
          </p:cNvSpPr>
          <p:nvPr>
            <p:ph type="title" idx="2"/>
          </p:nvPr>
        </p:nvSpPr>
        <p:spPr>
          <a:xfrm>
            <a:off x="2565577" y="892079"/>
            <a:ext cx="722400" cy="593400"/>
          </a:xfrm>
        </p:spPr>
        <p:txBody>
          <a:bodyPr/>
          <a:lstStyle/>
          <a:p>
            <a:r>
              <a:rPr lang="en-US" dirty="0"/>
              <a:t>01</a:t>
            </a:r>
          </a:p>
        </p:txBody>
      </p:sp>
      <p:sp>
        <p:nvSpPr>
          <p:cNvPr id="4" name="Subtitle 3">
            <a:extLst>
              <a:ext uri="{FF2B5EF4-FFF2-40B4-BE49-F238E27FC236}">
                <a16:creationId xmlns:a16="http://schemas.microsoft.com/office/drawing/2014/main" id="{625E361F-DA21-4916-ABE9-157DC179BA5D}"/>
              </a:ext>
            </a:extLst>
          </p:cNvPr>
          <p:cNvSpPr>
            <a:spLocks noGrp="1"/>
          </p:cNvSpPr>
          <p:nvPr>
            <p:ph type="subTitle" idx="1"/>
          </p:nvPr>
        </p:nvSpPr>
        <p:spPr>
          <a:xfrm>
            <a:off x="716548" y="1960489"/>
            <a:ext cx="3963484" cy="865994"/>
          </a:xfrm>
        </p:spPr>
        <p:txBody>
          <a:bodyPr/>
          <a:lstStyle/>
          <a:p>
            <a:r>
              <a:rPr lang="en-US" dirty="0"/>
              <a:t>creates a feature map by applying a filter that scans the image several pixels at a time</a:t>
            </a:r>
          </a:p>
          <a:p>
            <a:endParaRPr lang="en-US" dirty="0"/>
          </a:p>
        </p:txBody>
      </p:sp>
      <p:sp>
        <p:nvSpPr>
          <p:cNvPr id="5" name="Subtitle 4">
            <a:extLst>
              <a:ext uri="{FF2B5EF4-FFF2-40B4-BE49-F238E27FC236}">
                <a16:creationId xmlns:a16="http://schemas.microsoft.com/office/drawing/2014/main" id="{CCE8F56A-2341-49CD-94D0-639BC9A1FC32}"/>
              </a:ext>
            </a:extLst>
          </p:cNvPr>
          <p:cNvSpPr>
            <a:spLocks noGrp="1"/>
          </p:cNvSpPr>
          <p:nvPr>
            <p:ph type="subTitle" idx="3"/>
          </p:nvPr>
        </p:nvSpPr>
        <p:spPr>
          <a:xfrm>
            <a:off x="1285003" y="1485479"/>
            <a:ext cx="3283545" cy="361500"/>
          </a:xfrm>
        </p:spPr>
        <p:txBody>
          <a:bodyPr/>
          <a:lstStyle/>
          <a:p>
            <a:r>
              <a:rPr lang="en-US" dirty="0"/>
              <a:t>Convolutional layer</a:t>
            </a:r>
          </a:p>
        </p:txBody>
      </p:sp>
      <p:sp>
        <p:nvSpPr>
          <p:cNvPr id="6" name="Title 5">
            <a:extLst>
              <a:ext uri="{FF2B5EF4-FFF2-40B4-BE49-F238E27FC236}">
                <a16:creationId xmlns:a16="http://schemas.microsoft.com/office/drawing/2014/main" id="{7490EA65-9CD2-4EA5-998D-47AEB40337D8}"/>
              </a:ext>
            </a:extLst>
          </p:cNvPr>
          <p:cNvSpPr>
            <a:spLocks noGrp="1"/>
          </p:cNvSpPr>
          <p:nvPr>
            <p:ph type="title" idx="4"/>
          </p:nvPr>
        </p:nvSpPr>
        <p:spPr>
          <a:xfrm>
            <a:off x="2565577" y="2955650"/>
            <a:ext cx="722400" cy="593400"/>
          </a:xfrm>
        </p:spPr>
        <p:txBody>
          <a:bodyPr/>
          <a:lstStyle/>
          <a:p>
            <a:r>
              <a:rPr lang="en-US" dirty="0"/>
              <a:t>03</a:t>
            </a:r>
          </a:p>
        </p:txBody>
      </p:sp>
      <p:sp>
        <p:nvSpPr>
          <p:cNvPr id="7" name="Subtitle 6">
            <a:extLst>
              <a:ext uri="{FF2B5EF4-FFF2-40B4-BE49-F238E27FC236}">
                <a16:creationId xmlns:a16="http://schemas.microsoft.com/office/drawing/2014/main" id="{94C42E21-F09B-4345-A23B-089BEE9BDC61}"/>
              </a:ext>
            </a:extLst>
          </p:cNvPr>
          <p:cNvSpPr>
            <a:spLocks noGrp="1"/>
          </p:cNvSpPr>
          <p:nvPr>
            <p:ph type="subTitle" idx="5"/>
          </p:nvPr>
        </p:nvSpPr>
        <p:spPr>
          <a:xfrm>
            <a:off x="831387" y="4064178"/>
            <a:ext cx="3963484" cy="865993"/>
          </a:xfrm>
        </p:spPr>
        <p:txBody>
          <a:bodyPr/>
          <a:lstStyle/>
          <a:p>
            <a:r>
              <a:rPr lang="en-US" dirty="0"/>
              <a:t>applies weights over the inputs generated by the feature analysis</a:t>
            </a:r>
          </a:p>
        </p:txBody>
      </p:sp>
      <p:sp>
        <p:nvSpPr>
          <p:cNvPr id="8" name="Subtitle 7">
            <a:extLst>
              <a:ext uri="{FF2B5EF4-FFF2-40B4-BE49-F238E27FC236}">
                <a16:creationId xmlns:a16="http://schemas.microsoft.com/office/drawing/2014/main" id="{C494A5D9-BEB6-4A37-8B7D-4CD9A199601B}"/>
              </a:ext>
            </a:extLst>
          </p:cNvPr>
          <p:cNvSpPr>
            <a:spLocks noGrp="1"/>
          </p:cNvSpPr>
          <p:nvPr>
            <p:ph type="subTitle" idx="6"/>
          </p:nvPr>
        </p:nvSpPr>
        <p:spPr>
          <a:xfrm>
            <a:off x="1285003" y="3381175"/>
            <a:ext cx="2877773" cy="361500"/>
          </a:xfrm>
        </p:spPr>
        <p:txBody>
          <a:bodyPr/>
          <a:lstStyle/>
          <a:p>
            <a:r>
              <a:rPr lang="en-US" dirty="0"/>
              <a:t>Fully connected layer</a:t>
            </a:r>
          </a:p>
        </p:txBody>
      </p:sp>
      <p:sp>
        <p:nvSpPr>
          <p:cNvPr id="9" name="Title 8">
            <a:extLst>
              <a:ext uri="{FF2B5EF4-FFF2-40B4-BE49-F238E27FC236}">
                <a16:creationId xmlns:a16="http://schemas.microsoft.com/office/drawing/2014/main" id="{EFF2F5E7-AE17-4E23-BD2A-FE3C994DFFDD}"/>
              </a:ext>
            </a:extLst>
          </p:cNvPr>
          <p:cNvSpPr>
            <a:spLocks noGrp="1"/>
          </p:cNvSpPr>
          <p:nvPr>
            <p:ph type="title" idx="7"/>
          </p:nvPr>
        </p:nvSpPr>
        <p:spPr>
          <a:xfrm>
            <a:off x="5856024" y="910468"/>
            <a:ext cx="722400" cy="593400"/>
          </a:xfrm>
        </p:spPr>
        <p:txBody>
          <a:bodyPr/>
          <a:lstStyle/>
          <a:p>
            <a:r>
              <a:rPr lang="en-US" dirty="0"/>
              <a:t>02</a:t>
            </a:r>
          </a:p>
        </p:txBody>
      </p:sp>
      <p:sp>
        <p:nvSpPr>
          <p:cNvPr id="10" name="Subtitle 9">
            <a:extLst>
              <a:ext uri="{FF2B5EF4-FFF2-40B4-BE49-F238E27FC236}">
                <a16:creationId xmlns:a16="http://schemas.microsoft.com/office/drawing/2014/main" id="{47A68D1E-0211-4A0F-A2CE-AF2D143DD591}"/>
              </a:ext>
            </a:extLst>
          </p:cNvPr>
          <p:cNvSpPr>
            <a:spLocks noGrp="1"/>
          </p:cNvSpPr>
          <p:nvPr>
            <p:ph type="subTitle" idx="8"/>
          </p:nvPr>
        </p:nvSpPr>
        <p:spPr>
          <a:xfrm>
            <a:off x="4713913" y="1972870"/>
            <a:ext cx="3729022" cy="896867"/>
          </a:xfrm>
        </p:spPr>
        <p:txBody>
          <a:bodyPr/>
          <a:lstStyle/>
          <a:p>
            <a:r>
              <a:rPr lang="en-US" dirty="0"/>
              <a:t>scales down the information generated by the convolutional layer to effectively store it</a:t>
            </a:r>
          </a:p>
          <a:p>
            <a:endParaRPr lang="en-US" dirty="0"/>
          </a:p>
        </p:txBody>
      </p:sp>
      <p:sp>
        <p:nvSpPr>
          <p:cNvPr id="11" name="Subtitle 10">
            <a:extLst>
              <a:ext uri="{FF2B5EF4-FFF2-40B4-BE49-F238E27FC236}">
                <a16:creationId xmlns:a16="http://schemas.microsoft.com/office/drawing/2014/main" id="{D0FCF2E5-7C2F-4E9D-9E30-E7F02E86B69B}"/>
              </a:ext>
            </a:extLst>
          </p:cNvPr>
          <p:cNvSpPr>
            <a:spLocks noGrp="1"/>
          </p:cNvSpPr>
          <p:nvPr>
            <p:ph type="subTitle" idx="9"/>
          </p:nvPr>
        </p:nvSpPr>
        <p:spPr>
          <a:xfrm>
            <a:off x="5037577" y="1485479"/>
            <a:ext cx="2472000" cy="361500"/>
          </a:xfrm>
        </p:spPr>
        <p:txBody>
          <a:bodyPr/>
          <a:lstStyle/>
          <a:p>
            <a:r>
              <a:rPr lang="en-US" dirty="0"/>
              <a:t>Pooling layer</a:t>
            </a:r>
          </a:p>
        </p:txBody>
      </p:sp>
      <p:sp>
        <p:nvSpPr>
          <p:cNvPr id="12" name="Title 11">
            <a:extLst>
              <a:ext uri="{FF2B5EF4-FFF2-40B4-BE49-F238E27FC236}">
                <a16:creationId xmlns:a16="http://schemas.microsoft.com/office/drawing/2014/main" id="{C9582C90-7334-4B89-B749-6BC256F51935}"/>
              </a:ext>
            </a:extLst>
          </p:cNvPr>
          <p:cNvSpPr>
            <a:spLocks noGrp="1"/>
          </p:cNvSpPr>
          <p:nvPr>
            <p:ph type="title" idx="13"/>
          </p:nvPr>
        </p:nvSpPr>
        <p:spPr>
          <a:xfrm>
            <a:off x="5856024" y="3020091"/>
            <a:ext cx="722400" cy="593400"/>
          </a:xfrm>
        </p:spPr>
        <p:txBody>
          <a:bodyPr/>
          <a:lstStyle/>
          <a:p>
            <a:r>
              <a:rPr lang="en-US" dirty="0"/>
              <a:t>04</a:t>
            </a:r>
          </a:p>
        </p:txBody>
      </p:sp>
      <p:sp>
        <p:nvSpPr>
          <p:cNvPr id="13" name="Subtitle 12">
            <a:extLst>
              <a:ext uri="{FF2B5EF4-FFF2-40B4-BE49-F238E27FC236}">
                <a16:creationId xmlns:a16="http://schemas.microsoft.com/office/drawing/2014/main" id="{1C1514A7-A902-4634-8806-E10C7F58D3E7}"/>
              </a:ext>
            </a:extLst>
          </p:cNvPr>
          <p:cNvSpPr>
            <a:spLocks noGrp="1"/>
          </p:cNvSpPr>
          <p:nvPr>
            <p:ph type="subTitle" idx="14"/>
          </p:nvPr>
        </p:nvSpPr>
        <p:spPr>
          <a:xfrm>
            <a:off x="4549790" y="4150322"/>
            <a:ext cx="4057268" cy="729881"/>
          </a:xfrm>
        </p:spPr>
        <p:txBody>
          <a:bodyPr/>
          <a:lstStyle/>
          <a:p>
            <a:r>
              <a:rPr lang="en-US" dirty="0"/>
              <a:t>flattens the outputs into a single vector</a:t>
            </a:r>
          </a:p>
        </p:txBody>
      </p:sp>
      <p:sp>
        <p:nvSpPr>
          <p:cNvPr id="14" name="Subtitle 13">
            <a:extLst>
              <a:ext uri="{FF2B5EF4-FFF2-40B4-BE49-F238E27FC236}">
                <a16:creationId xmlns:a16="http://schemas.microsoft.com/office/drawing/2014/main" id="{0B82BF57-36C9-40F0-942E-86891B5031AC}"/>
              </a:ext>
            </a:extLst>
          </p:cNvPr>
          <p:cNvSpPr>
            <a:spLocks noGrp="1"/>
          </p:cNvSpPr>
          <p:nvPr>
            <p:ph type="subTitle" idx="15"/>
          </p:nvPr>
        </p:nvSpPr>
        <p:spPr/>
        <p:txBody>
          <a:bodyPr/>
          <a:lstStyle/>
          <a:p>
            <a:r>
              <a:rPr lang="en-US" dirty="0"/>
              <a:t>flatten layer</a:t>
            </a:r>
          </a:p>
        </p:txBody>
      </p:sp>
      <p:cxnSp>
        <p:nvCxnSpPr>
          <p:cNvPr id="15" name="Google Shape;1762;p63">
            <a:extLst>
              <a:ext uri="{FF2B5EF4-FFF2-40B4-BE49-F238E27FC236}">
                <a16:creationId xmlns:a16="http://schemas.microsoft.com/office/drawing/2014/main" id="{AE7FE8A1-5A4C-46CA-B800-E56CF1385FA9}"/>
              </a:ext>
            </a:extLst>
          </p:cNvPr>
          <p:cNvCxnSpPr>
            <a:cxnSpLocks/>
          </p:cNvCxnSpPr>
          <p:nvPr/>
        </p:nvCxnSpPr>
        <p:spPr>
          <a:xfrm>
            <a:off x="2916289" y="735174"/>
            <a:ext cx="3420000" cy="0"/>
          </a:xfrm>
          <a:prstGeom prst="straightConnector1">
            <a:avLst/>
          </a:prstGeom>
          <a:noFill/>
          <a:ln w="19050" cap="flat" cmpd="sng">
            <a:solidFill>
              <a:schemeClr val="accent3"/>
            </a:solidFill>
            <a:prstDash val="solid"/>
            <a:round/>
            <a:headEnd type="none" w="med" len="med"/>
            <a:tailEnd type="none" w="med" len="med"/>
          </a:ln>
        </p:spPr>
      </p:cxnSp>
      <p:sp>
        <p:nvSpPr>
          <p:cNvPr id="17" name="Google Shape;1342;p55">
            <a:extLst>
              <a:ext uri="{FF2B5EF4-FFF2-40B4-BE49-F238E27FC236}">
                <a16:creationId xmlns:a16="http://schemas.microsoft.com/office/drawing/2014/main" id="{01CE5202-AD13-49A8-9834-03E9D7F23120}"/>
              </a:ext>
            </a:extLst>
          </p:cNvPr>
          <p:cNvSpPr/>
          <p:nvPr/>
        </p:nvSpPr>
        <p:spPr>
          <a:xfrm>
            <a:off x="-30896" y="4229668"/>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43;p55">
            <a:extLst>
              <a:ext uri="{FF2B5EF4-FFF2-40B4-BE49-F238E27FC236}">
                <a16:creationId xmlns:a16="http://schemas.microsoft.com/office/drawing/2014/main" id="{6565120A-CCE5-4EF4-BE7F-242C82C415DA}"/>
              </a:ext>
            </a:extLst>
          </p:cNvPr>
          <p:cNvSpPr/>
          <p:nvPr/>
        </p:nvSpPr>
        <p:spPr>
          <a:xfrm>
            <a:off x="7531957" y="4558517"/>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55;p55">
            <a:extLst>
              <a:ext uri="{FF2B5EF4-FFF2-40B4-BE49-F238E27FC236}">
                <a16:creationId xmlns:a16="http://schemas.microsoft.com/office/drawing/2014/main" id="{2ECD7567-5AC9-475B-B846-C4522AD540C1}"/>
              </a:ext>
            </a:extLst>
          </p:cNvPr>
          <p:cNvSpPr/>
          <p:nvPr/>
        </p:nvSpPr>
        <p:spPr>
          <a:xfrm>
            <a:off x="6975049" y="232597"/>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1356;p55">
            <a:extLst>
              <a:ext uri="{FF2B5EF4-FFF2-40B4-BE49-F238E27FC236}">
                <a16:creationId xmlns:a16="http://schemas.microsoft.com/office/drawing/2014/main" id="{EBE1A231-B6ED-4D15-866A-2142A040E348}"/>
              </a:ext>
            </a:extLst>
          </p:cNvPr>
          <p:cNvGrpSpPr/>
          <p:nvPr/>
        </p:nvGrpSpPr>
        <p:grpSpPr>
          <a:xfrm>
            <a:off x="289158" y="161903"/>
            <a:ext cx="661597" cy="778153"/>
            <a:chOff x="2302650" y="4474650"/>
            <a:chExt cx="553175" cy="650575"/>
          </a:xfrm>
        </p:grpSpPr>
        <p:sp>
          <p:nvSpPr>
            <p:cNvPr id="21" name="Google Shape;1357;p55">
              <a:extLst>
                <a:ext uri="{FF2B5EF4-FFF2-40B4-BE49-F238E27FC236}">
                  <a16:creationId xmlns:a16="http://schemas.microsoft.com/office/drawing/2014/main" id="{2C90F8CC-8E37-4D1D-9125-176B777FB878}"/>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58;p55">
              <a:extLst>
                <a:ext uri="{FF2B5EF4-FFF2-40B4-BE49-F238E27FC236}">
                  <a16:creationId xmlns:a16="http://schemas.microsoft.com/office/drawing/2014/main" id="{0A2DDE77-F31B-4456-AB05-BDD23892B3F4}"/>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06983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2"/>
        <p:cNvGrpSpPr/>
        <p:nvPr/>
      </p:nvGrpSpPr>
      <p:grpSpPr>
        <a:xfrm>
          <a:off x="0" y="0"/>
          <a:ext cx="0" cy="0"/>
          <a:chOff x="0" y="0"/>
          <a:chExt cx="0" cy="0"/>
        </a:xfrm>
      </p:grpSpPr>
      <p:sp>
        <p:nvSpPr>
          <p:cNvPr id="2213" name="Google Shape;2213;p72"/>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a:t>
            </a:r>
            <a:r>
              <a:rPr lang="en" dirty="0"/>
              <a:t>ataset </a:t>
            </a:r>
            <a:endParaRPr dirty="0"/>
          </a:p>
        </p:txBody>
      </p:sp>
      <p:grpSp>
        <p:nvGrpSpPr>
          <p:cNvPr id="2239" name="Google Shape;2239;p72"/>
          <p:cNvGrpSpPr/>
          <p:nvPr/>
        </p:nvGrpSpPr>
        <p:grpSpPr>
          <a:xfrm>
            <a:off x="649338" y="367425"/>
            <a:ext cx="389750" cy="385750"/>
            <a:chOff x="3382475" y="1831100"/>
            <a:chExt cx="389750" cy="385750"/>
          </a:xfrm>
        </p:grpSpPr>
        <p:sp>
          <p:nvSpPr>
            <p:cNvPr id="2240" name="Google Shape;2240;p72"/>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2"/>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2"/>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2"/>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245" name="Google Shape;2245;p72"/>
          <p:cNvCxnSpPr/>
          <p:nvPr/>
        </p:nvCxnSpPr>
        <p:spPr>
          <a:xfrm>
            <a:off x="1538250" y="1039975"/>
            <a:ext cx="6067500" cy="0"/>
          </a:xfrm>
          <a:prstGeom prst="straightConnector1">
            <a:avLst/>
          </a:prstGeom>
          <a:noFill/>
          <a:ln w="19050" cap="flat" cmpd="sng">
            <a:solidFill>
              <a:schemeClr val="accent3"/>
            </a:solidFill>
            <a:prstDash val="solid"/>
            <a:round/>
            <a:headEnd type="none" w="med" len="med"/>
            <a:tailEnd type="none" w="med" len="med"/>
          </a:ln>
        </p:spPr>
      </p:cxnSp>
      <p:grpSp>
        <p:nvGrpSpPr>
          <p:cNvPr id="35" name="Google Shape;10223;p99">
            <a:extLst>
              <a:ext uri="{FF2B5EF4-FFF2-40B4-BE49-F238E27FC236}">
                <a16:creationId xmlns:a16="http://schemas.microsoft.com/office/drawing/2014/main" id="{94B33591-F722-4A65-8079-66D70B833726}"/>
              </a:ext>
            </a:extLst>
          </p:cNvPr>
          <p:cNvGrpSpPr/>
          <p:nvPr/>
        </p:nvGrpSpPr>
        <p:grpSpPr>
          <a:xfrm>
            <a:off x="5933735" y="1498587"/>
            <a:ext cx="2660588" cy="2333177"/>
            <a:chOff x="1760396" y="2481428"/>
            <a:chExt cx="350401" cy="347182"/>
          </a:xfrm>
          <a:solidFill>
            <a:schemeClr val="accent3">
              <a:lumMod val="75000"/>
            </a:schemeClr>
          </a:solidFill>
        </p:grpSpPr>
        <p:sp>
          <p:nvSpPr>
            <p:cNvPr id="36" name="Google Shape;10224;p99">
              <a:extLst>
                <a:ext uri="{FF2B5EF4-FFF2-40B4-BE49-F238E27FC236}">
                  <a16:creationId xmlns:a16="http://schemas.microsoft.com/office/drawing/2014/main" id="{769BA5AE-F830-4790-A932-766FFB2B3DEA}"/>
                </a:ext>
              </a:extLst>
            </p:cNvPr>
            <p:cNvSpPr/>
            <p:nvPr/>
          </p:nvSpPr>
          <p:spPr>
            <a:xfrm>
              <a:off x="1868139" y="2639429"/>
              <a:ext cx="132576" cy="189181"/>
            </a:xfrm>
            <a:custGeom>
              <a:avLst/>
              <a:gdLst/>
              <a:ahLst/>
              <a:cxnLst/>
              <a:rect l="l" t="t" r="r" b="b"/>
              <a:pathLst>
                <a:path w="4073" h="5812" extrusionOk="0">
                  <a:moveTo>
                    <a:pt x="3192" y="2763"/>
                  </a:moveTo>
                  <a:lnTo>
                    <a:pt x="3192" y="3383"/>
                  </a:lnTo>
                  <a:lnTo>
                    <a:pt x="882" y="3383"/>
                  </a:lnTo>
                  <a:lnTo>
                    <a:pt x="882" y="2763"/>
                  </a:lnTo>
                  <a:close/>
                  <a:moveTo>
                    <a:pt x="3192" y="4073"/>
                  </a:moveTo>
                  <a:lnTo>
                    <a:pt x="3192" y="4716"/>
                  </a:lnTo>
                  <a:lnTo>
                    <a:pt x="882" y="4716"/>
                  </a:lnTo>
                  <a:lnTo>
                    <a:pt x="882" y="4073"/>
                  </a:lnTo>
                  <a:close/>
                  <a:moveTo>
                    <a:pt x="1739" y="1"/>
                  </a:moveTo>
                  <a:lnTo>
                    <a:pt x="1739" y="1763"/>
                  </a:lnTo>
                  <a:lnTo>
                    <a:pt x="1" y="1763"/>
                  </a:lnTo>
                  <a:lnTo>
                    <a:pt x="1" y="5812"/>
                  </a:lnTo>
                  <a:lnTo>
                    <a:pt x="4073" y="5812"/>
                  </a:lnTo>
                  <a:lnTo>
                    <a:pt x="40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225;p99">
              <a:extLst>
                <a:ext uri="{FF2B5EF4-FFF2-40B4-BE49-F238E27FC236}">
                  <a16:creationId xmlns:a16="http://schemas.microsoft.com/office/drawing/2014/main" id="{C6CC69AF-B9B2-486A-BCDD-B7484B89D27D}"/>
                </a:ext>
              </a:extLst>
            </p:cNvPr>
            <p:cNvSpPr/>
            <p:nvPr/>
          </p:nvSpPr>
          <p:spPr>
            <a:xfrm>
              <a:off x="1760396" y="2481428"/>
              <a:ext cx="350401" cy="244125"/>
            </a:xfrm>
            <a:custGeom>
              <a:avLst/>
              <a:gdLst/>
              <a:ahLst/>
              <a:cxnLst/>
              <a:rect l="l" t="t" r="r" b="b"/>
              <a:pathLst>
                <a:path w="10765" h="7500" extrusionOk="0">
                  <a:moveTo>
                    <a:pt x="5245" y="1"/>
                  </a:moveTo>
                  <a:cubicBezTo>
                    <a:pt x="5133" y="1"/>
                    <a:pt x="5020" y="7"/>
                    <a:pt x="4906" y="21"/>
                  </a:cubicBezTo>
                  <a:cubicBezTo>
                    <a:pt x="3477" y="187"/>
                    <a:pt x="2382" y="1378"/>
                    <a:pt x="2358" y="2831"/>
                  </a:cubicBezTo>
                  <a:lnTo>
                    <a:pt x="2358" y="2902"/>
                  </a:lnTo>
                  <a:lnTo>
                    <a:pt x="2287" y="2902"/>
                  </a:lnTo>
                  <a:cubicBezTo>
                    <a:pt x="1024" y="2902"/>
                    <a:pt x="0" y="3926"/>
                    <a:pt x="24" y="5212"/>
                  </a:cubicBezTo>
                  <a:cubicBezTo>
                    <a:pt x="24" y="6460"/>
                    <a:pt x="1025" y="7475"/>
                    <a:pt x="2267" y="7475"/>
                  </a:cubicBezTo>
                  <a:cubicBezTo>
                    <a:pt x="2282" y="7475"/>
                    <a:pt x="2296" y="7475"/>
                    <a:pt x="2310" y="7474"/>
                  </a:cubicBezTo>
                  <a:lnTo>
                    <a:pt x="2691" y="7474"/>
                  </a:lnTo>
                  <a:lnTo>
                    <a:pt x="2691" y="5760"/>
                  </a:lnTo>
                  <a:lnTo>
                    <a:pt x="4239" y="4212"/>
                  </a:lnTo>
                  <a:lnTo>
                    <a:pt x="8026" y="4212"/>
                  </a:lnTo>
                  <a:lnTo>
                    <a:pt x="8026" y="7498"/>
                  </a:lnTo>
                  <a:cubicBezTo>
                    <a:pt x="8054" y="7499"/>
                    <a:pt x="8083" y="7500"/>
                    <a:pt x="8111" y="7500"/>
                  </a:cubicBezTo>
                  <a:cubicBezTo>
                    <a:pt x="9573" y="7500"/>
                    <a:pt x="10765" y="6303"/>
                    <a:pt x="10765" y="4831"/>
                  </a:cubicBezTo>
                  <a:cubicBezTo>
                    <a:pt x="10765" y="3359"/>
                    <a:pt x="9573" y="2163"/>
                    <a:pt x="8111" y="2163"/>
                  </a:cubicBezTo>
                  <a:cubicBezTo>
                    <a:pt x="8083" y="2163"/>
                    <a:pt x="8054" y="2163"/>
                    <a:pt x="8026" y="2164"/>
                  </a:cubicBezTo>
                  <a:cubicBezTo>
                    <a:pt x="7697" y="870"/>
                    <a:pt x="6541" y="1"/>
                    <a:pt x="52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226;p99">
              <a:extLst>
                <a:ext uri="{FF2B5EF4-FFF2-40B4-BE49-F238E27FC236}">
                  <a16:creationId xmlns:a16="http://schemas.microsoft.com/office/drawing/2014/main" id="{EE8E3D52-62D4-45F5-A957-38A451740CA5}"/>
                </a:ext>
              </a:extLst>
            </p:cNvPr>
            <p:cNvSpPr/>
            <p:nvPr/>
          </p:nvSpPr>
          <p:spPr>
            <a:xfrm>
              <a:off x="1870483" y="2641773"/>
              <a:ext cx="34112" cy="34145"/>
            </a:xfrm>
            <a:custGeom>
              <a:avLst/>
              <a:gdLst/>
              <a:ahLst/>
              <a:cxnLst/>
              <a:rect l="l" t="t" r="r" b="b"/>
              <a:pathLst>
                <a:path w="1048" h="1049" extrusionOk="0">
                  <a:moveTo>
                    <a:pt x="1048" y="0"/>
                  </a:moveTo>
                  <a:lnTo>
                    <a:pt x="0" y="1048"/>
                  </a:lnTo>
                  <a:lnTo>
                    <a:pt x="1048" y="1048"/>
                  </a:lnTo>
                  <a:lnTo>
                    <a:pt x="10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A01A19A6-B584-4645-8C85-742B7FC8F4F9}"/>
              </a:ext>
            </a:extLst>
          </p:cNvPr>
          <p:cNvSpPr txBox="1"/>
          <p:nvPr/>
        </p:nvSpPr>
        <p:spPr>
          <a:xfrm>
            <a:off x="338667" y="1422400"/>
            <a:ext cx="5000977" cy="2485552"/>
          </a:xfrm>
          <a:prstGeom prst="rect">
            <a:avLst/>
          </a:prstGeom>
          <a:noFill/>
        </p:spPr>
        <p:txBody>
          <a:bodyPr wrap="square" rtlCol="0">
            <a:spAutoFit/>
          </a:bodyPr>
          <a:lstStyle/>
          <a:p>
            <a:pPr algn="just">
              <a:lnSpc>
                <a:spcPct val="200000"/>
              </a:lnSpc>
            </a:pPr>
            <a:r>
              <a:rPr lang="en-US" sz="1600" dirty="0">
                <a:latin typeface="Fira Sans Extra Condensed Medium"/>
              </a:rPr>
              <a:t>We have a dataset containing 2000 chest x-ray images (1000 infected with COVID-19 and 1000 non-infected images) This dataset is uploaded to google Drive, where when we run the code on </a:t>
            </a:r>
            <a:r>
              <a:rPr lang="en-US" sz="1600" dirty="0" err="1">
                <a:latin typeface="Fira Sans Extra Condensed Medium"/>
              </a:rPr>
              <a:t>Colab</a:t>
            </a:r>
            <a:r>
              <a:rPr lang="en-US" sz="1600" dirty="0">
                <a:latin typeface="Fira Sans Extra Condensed Medium"/>
              </a:rPr>
              <a:t>, we will first connect with google drive in order to access the dataset folder.</a:t>
            </a:r>
          </a:p>
        </p:txBody>
      </p:sp>
      <p:sp>
        <p:nvSpPr>
          <p:cNvPr id="14" name="Google Shape;1342;p55">
            <a:extLst>
              <a:ext uri="{FF2B5EF4-FFF2-40B4-BE49-F238E27FC236}">
                <a16:creationId xmlns:a16="http://schemas.microsoft.com/office/drawing/2014/main" id="{8243FC0E-FF76-4764-973F-F892039A4ECF}"/>
              </a:ext>
            </a:extLst>
          </p:cNvPr>
          <p:cNvSpPr/>
          <p:nvPr/>
        </p:nvSpPr>
        <p:spPr>
          <a:xfrm>
            <a:off x="5412606" y="3317974"/>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43;p55">
            <a:extLst>
              <a:ext uri="{FF2B5EF4-FFF2-40B4-BE49-F238E27FC236}">
                <a16:creationId xmlns:a16="http://schemas.microsoft.com/office/drawing/2014/main" id="{43F8905B-3B29-4C15-8B1E-EE81F7631074}"/>
              </a:ext>
            </a:extLst>
          </p:cNvPr>
          <p:cNvSpPr/>
          <p:nvPr/>
        </p:nvSpPr>
        <p:spPr>
          <a:xfrm>
            <a:off x="8210872" y="27823"/>
            <a:ext cx="766902"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55;p55">
            <a:extLst>
              <a:ext uri="{FF2B5EF4-FFF2-40B4-BE49-F238E27FC236}">
                <a16:creationId xmlns:a16="http://schemas.microsoft.com/office/drawing/2014/main" id="{C402511C-EBA7-46F1-8916-5221240F86D8}"/>
              </a:ext>
            </a:extLst>
          </p:cNvPr>
          <p:cNvSpPr/>
          <p:nvPr/>
        </p:nvSpPr>
        <p:spPr>
          <a:xfrm>
            <a:off x="123045" y="461825"/>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356;p55">
            <a:extLst>
              <a:ext uri="{FF2B5EF4-FFF2-40B4-BE49-F238E27FC236}">
                <a16:creationId xmlns:a16="http://schemas.microsoft.com/office/drawing/2014/main" id="{341F1F09-DB71-464E-8906-50AE253EE001}"/>
              </a:ext>
            </a:extLst>
          </p:cNvPr>
          <p:cNvGrpSpPr/>
          <p:nvPr/>
        </p:nvGrpSpPr>
        <p:grpSpPr>
          <a:xfrm>
            <a:off x="7427674" y="4375928"/>
            <a:ext cx="661597" cy="778153"/>
            <a:chOff x="2302650" y="4474650"/>
            <a:chExt cx="553175" cy="650575"/>
          </a:xfrm>
        </p:grpSpPr>
        <p:sp>
          <p:nvSpPr>
            <p:cNvPr id="18" name="Google Shape;1357;p55">
              <a:extLst>
                <a:ext uri="{FF2B5EF4-FFF2-40B4-BE49-F238E27FC236}">
                  <a16:creationId xmlns:a16="http://schemas.microsoft.com/office/drawing/2014/main" id="{442A5C76-B6B7-4679-B58F-7ED2BF8B2E26}"/>
                </a:ext>
              </a:extLst>
            </p:cNvPr>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58;p55">
              <a:extLst>
                <a:ext uri="{FF2B5EF4-FFF2-40B4-BE49-F238E27FC236}">
                  <a16:creationId xmlns:a16="http://schemas.microsoft.com/office/drawing/2014/main" id="{445D9948-EE66-442D-93F0-7236B3C83C88}"/>
                </a:ext>
              </a:extLst>
            </p:cNvPr>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DBACFB-AA8D-42EE-9FC8-2F6E989586B8}"/>
              </a:ext>
            </a:extLst>
          </p:cNvPr>
          <p:cNvPicPr>
            <a:picLocks noChangeAspect="1"/>
          </p:cNvPicPr>
          <p:nvPr/>
        </p:nvPicPr>
        <p:blipFill>
          <a:blip r:embed="rId2"/>
          <a:stretch>
            <a:fillRect/>
          </a:stretch>
        </p:blipFill>
        <p:spPr>
          <a:xfrm>
            <a:off x="2736000" y="665010"/>
            <a:ext cx="3672000" cy="56774"/>
          </a:xfrm>
          <a:prstGeom prst="rect">
            <a:avLst/>
          </a:prstGeom>
        </p:spPr>
      </p:pic>
      <p:grpSp>
        <p:nvGrpSpPr>
          <p:cNvPr id="5" name="Google Shape;365;p18">
            <a:extLst>
              <a:ext uri="{FF2B5EF4-FFF2-40B4-BE49-F238E27FC236}">
                <a16:creationId xmlns:a16="http://schemas.microsoft.com/office/drawing/2014/main" id="{3D16A0A1-0A9B-4A53-AF03-9A1049DD8109}"/>
              </a:ext>
            </a:extLst>
          </p:cNvPr>
          <p:cNvGrpSpPr/>
          <p:nvPr/>
        </p:nvGrpSpPr>
        <p:grpSpPr>
          <a:xfrm>
            <a:off x="0" y="1626880"/>
            <a:ext cx="9059813" cy="3424012"/>
            <a:chOff x="566720" y="1176314"/>
            <a:chExt cx="8410408" cy="3424012"/>
          </a:xfrm>
        </p:grpSpPr>
        <p:grpSp>
          <p:nvGrpSpPr>
            <p:cNvPr id="6" name="Google Shape;366;p18">
              <a:extLst>
                <a:ext uri="{FF2B5EF4-FFF2-40B4-BE49-F238E27FC236}">
                  <a16:creationId xmlns:a16="http://schemas.microsoft.com/office/drawing/2014/main" id="{F0396B70-69BE-4C08-9916-321BA8B294F5}"/>
                </a:ext>
              </a:extLst>
            </p:cNvPr>
            <p:cNvGrpSpPr/>
            <p:nvPr/>
          </p:nvGrpSpPr>
          <p:grpSpPr>
            <a:xfrm>
              <a:off x="566720" y="1176314"/>
              <a:ext cx="2663070" cy="3424012"/>
              <a:chOff x="675820" y="1128364"/>
              <a:chExt cx="2663070" cy="3424012"/>
            </a:xfrm>
          </p:grpSpPr>
          <p:sp>
            <p:nvSpPr>
              <p:cNvPr id="24" name="Google Shape;367;p18">
                <a:extLst>
                  <a:ext uri="{FF2B5EF4-FFF2-40B4-BE49-F238E27FC236}">
                    <a16:creationId xmlns:a16="http://schemas.microsoft.com/office/drawing/2014/main" id="{567BC677-D482-44DA-9283-300448064D1C}"/>
                  </a:ext>
                </a:extLst>
              </p:cNvPr>
              <p:cNvSpPr/>
              <p:nvPr/>
            </p:nvSpPr>
            <p:spPr>
              <a:xfrm>
                <a:off x="675820" y="1128364"/>
                <a:ext cx="2663070" cy="2662971"/>
              </a:xfrm>
              <a:custGeom>
                <a:avLst/>
                <a:gdLst/>
                <a:ahLst/>
                <a:cxnLst/>
                <a:rect l="l" t="t" r="r" b="b"/>
                <a:pathLst>
                  <a:path w="39694" h="39694" extrusionOk="0">
                    <a:moveTo>
                      <a:pt x="19858" y="0"/>
                    </a:moveTo>
                    <a:cubicBezTo>
                      <a:pt x="8902" y="0"/>
                      <a:pt x="0" y="8902"/>
                      <a:pt x="0" y="19858"/>
                    </a:cubicBezTo>
                    <a:cubicBezTo>
                      <a:pt x="0" y="30814"/>
                      <a:pt x="8902" y="39693"/>
                      <a:pt x="19858" y="39693"/>
                    </a:cubicBezTo>
                    <a:cubicBezTo>
                      <a:pt x="30814" y="39693"/>
                      <a:pt x="39693" y="30814"/>
                      <a:pt x="39693" y="19858"/>
                    </a:cubicBezTo>
                    <a:cubicBezTo>
                      <a:pt x="39693" y="8902"/>
                      <a:pt x="30814" y="0"/>
                      <a:pt x="198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68;p18">
                <a:extLst>
                  <a:ext uri="{FF2B5EF4-FFF2-40B4-BE49-F238E27FC236}">
                    <a16:creationId xmlns:a16="http://schemas.microsoft.com/office/drawing/2014/main" id="{C6BD0580-AA37-494A-8A3A-B3A47B6E2818}"/>
                  </a:ext>
                </a:extLst>
              </p:cNvPr>
              <p:cNvSpPr/>
              <p:nvPr/>
            </p:nvSpPr>
            <p:spPr>
              <a:xfrm>
                <a:off x="896345" y="1777637"/>
                <a:ext cx="2223564" cy="2774739"/>
              </a:xfrm>
              <a:custGeom>
                <a:avLst/>
                <a:gdLst/>
                <a:ahLst/>
                <a:cxnLst/>
                <a:rect l="l" t="t" r="r" b="b"/>
                <a:pathLst>
                  <a:path w="33143" h="41360" extrusionOk="0">
                    <a:moveTo>
                      <a:pt x="13056" y="594"/>
                    </a:moveTo>
                    <a:cubicBezTo>
                      <a:pt x="10705" y="1735"/>
                      <a:pt x="10066" y="5227"/>
                      <a:pt x="9998" y="5661"/>
                    </a:cubicBezTo>
                    <a:lnTo>
                      <a:pt x="9998" y="5661"/>
                    </a:lnTo>
                    <a:cubicBezTo>
                      <a:pt x="9883" y="6711"/>
                      <a:pt x="10043" y="7670"/>
                      <a:pt x="10135" y="8834"/>
                    </a:cubicBezTo>
                    <a:lnTo>
                      <a:pt x="10135" y="8834"/>
                    </a:lnTo>
                    <a:cubicBezTo>
                      <a:pt x="10020" y="8902"/>
                      <a:pt x="9929" y="9016"/>
                      <a:pt x="9929" y="9244"/>
                    </a:cubicBezTo>
                    <a:lnTo>
                      <a:pt x="9929" y="9244"/>
                    </a:lnTo>
                    <a:cubicBezTo>
                      <a:pt x="9929" y="9929"/>
                      <a:pt x="10157" y="10340"/>
                      <a:pt x="10043" y="10751"/>
                    </a:cubicBezTo>
                    <a:lnTo>
                      <a:pt x="10043" y="10751"/>
                    </a:lnTo>
                    <a:cubicBezTo>
                      <a:pt x="9906" y="11162"/>
                      <a:pt x="10226" y="12166"/>
                      <a:pt x="11230" y="12166"/>
                    </a:cubicBezTo>
                    <a:lnTo>
                      <a:pt x="11230" y="12166"/>
                    </a:lnTo>
                    <a:cubicBezTo>
                      <a:pt x="11230" y="12166"/>
                      <a:pt x="11253" y="12143"/>
                      <a:pt x="11253" y="12143"/>
                    </a:cubicBezTo>
                    <a:lnTo>
                      <a:pt x="11253" y="12143"/>
                    </a:lnTo>
                    <a:cubicBezTo>
                      <a:pt x="11321" y="12531"/>
                      <a:pt x="11413" y="12919"/>
                      <a:pt x="11550" y="13285"/>
                    </a:cubicBezTo>
                    <a:lnTo>
                      <a:pt x="11550" y="13285"/>
                    </a:lnTo>
                    <a:cubicBezTo>
                      <a:pt x="11892" y="14289"/>
                      <a:pt x="12531" y="15681"/>
                      <a:pt x="13536" y="16754"/>
                    </a:cubicBezTo>
                    <a:lnTo>
                      <a:pt x="13536" y="16754"/>
                    </a:lnTo>
                    <a:lnTo>
                      <a:pt x="13536" y="16982"/>
                    </a:lnTo>
                    <a:cubicBezTo>
                      <a:pt x="13513" y="18283"/>
                      <a:pt x="12714" y="19447"/>
                      <a:pt x="11527" y="19972"/>
                    </a:cubicBezTo>
                    <a:lnTo>
                      <a:pt x="11527" y="19972"/>
                    </a:lnTo>
                    <a:lnTo>
                      <a:pt x="3607" y="23442"/>
                    </a:lnTo>
                    <a:cubicBezTo>
                      <a:pt x="1689" y="24286"/>
                      <a:pt x="411" y="26135"/>
                      <a:pt x="297" y="28235"/>
                    </a:cubicBezTo>
                    <a:lnTo>
                      <a:pt x="297" y="28235"/>
                    </a:lnTo>
                    <a:lnTo>
                      <a:pt x="0" y="34421"/>
                    </a:lnTo>
                    <a:cubicBezTo>
                      <a:pt x="1392" y="35859"/>
                      <a:pt x="2990" y="37091"/>
                      <a:pt x="4725" y="38118"/>
                    </a:cubicBezTo>
                    <a:lnTo>
                      <a:pt x="4725" y="38118"/>
                    </a:lnTo>
                    <a:cubicBezTo>
                      <a:pt x="5090" y="34900"/>
                      <a:pt x="5318" y="32732"/>
                      <a:pt x="5318" y="32732"/>
                    </a:cubicBezTo>
                    <a:lnTo>
                      <a:pt x="5318" y="32732"/>
                    </a:lnTo>
                    <a:cubicBezTo>
                      <a:pt x="5318" y="32732"/>
                      <a:pt x="5843" y="35790"/>
                      <a:pt x="6368" y="39009"/>
                    </a:cubicBezTo>
                    <a:lnTo>
                      <a:pt x="6368" y="39009"/>
                    </a:lnTo>
                    <a:cubicBezTo>
                      <a:pt x="9450" y="40515"/>
                      <a:pt x="12919" y="41360"/>
                      <a:pt x="16571" y="41360"/>
                    </a:cubicBezTo>
                    <a:lnTo>
                      <a:pt x="16571" y="41360"/>
                    </a:lnTo>
                    <a:cubicBezTo>
                      <a:pt x="20246" y="41360"/>
                      <a:pt x="23716" y="40515"/>
                      <a:pt x="26797" y="39009"/>
                    </a:cubicBezTo>
                    <a:lnTo>
                      <a:pt x="26797" y="39009"/>
                    </a:lnTo>
                    <a:cubicBezTo>
                      <a:pt x="27322" y="35813"/>
                      <a:pt x="27824" y="32869"/>
                      <a:pt x="27824" y="32869"/>
                    </a:cubicBezTo>
                    <a:lnTo>
                      <a:pt x="27824" y="32869"/>
                    </a:lnTo>
                    <a:cubicBezTo>
                      <a:pt x="27824" y="32869"/>
                      <a:pt x="28052" y="34969"/>
                      <a:pt x="28395" y="38118"/>
                    </a:cubicBezTo>
                    <a:lnTo>
                      <a:pt x="28395" y="38118"/>
                    </a:lnTo>
                    <a:cubicBezTo>
                      <a:pt x="30130" y="37114"/>
                      <a:pt x="31727" y="35859"/>
                      <a:pt x="33142" y="34421"/>
                    </a:cubicBezTo>
                    <a:lnTo>
                      <a:pt x="33142" y="34421"/>
                    </a:lnTo>
                    <a:lnTo>
                      <a:pt x="32846" y="28372"/>
                    </a:lnTo>
                    <a:cubicBezTo>
                      <a:pt x="32732" y="26272"/>
                      <a:pt x="31453" y="24423"/>
                      <a:pt x="29536" y="23579"/>
                    </a:cubicBezTo>
                    <a:lnTo>
                      <a:pt x="29536" y="23579"/>
                    </a:lnTo>
                    <a:lnTo>
                      <a:pt x="21616" y="20109"/>
                    </a:lnTo>
                    <a:cubicBezTo>
                      <a:pt x="20429" y="19584"/>
                      <a:pt x="19630" y="18420"/>
                      <a:pt x="19607" y="17119"/>
                    </a:cubicBezTo>
                    <a:lnTo>
                      <a:pt x="19607" y="17119"/>
                    </a:lnTo>
                    <a:lnTo>
                      <a:pt x="19607" y="16731"/>
                    </a:lnTo>
                    <a:lnTo>
                      <a:pt x="19493" y="16731"/>
                    </a:lnTo>
                    <a:cubicBezTo>
                      <a:pt x="20474" y="15658"/>
                      <a:pt x="21114" y="14289"/>
                      <a:pt x="21479" y="13285"/>
                    </a:cubicBezTo>
                    <a:lnTo>
                      <a:pt x="21479" y="13285"/>
                    </a:lnTo>
                    <a:cubicBezTo>
                      <a:pt x="21593" y="12919"/>
                      <a:pt x="21707" y="12531"/>
                      <a:pt x="21753" y="12143"/>
                    </a:cubicBezTo>
                    <a:lnTo>
                      <a:pt x="21753" y="12143"/>
                    </a:lnTo>
                    <a:cubicBezTo>
                      <a:pt x="21775" y="12143"/>
                      <a:pt x="21775" y="12166"/>
                      <a:pt x="21775" y="12166"/>
                    </a:cubicBezTo>
                    <a:lnTo>
                      <a:pt x="21775" y="12166"/>
                    </a:lnTo>
                    <a:cubicBezTo>
                      <a:pt x="22780" y="12166"/>
                      <a:pt x="23099" y="11162"/>
                      <a:pt x="22962" y="10751"/>
                    </a:cubicBezTo>
                    <a:lnTo>
                      <a:pt x="22962" y="10751"/>
                    </a:lnTo>
                    <a:cubicBezTo>
                      <a:pt x="22848" y="10340"/>
                      <a:pt x="23077" y="9929"/>
                      <a:pt x="23077" y="9244"/>
                    </a:cubicBezTo>
                    <a:lnTo>
                      <a:pt x="23077" y="9244"/>
                    </a:lnTo>
                    <a:cubicBezTo>
                      <a:pt x="23077" y="9016"/>
                      <a:pt x="22985" y="8902"/>
                      <a:pt x="22871" y="8834"/>
                    </a:cubicBezTo>
                    <a:lnTo>
                      <a:pt x="22871" y="8834"/>
                    </a:lnTo>
                    <a:cubicBezTo>
                      <a:pt x="22985" y="7670"/>
                      <a:pt x="23145" y="6711"/>
                      <a:pt x="23008" y="5661"/>
                    </a:cubicBezTo>
                    <a:lnTo>
                      <a:pt x="23008" y="5661"/>
                    </a:lnTo>
                    <a:cubicBezTo>
                      <a:pt x="22962" y="5204"/>
                      <a:pt x="22072" y="1324"/>
                      <a:pt x="19767" y="502"/>
                    </a:cubicBezTo>
                    <a:lnTo>
                      <a:pt x="19767" y="502"/>
                    </a:lnTo>
                    <a:cubicBezTo>
                      <a:pt x="18557" y="137"/>
                      <a:pt x="17393" y="0"/>
                      <a:pt x="16320" y="0"/>
                    </a:cubicBezTo>
                    <a:lnTo>
                      <a:pt x="16320" y="0"/>
                    </a:lnTo>
                    <a:cubicBezTo>
                      <a:pt x="14928" y="0"/>
                      <a:pt x="13764" y="251"/>
                      <a:pt x="13056" y="594"/>
                    </a:cubicBezTo>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69;p18">
                <a:extLst>
                  <a:ext uri="{FF2B5EF4-FFF2-40B4-BE49-F238E27FC236}">
                    <a16:creationId xmlns:a16="http://schemas.microsoft.com/office/drawing/2014/main" id="{13FFF394-85AF-4F5A-8879-52FBF514AF2F}"/>
                  </a:ext>
                </a:extLst>
              </p:cNvPr>
              <p:cNvSpPr/>
              <p:nvPr/>
            </p:nvSpPr>
            <p:spPr>
              <a:xfrm>
                <a:off x="1490494" y="3696340"/>
                <a:ext cx="402808" cy="663093"/>
              </a:xfrm>
              <a:custGeom>
                <a:avLst/>
                <a:gdLst/>
                <a:ahLst/>
                <a:cxnLst/>
                <a:rect l="l" t="t" r="r" b="b"/>
                <a:pathLst>
                  <a:path w="6004" h="9884" extrusionOk="0">
                    <a:moveTo>
                      <a:pt x="3858" y="0"/>
                    </a:moveTo>
                    <a:cubicBezTo>
                      <a:pt x="2214" y="0"/>
                      <a:pt x="23" y="2762"/>
                      <a:pt x="23" y="5684"/>
                    </a:cubicBezTo>
                    <a:cubicBezTo>
                      <a:pt x="23" y="8605"/>
                      <a:pt x="0" y="9884"/>
                      <a:pt x="3013" y="9884"/>
                    </a:cubicBezTo>
                    <a:cubicBezTo>
                      <a:pt x="5798" y="9884"/>
                      <a:pt x="6003" y="8605"/>
                      <a:pt x="6003" y="5684"/>
                    </a:cubicBezTo>
                    <a:cubicBezTo>
                      <a:pt x="6003" y="2762"/>
                      <a:pt x="5501" y="0"/>
                      <a:pt x="38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70;p18">
                <a:extLst>
                  <a:ext uri="{FF2B5EF4-FFF2-40B4-BE49-F238E27FC236}">
                    <a16:creationId xmlns:a16="http://schemas.microsoft.com/office/drawing/2014/main" id="{61C91357-1145-4132-9FF8-74CAE2A201B9}"/>
                  </a:ext>
                </a:extLst>
              </p:cNvPr>
              <p:cNvSpPr/>
              <p:nvPr/>
            </p:nvSpPr>
            <p:spPr>
              <a:xfrm>
                <a:off x="1665062" y="3315014"/>
                <a:ext cx="356852" cy="849932"/>
              </a:xfrm>
              <a:custGeom>
                <a:avLst/>
                <a:gdLst/>
                <a:ahLst/>
                <a:cxnLst/>
                <a:rect l="l" t="t" r="r" b="b"/>
                <a:pathLst>
                  <a:path w="5319" h="12669" extrusionOk="0">
                    <a:moveTo>
                      <a:pt x="4908" y="1"/>
                    </a:moveTo>
                    <a:lnTo>
                      <a:pt x="4908" y="5958"/>
                    </a:lnTo>
                    <a:cubicBezTo>
                      <a:pt x="4908" y="6483"/>
                      <a:pt x="4702" y="6963"/>
                      <a:pt x="4337" y="7351"/>
                    </a:cubicBezTo>
                    <a:lnTo>
                      <a:pt x="0" y="11665"/>
                    </a:lnTo>
                    <a:lnTo>
                      <a:pt x="0" y="12669"/>
                    </a:lnTo>
                    <a:lnTo>
                      <a:pt x="411" y="12669"/>
                    </a:lnTo>
                    <a:lnTo>
                      <a:pt x="411" y="11847"/>
                    </a:lnTo>
                    <a:lnTo>
                      <a:pt x="4611" y="7624"/>
                    </a:lnTo>
                    <a:cubicBezTo>
                      <a:pt x="5068" y="7191"/>
                      <a:pt x="5319" y="6597"/>
                      <a:pt x="5319" y="5958"/>
                    </a:cubicBezTo>
                    <a:lnTo>
                      <a:pt x="531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71;p18">
                <a:extLst>
                  <a:ext uri="{FF2B5EF4-FFF2-40B4-BE49-F238E27FC236}">
                    <a16:creationId xmlns:a16="http://schemas.microsoft.com/office/drawing/2014/main" id="{35A2C759-6429-468A-99B5-D0C5F934E2E2}"/>
                  </a:ext>
                </a:extLst>
              </p:cNvPr>
              <p:cNvSpPr/>
              <p:nvPr/>
            </p:nvSpPr>
            <p:spPr>
              <a:xfrm>
                <a:off x="1712562" y="3953553"/>
                <a:ext cx="116401" cy="189992"/>
              </a:xfrm>
              <a:custGeom>
                <a:avLst/>
                <a:gdLst/>
                <a:ahLst/>
                <a:cxnLst/>
                <a:rect l="l" t="t" r="r" b="b"/>
                <a:pathLst>
                  <a:path w="1735" h="2832" extrusionOk="0">
                    <a:moveTo>
                      <a:pt x="0" y="1"/>
                    </a:moveTo>
                    <a:lnTo>
                      <a:pt x="0" y="389"/>
                    </a:lnTo>
                    <a:lnTo>
                      <a:pt x="1255" y="389"/>
                    </a:lnTo>
                    <a:lnTo>
                      <a:pt x="822" y="2740"/>
                    </a:lnTo>
                    <a:lnTo>
                      <a:pt x="1233" y="2831"/>
                    </a:lnTo>
                    <a:lnTo>
                      <a:pt x="17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72;p18">
                <a:extLst>
                  <a:ext uri="{FF2B5EF4-FFF2-40B4-BE49-F238E27FC236}">
                    <a16:creationId xmlns:a16="http://schemas.microsoft.com/office/drawing/2014/main" id="{C58141DF-8699-42C2-A654-A3C69AFE3B21}"/>
                  </a:ext>
                </a:extLst>
              </p:cNvPr>
              <p:cNvSpPr/>
              <p:nvPr/>
            </p:nvSpPr>
            <p:spPr>
              <a:xfrm>
                <a:off x="1608371" y="4089875"/>
                <a:ext cx="70512" cy="27640"/>
              </a:xfrm>
              <a:custGeom>
                <a:avLst/>
                <a:gdLst/>
                <a:ahLst/>
                <a:cxnLst/>
                <a:rect l="l" t="t" r="r" b="b"/>
                <a:pathLst>
                  <a:path w="1051" h="412" extrusionOk="0">
                    <a:moveTo>
                      <a:pt x="1" y="0"/>
                    </a:moveTo>
                    <a:lnTo>
                      <a:pt x="1" y="411"/>
                    </a:lnTo>
                    <a:lnTo>
                      <a:pt x="1051" y="411"/>
                    </a:lnTo>
                    <a:lnTo>
                      <a:pt x="105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73;p18">
                <a:extLst>
                  <a:ext uri="{FF2B5EF4-FFF2-40B4-BE49-F238E27FC236}">
                    <a16:creationId xmlns:a16="http://schemas.microsoft.com/office/drawing/2014/main" id="{37564970-64A0-4032-8A1B-B71D446B5D3E}"/>
                  </a:ext>
                </a:extLst>
              </p:cNvPr>
              <p:cNvSpPr/>
              <p:nvPr/>
            </p:nvSpPr>
            <p:spPr>
              <a:xfrm>
                <a:off x="2122951" y="3696340"/>
                <a:ext cx="401265" cy="663093"/>
              </a:xfrm>
              <a:custGeom>
                <a:avLst/>
                <a:gdLst/>
                <a:ahLst/>
                <a:cxnLst/>
                <a:rect l="l" t="t" r="r" b="b"/>
                <a:pathLst>
                  <a:path w="5981" h="9884" extrusionOk="0">
                    <a:moveTo>
                      <a:pt x="2146" y="0"/>
                    </a:moveTo>
                    <a:cubicBezTo>
                      <a:pt x="480" y="0"/>
                      <a:pt x="0" y="2762"/>
                      <a:pt x="0" y="5684"/>
                    </a:cubicBezTo>
                    <a:cubicBezTo>
                      <a:pt x="0" y="8605"/>
                      <a:pt x="206" y="9884"/>
                      <a:pt x="2990" y="9884"/>
                    </a:cubicBezTo>
                    <a:cubicBezTo>
                      <a:pt x="5980" y="9884"/>
                      <a:pt x="5958" y="8605"/>
                      <a:pt x="5958" y="5684"/>
                    </a:cubicBezTo>
                    <a:cubicBezTo>
                      <a:pt x="5958" y="2762"/>
                      <a:pt x="3789" y="0"/>
                      <a:pt x="21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74;p18">
                <a:extLst>
                  <a:ext uri="{FF2B5EF4-FFF2-40B4-BE49-F238E27FC236}">
                    <a16:creationId xmlns:a16="http://schemas.microsoft.com/office/drawing/2014/main" id="{7DB3F6F2-EDD5-4590-8BD9-738906FDA211}"/>
                  </a:ext>
                </a:extLst>
              </p:cNvPr>
              <p:cNvSpPr/>
              <p:nvPr/>
            </p:nvSpPr>
            <p:spPr>
              <a:xfrm>
                <a:off x="1994273" y="3315014"/>
                <a:ext cx="355376" cy="849932"/>
              </a:xfrm>
              <a:custGeom>
                <a:avLst/>
                <a:gdLst/>
                <a:ahLst/>
                <a:cxnLst/>
                <a:rect l="l" t="t" r="r" b="b"/>
                <a:pathLst>
                  <a:path w="5297" h="12669" extrusionOk="0">
                    <a:moveTo>
                      <a:pt x="1" y="1"/>
                    </a:moveTo>
                    <a:lnTo>
                      <a:pt x="1" y="5958"/>
                    </a:lnTo>
                    <a:cubicBezTo>
                      <a:pt x="1" y="6597"/>
                      <a:pt x="252" y="7191"/>
                      <a:pt x="686" y="7624"/>
                    </a:cubicBezTo>
                    <a:lnTo>
                      <a:pt x="4908" y="11847"/>
                    </a:lnTo>
                    <a:lnTo>
                      <a:pt x="4908" y="12669"/>
                    </a:lnTo>
                    <a:lnTo>
                      <a:pt x="5296" y="12669"/>
                    </a:lnTo>
                    <a:lnTo>
                      <a:pt x="5296" y="11665"/>
                    </a:lnTo>
                    <a:lnTo>
                      <a:pt x="982" y="7351"/>
                    </a:lnTo>
                    <a:cubicBezTo>
                      <a:pt x="617" y="6963"/>
                      <a:pt x="412" y="6483"/>
                      <a:pt x="412" y="5958"/>
                    </a:cubicBezTo>
                    <a:lnTo>
                      <a:pt x="4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75;p18">
                <a:extLst>
                  <a:ext uri="{FF2B5EF4-FFF2-40B4-BE49-F238E27FC236}">
                    <a16:creationId xmlns:a16="http://schemas.microsoft.com/office/drawing/2014/main" id="{FC5EBDF3-2D5B-4F94-9149-B61E7608BB95}"/>
                  </a:ext>
                </a:extLst>
              </p:cNvPr>
              <p:cNvSpPr/>
              <p:nvPr/>
            </p:nvSpPr>
            <p:spPr>
              <a:xfrm>
                <a:off x="2185748" y="3953553"/>
                <a:ext cx="116401" cy="189992"/>
              </a:xfrm>
              <a:custGeom>
                <a:avLst/>
                <a:gdLst/>
                <a:ahLst/>
                <a:cxnLst/>
                <a:rect l="l" t="t" r="r" b="b"/>
                <a:pathLst>
                  <a:path w="1735" h="2832" extrusionOk="0">
                    <a:moveTo>
                      <a:pt x="0" y="1"/>
                    </a:moveTo>
                    <a:lnTo>
                      <a:pt x="525" y="2831"/>
                    </a:lnTo>
                    <a:lnTo>
                      <a:pt x="936" y="2740"/>
                    </a:lnTo>
                    <a:lnTo>
                      <a:pt x="502" y="389"/>
                    </a:lnTo>
                    <a:lnTo>
                      <a:pt x="1735" y="389"/>
                    </a:lnTo>
                    <a:lnTo>
                      <a:pt x="17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76;p18">
                <a:extLst>
                  <a:ext uri="{FF2B5EF4-FFF2-40B4-BE49-F238E27FC236}">
                    <a16:creationId xmlns:a16="http://schemas.microsoft.com/office/drawing/2014/main" id="{28F62860-3556-4C70-8CEB-A8F81DDBE0AC}"/>
                  </a:ext>
                </a:extLst>
              </p:cNvPr>
              <p:cNvSpPr/>
              <p:nvPr/>
            </p:nvSpPr>
            <p:spPr>
              <a:xfrm>
                <a:off x="2335761" y="4089875"/>
                <a:ext cx="70512" cy="27640"/>
              </a:xfrm>
              <a:custGeom>
                <a:avLst/>
                <a:gdLst/>
                <a:ahLst/>
                <a:cxnLst/>
                <a:rect l="l" t="t" r="r" b="b"/>
                <a:pathLst>
                  <a:path w="1051" h="412" extrusionOk="0">
                    <a:moveTo>
                      <a:pt x="1" y="0"/>
                    </a:moveTo>
                    <a:lnTo>
                      <a:pt x="1" y="411"/>
                    </a:lnTo>
                    <a:lnTo>
                      <a:pt x="1051" y="411"/>
                    </a:lnTo>
                    <a:lnTo>
                      <a:pt x="105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377;p18">
              <a:extLst>
                <a:ext uri="{FF2B5EF4-FFF2-40B4-BE49-F238E27FC236}">
                  <a16:creationId xmlns:a16="http://schemas.microsoft.com/office/drawing/2014/main" id="{03D648FF-4DED-4E94-B390-2810655D49E8}"/>
                </a:ext>
              </a:extLst>
            </p:cNvPr>
            <p:cNvGrpSpPr/>
            <p:nvPr/>
          </p:nvGrpSpPr>
          <p:grpSpPr>
            <a:xfrm>
              <a:off x="2842580" y="1521864"/>
              <a:ext cx="6134548" cy="3042306"/>
              <a:chOff x="2842580" y="1120239"/>
              <a:chExt cx="6134548" cy="3042306"/>
            </a:xfrm>
          </p:grpSpPr>
          <p:sp>
            <p:nvSpPr>
              <p:cNvPr id="8" name="Google Shape;378;p18">
                <a:extLst>
                  <a:ext uri="{FF2B5EF4-FFF2-40B4-BE49-F238E27FC236}">
                    <a16:creationId xmlns:a16="http://schemas.microsoft.com/office/drawing/2014/main" id="{A78941EA-7A60-4CB5-B8E2-DB649F7C8EEF}"/>
                  </a:ext>
                </a:extLst>
              </p:cNvPr>
              <p:cNvSpPr/>
              <p:nvPr/>
            </p:nvSpPr>
            <p:spPr>
              <a:xfrm>
                <a:off x="4354922" y="1120239"/>
                <a:ext cx="4560958" cy="593176"/>
              </a:xfrm>
              <a:custGeom>
                <a:avLst/>
                <a:gdLst/>
                <a:ahLst/>
                <a:cxnLst/>
                <a:rect l="l" t="t" r="r" b="b"/>
                <a:pathLst>
                  <a:path w="32984" h="8492" extrusionOk="0">
                    <a:moveTo>
                      <a:pt x="0" y="0"/>
                    </a:moveTo>
                    <a:lnTo>
                      <a:pt x="0" y="8491"/>
                    </a:lnTo>
                    <a:lnTo>
                      <a:pt x="32983" y="8491"/>
                    </a:lnTo>
                    <a:lnTo>
                      <a:pt x="329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5"/>
                  </a:solidFill>
                </a:endParaRPr>
              </a:p>
            </p:txBody>
          </p:sp>
          <p:sp>
            <p:nvSpPr>
              <p:cNvPr id="9" name="Google Shape;379;p18">
                <a:extLst>
                  <a:ext uri="{FF2B5EF4-FFF2-40B4-BE49-F238E27FC236}">
                    <a16:creationId xmlns:a16="http://schemas.microsoft.com/office/drawing/2014/main" id="{77A82BF0-728C-47EC-AFCA-78334EC7FA1F}"/>
                  </a:ext>
                </a:extLst>
              </p:cNvPr>
              <p:cNvSpPr/>
              <p:nvPr/>
            </p:nvSpPr>
            <p:spPr>
              <a:xfrm>
                <a:off x="4330809" y="1882257"/>
                <a:ext cx="4646319" cy="569707"/>
              </a:xfrm>
              <a:custGeom>
                <a:avLst/>
                <a:gdLst/>
                <a:ahLst/>
                <a:cxnLst/>
                <a:rect l="l" t="t" r="r" b="b"/>
                <a:pathLst>
                  <a:path w="32984" h="8492" extrusionOk="0">
                    <a:moveTo>
                      <a:pt x="0" y="0"/>
                    </a:moveTo>
                    <a:lnTo>
                      <a:pt x="0" y="8491"/>
                    </a:lnTo>
                    <a:lnTo>
                      <a:pt x="32983" y="8491"/>
                    </a:lnTo>
                    <a:lnTo>
                      <a:pt x="329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80;p18">
                <a:extLst>
                  <a:ext uri="{FF2B5EF4-FFF2-40B4-BE49-F238E27FC236}">
                    <a16:creationId xmlns:a16="http://schemas.microsoft.com/office/drawing/2014/main" id="{D04C9CA7-999E-440B-BD54-216E067D6E90}"/>
                  </a:ext>
                </a:extLst>
              </p:cNvPr>
              <p:cNvSpPr/>
              <p:nvPr/>
            </p:nvSpPr>
            <p:spPr>
              <a:xfrm>
                <a:off x="4006991" y="2616160"/>
                <a:ext cx="4970136" cy="648665"/>
              </a:xfrm>
              <a:custGeom>
                <a:avLst/>
                <a:gdLst/>
                <a:ahLst/>
                <a:cxnLst/>
                <a:rect l="l" t="t" r="r" b="b"/>
                <a:pathLst>
                  <a:path w="32984" h="8492" extrusionOk="0">
                    <a:moveTo>
                      <a:pt x="0" y="0"/>
                    </a:moveTo>
                    <a:lnTo>
                      <a:pt x="0" y="8491"/>
                    </a:lnTo>
                    <a:lnTo>
                      <a:pt x="32983" y="8491"/>
                    </a:lnTo>
                    <a:lnTo>
                      <a:pt x="329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81;p18">
                <a:extLst>
                  <a:ext uri="{FF2B5EF4-FFF2-40B4-BE49-F238E27FC236}">
                    <a16:creationId xmlns:a16="http://schemas.microsoft.com/office/drawing/2014/main" id="{F8BEB9F8-FE63-48EC-B51E-6F6C2B6AC756}"/>
                  </a:ext>
                </a:extLst>
              </p:cNvPr>
              <p:cNvSpPr/>
              <p:nvPr/>
            </p:nvSpPr>
            <p:spPr>
              <a:xfrm>
                <a:off x="3646186" y="3433668"/>
                <a:ext cx="5233252" cy="709997"/>
              </a:xfrm>
              <a:custGeom>
                <a:avLst/>
                <a:gdLst/>
                <a:ahLst/>
                <a:cxnLst/>
                <a:rect l="l" t="t" r="r" b="b"/>
                <a:pathLst>
                  <a:path w="32984" h="8492" extrusionOk="0">
                    <a:moveTo>
                      <a:pt x="0" y="1"/>
                    </a:moveTo>
                    <a:lnTo>
                      <a:pt x="0" y="8492"/>
                    </a:lnTo>
                    <a:lnTo>
                      <a:pt x="32983" y="8492"/>
                    </a:lnTo>
                    <a:lnTo>
                      <a:pt x="32983" y="1"/>
                    </a:lnTo>
                    <a:close/>
                  </a:path>
                </a:pathLst>
              </a:custGeom>
              <a:solidFill>
                <a:schemeClr val="accent4">
                  <a:lumMod val="6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82;p18">
                <a:extLst>
                  <a:ext uri="{FF2B5EF4-FFF2-40B4-BE49-F238E27FC236}">
                    <a16:creationId xmlns:a16="http://schemas.microsoft.com/office/drawing/2014/main" id="{58FA4EAC-CEF6-4D90-AAB9-EFF5C36A1AF1}"/>
                  </a:ext>
                </a:extLst>
              </p:cNvPr>
              <p:cNvSpPr/>
              <p:nvPr/>
            </p:nvSpPr>
            <p:spPr>
              <a:xfrm rot="16200000">
                <a:off x="3742220" y="1141161"/>
                <a:ext cx="606678" cy="575671"/>
              </a:xfrm>
              <a:prstGeom prst="round2Same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83;p18">
                <a:extLst>
                  <a:ext uri="{FF2B5EF4-FFF2-40B4-BE49-F238E27FC236}">
                    <a16:creationId xmlns:a16="http://schemas.microsoft.com/office/drawing/2014/main" id="{777B7EA6-E45D-4060-984C-05E59E7CB144}"/>
                  </a:ext>
                </a:extLst>
              </p:cNvPr>
              <p:cNvSpPr/>
              <p:nvPr/>
            </p:nvSpPr>
            <p:spPr>
              <a:xfrm rot="16200000">
                <a:off x="3643011" y="1896673"/>
                <a:ext cx="570000" cy="588262"/>
              </a:xfrm>
              <a:prstGeom prst="round2Same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4;p18">
                <a:extLst>
                  <a:ext uri="{FF2B5EF4-FFF2-40B4-BE49-F238E27FC236}">
                    <a16:creationId xmlns:a16="http://schemas.microsoft.com/office/drawing/2014/main" id="{38839F32-5737-4818-81C9-7FDC80BAEF2F}"/>
                  </a:ext>
                </a:extLst>
              </p:cNvPr>
              <p:cNvSpPr/>
              <p:nvPr/>
            </p:nvSpPr>
            <p:spPr>
              <a:xfrm rot="16200000">
                <a:off x="3329899" y="2667208"/>
                <a:ext cx="648642" cy="588262"/>
              </a:xfrm>
              <a:prstGeom prst="round2Same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85;p18">
                <a:extLst>
                  <a:ext uri="{FF2B5EF4-FFF2-40B4-BE49-F238E27FC236}">
                    <a16:creationId xmlns:a16="http://schemas.microsoft.com/office/drawing/2014/main" id="{7E908C0C-FADD-49D0-9631-44BDE9117753}"/>
                  </a:ext>
                </a:extLst>
              </p:cNvPr>
              <p:cNvSpPr/>
              <p:nvPr/>
            </p:nvSpPr>
            <p:spPr>
              <a:xfrm rot="16200000">
                <a:off x="2968761" y="3508678"/>
                <a:ext cx="719473" cy="588262"/>
              </a:xfrm>
              <a:prstGeom prst="round2Same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86;p18">
                <a:extLst>
                  <a:ext uri="{FF2B5EF4-FFF2-40B4-BE49-F238E27FC236}">
                    <a16:creationId xmlns:a16="http://schemas.microsoft.com/office/drawing/2014/main" id="{7300CAF9-3D82-4999-B93E-4F0712C57B7B}"/>
                  </a:ext>
                </a:extLst>
              </p:cNvPr>
              <p:cNvSpPr txBox="1"/>
              <p:nvPr/>
            </p:nvSpPr>
            <p:spPr>
              <a:xfrm>
                <a:off x="3745133" y="1320672"/>
                <a:ext cx="588260" cy="166264"/>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chemeClr val="dk1"/>
                    </a:solidFill>
                    <a:latin typeface="Fira Sans Extra Condensed Medium"/>
                    <a:ea typeface="Fira Sans Extra Condensed Medium"/>
                    <a:cs typeface="Fira Sans Extra Condensed Medium"/>
                    <a:sym typeface="Fira Sans Extra Condensed Medium"/>
                  </a:rPr>
                  <a:t>1</a:t>
                </a:r>
                <a:endParaRPr sz="17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7" name="Google Shape;387;p18">
                <a:extLst>
                  <a:ext uri="{FF2B5EF4-FFF2-40B4-BE49-F238E27FC236}">
                    <a16:creationId xmlns:a16="http://schemas.microsoft.com/office/drawing/2014/main" id="{A4D015BA-4B05-4B97-82D4-DE6073230387}"/>
                  </a:ext>
                </a:extLst>
              </p:cNvPr>
              <p:cNvSpPr txBox="1"/>
              <p:nvPr/>
            </p:nvSpPr>
            <p:spPr>
              <a:xfrm>
                <a:off x="5073637" y="1204513"/>
                <a:ext cx="3722695" cy="245400"/>
              </a:xfrm>
              <a:prstGeom prst="rect">
                <a:avLst/>
              </a:prstGeom>
              <a:noFill/>
              <a:ln>
                <a:noFill/>
              </a:ln>
            </p:spPr>
            <p:txBody>
              <a:bodyPr spcFirstLastPara="1" wrap="square" lIns="91425" tIns="91425" rIns="91425" bIns="91425" anchor="ctr" anchorCtr="0">
                <a:noAutofit/>
              </a:bodyPr>
              <a:lstStyle/>
              <a:p>
                <a:pPr lvl="0" algn="just"/>
                <a:endParaRPr lang="en-US" b="1" dirty="0">
                  <a:solidFill>
                    <a:schemeClr val="accent5"/>
                  </a:solidFill>
                </a:endParaRPr>
              </a:p>
            </p:txBody>
          </p:sp>
          <p:sp>
            <p:nvSpPr>
              <p:cNvPr id="18" name="Google Shape;388;p18">
                <a:extLst>
                  <a:ext uri="{FF2B5EF4-FFF2-40B4-BE49-F238E27FC236}">
                    <a16:creationId xmlns:a16="http://schemas.microsoft.com/office/drawing/2014/main" id="{6AEB9E76-2B5C-407E-B092-034D820B3EF6}"/>
                  </a:ext>
                </a:extLst>
              </p:cNvPr>
              <p:cNvSpPr txBox="1"/>
              <p:nvPr/>
            </p:nvSpPr>
            <p:spPr>
              <a:xfrm>
                <a:off x="3413594" y="2042690"/>
                <a:ext cx="1075500" cy="24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chemeClr val="dk1"/>
                    </a:solidFill>
                    <a:latin typeface="Fira Sans Extra Condensed Medium"/>
                    <a:ea typeface="Fira Sans Extra Condensed Medium"/>
                    <a:cs typeface="Fira Sans Extra Condensed Medium"/>
                    <a:sym typeface="Fira Sans Extra Condensed Medium"/>
                  </a:rPr>
                  <a:t>2</a:t>
                </a:r>
                <a:endParaRPr sz="17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9" name="Google Shape;389;p18">
                <a:extLst>
                  <a:ext uri="{FF2B5EF4-FFF2-40B4-BE49-F238E27FC236}">
                    <a16:creationId xmlns:a16="http://schemas.microsoft.com/office/drawing/2014/main" id="{61FDFD3A-3257-4B99-AED2-AFA8824FE411}"/>
                  </a:ext>
                </a:extLst>
              </p:cNvPr>
              <p:cNvSpPr txBox="1"/>
              <p:nvPr/>
            </p:nvSpPr>
            <p:spPr>
              <a:xfrm>
                <a:off x="4305944" y="2006934"/>
                <a:ext cx="4609936" cy="379107"/>
              </a:xfrm>
              <a:prstGeom prst="rect">
                <a:avLst/>
              </a:prstGeom>
              <a:noFill/>
              <a:ln>
                <a:noFill/>
              </a:ln>
            </p:spPr>
            <p:txBody>
              <a:bodyPr spcFirstLastPara="1" wrap="square" lIns="91425" tIns="91425" rIns="91425" bIns="91425" anchor="ctr" anchorCtr="0">
                <a:noAutofit/>
              </a:bodyPr>
              <a:lstStyle/>
              <a:p>
                <a:r>
                  <a:rPr lang="en-US" b="1" dirty="0">
                    <a:solidFill>
                      <a:schemeClr val="accent5"/>
                    </a:solidFill>
                  </a:rPr>
                  <a:t>The proposed system first allows users to register on the website to make the diagnosis </a:t>
                </a:r>
              </a:p>
            </p:txBody>
          </p:sp>
          <p:sp>
            <p:nvSpPr>
              <p:cNvPr id="20" name="Google Shape;390;p18">
                <a:extLst>
                  <a:ext uri="{FF2B5EF4-FFF2-40B4-BE49-F238E27FC236}">
                    <a16:creationId xmlns:a16="http://schemas.microsoft.com/office/drawing/2014/main" id="{79D036A3-4634-4090-A7E1-D2E39E3A52D8}"/>
                  </a:ext>
                </a:extLst>
              </p:cNvPr>
              <p:cNvSpPr txBox="1"/>
              <p:nvPr/>
            </p:nvSpPr>
            <p:spPr>
              <a:xfrm>
                <a:off x="3146642" y="2817793"/>
                <a:ext cx="1075500" cy="24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chemeClr val="dk1"/>
                    </a:solidFill>
                    <a:latin typeface="Fira Sans Extra Condensed Medium"/>
                    <a:ea typeface="Fira Sans Extra Condensed Medium"/>
                    <a:cs typeface="Fira Sans Extra Condensed Medium"/>
                    <a:sym typeface="Fira Sans Extra Condensed Medium"/>
                  </a:rPr>
                  <a:t>3</a:t>
                </a:r>
                <a:endParaRPr sz="17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21" name="Google Shape;391;p18">
                <a:extLst>
                  <a:ext uri="{FF2B5EF4-FFF2-40B4-BE49-F238E27FC236}">
                    <a16:creationId xmlns:a16="http://schemas.microsoft.com/office/drawing/2014/main" id="{42EC79B8-D482-4045-843A-31ECB7CEF207}"/>
                  </a:ext>
                </a:extLst>
              </p:cNvPr>
              <p:cNvSpPr txBox="1"/>
              <p:nvPr/>
            </p:nvSpPr>
            <p:spPr>
              <a:xfrm>
                <a:off x="5073638" y="2739138"/>
                <a:ext cx="3456300" cy="245400"/>
              </a:xfrm>
              <a:prstGeom prst="rect">
                <a:avLst/>
              </a:prstGeom>
              <a:noFill/>
              <a:ln>
                <a:noFill/>
              </a:ln>
            </p:spPr>
            <p:txBody>
              <a:bodyPr spcFirstLastPara="1" wrap="square" lIns="91425" tIns="91425" rIns="91425" bIns="91425" anchor="ctr" anchorCtr="0">
                <a:noAutofit/>
              </a:bodyPr>
              <a:lstStyle/>
              <a:p>
                <a:pPr lvl="0"/>
                <a:endParaRPr lang="en-US" b="1" dirty="0">
                  <a:solidFill>
                    <a:schemeClr val="accent3"/>
                  </a:solidFill>
                </a:endParaRPr>
              </a:p>
            </p:txBody>
          </p:sp>
          <p:sp>
            <p:nvSpPr>
              <p:cNvPr id="22" name="Google Shape;392;p18">
                <a:extLst>
                  <a:ext uri="{FF2B5EF4-FFF2-40B4-BE49-F238E27FC236}">
                    <a16:creationId xmlns:a16="http://schemas.microsoft.com/office/drawing/2014/main" id="{40FC36CD-DE1F-422D-9940-7B406F0895F0}"/>
                  </a:ext>
                </a:extLst>
              </p:cNvPr>
              <p:cNvSpPr txBox="1"/>
              <p:nvPr/>
            </p:nvSpPr>
            <p:spPr>
              <a:xfrm>
                <a:off x="2842580" y="3674562"/>
                <a:ext cx="1075500" cy="24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chemeClr val="dk1"/>
                    </a:solidFill>
                    <a:latin typeface="Fira Sans Extra Condensed Medium"/>
                    <a:ea typeface="Fira Sans Extra Condensed Medium"/>
                    <a:cs typeface="Fira Sans Extra Condensed Medium"/>
                    <a:sym typeface="Fira Sans Extra Condensed Medium"/>
                  </a:rPr>
                  <a:t>4</a:t>
                </a:r>
                <a:endParaRPr sz="17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23" name="Google Shape;393;p18">
                <a:extLst>
                  <a:ext uri="{FF2B5EF4-FFF2-40B4-BE49-F238E27FC236}">
                    <a16:creationId xmlns:a16="http://schemas.microsoft.com/office/drawing/2014/main" id="{B21DB826-0FAA-4F9B-A1C1-1E5870FAB820}"/>
                  </a:ext>
                </a:extLst>
              </p:cNvPr>
              <p:cNvSpPr txBox="1"/>
              <p:nvPr/>
            </p:nvSpPr>
            <p:spPr>
              <a:xfrm>
                <a:off x="5073638" y="3599878"/>
                <a:ext cx="3456300" cy="245400"/>
              </a:xfrm>
              <a:prstGeom prst="rect">
                <a:avLst/>
              </a:prstGeom>
              <a:noFill/>
              <a:ln>
                <a:noFill/>
              </a:ln>
            </p:spPr>
            <p:txBody>
              <a:bodyPr spcFirstLastPara="1" wrap="square" lIns="91425" tIns="91425" rIns="91425" bIns="91425" anchor="ctr" anchorCtr="0">
                <a:noAutofit/>
              </a:bodyPr>
              <a:lstStyle/>
              <a:p>
                <a:pPr lvl="0"/>
                <a:endParaRPr lang="en-US" b="1" dirty="0"/>
              </a:p>
            </p:txBody>
          </p:sp>
        </p:grpSp>
      </p:grpSp>
      <p:sp>
        <p:nvSpPr>
          <p:cNvPr id="34" name="Title 1">
            <a:extLst>
              <a:ext uri="{FF2B5EF4-FFF2-40B4-BE49-F238E27FC236}">
                <a16:creationId xmlns:a16="http://schemas.microsoft.com/office/drawing/2014/main" id="{C9120687-6BEF-400E-BBD4-DC122E610CEA}"/>
              </a:ext>
            </a:extLst>
          </p:cNvPr>
          <p:cNvSpPr txBox="1">
            <a:spLocks/>
          </p:cNvSpPr>
          <p:nvPr/>
        </p:nvSpPr>
        <p:spPr>
          <a:xfrm>
            <a:off x="1450032" y="82841"/>
            <a:ext cx="5796405" cy="479700"/>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3"/>
              </a:buClr>
              <a:buSzPts val="3000"/>
              <a:buFont typeface="Montserrat ExtraBold"/>
              <a:buNone/>
              <a:defRPr sz="3000" b="0" i="0" u="none" strike="noStrike" cap="none">
                <a:solidFill>
                  <a:schemeClr val="accent3"/>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Functional Requirements </a:t>
            </a:r>
          </a:p>
        </p:txBody>
      </p:sp>
      <p:sp>
        <p:nvSpPr>
          <p:cNvPr id="4" name="Title 3"/>
          <p:cNvSpPr>
            <a:spLocks noGrp="1"/>
          </p:cNvSpPr>
          <p:nvPr>
            <p:ph type="title"/>
          </p:nvPr>
        </p:nvSpPr>
        <p:spPr>
          <a:xfrm>
            <a:off x="720000" y="779790"/>
            <a:ext cx="7704000" cy="769808"/>
          </a:xfrm>
        </p:spPr>
        <p:txBody>
          <a:bodyPr/>
          <a:lstStyle/>
          <a:p>
            <a:pPr algn="just"/>
            <a:r>
              <a:rPr lang="en-US" sz="1400" b="1" dirty="0"/>
              <a:t>We propose an algorithm that combines deep learning and CNN algorithms to detect and diagnose covid-19, and also allows the use of this system across websites. The functional requirements can be described as the following:-</a:t>
            </a:r>
          </a:p>
        </p:txBody>
      </p:sp>
      <p:sp>
        <p:nvSpPr>
          <p:cNvPr id="35" name="Rectangle 34"/>
          <p:cNvSpPr/>
          <p:nvPr/>
        </p:nvSpPr>
        <p:spPr>
          <a:xfrm>
            <a:off x="4120708" y="1972429"/>
            <a:ext cx="4873128" cy="523220"/>
          </a:xfrm>
          <a:prstGeom prst="rect">
            <a:avLst/>
          </a:prstGeom>
        </p:spPr>
        <p:txBody>
          <a:bodyPr wrap="square">
            <a:spAutoFit/>
          </a:bodyPr>
          <a:lstStyle/>
          <a:p>
            <a:r>
              <a:rPr lang="en-US" b="1" dirty="0">
                <a:solidFill>
                  <a:schemeClr val="accent5"/>
                </a:solidFill>
              </a:rPr>
              <a:t>After data collection admin should train and test the model and set before publishing </a:t>
            </a:r>
            <a:endParaRPr lang="en-US" dirty="0">
              <a:solidFill>
                <a:schemeClr val="accent5"/>
              </a:solidFill>
            </a:endParaRPr>
          </a:p>
        </p:txBody>
      </p:sp>
      <p:sp>
        <p:nvSpPr>
          <p:cNvPr id="36" name="Rectangle 35"/>
          <p:cNvSpPr/>
          <p:nvPr/>
        </p:nvSpPr>
        <p:spPr>
          <a:xfrm>
            <a:off x="3299878" y="4381792"/>
            <a:ext cx="5759935" cy="523220"/>
          </a:xfrm>
          <a:prstGeom prst="rect">
            <a:avLst/>
          </a:prstGeom>
        </p:spPr>
        <p:txBody>
          <a:bodyPr wrap="square">
            <a:spAutoFit/>
          </a:bodyPr>
          <a:lstStyle/>
          <a:p>
            <a:pPr lvl="0"/>
            <a:r>
              <a:rPr lang="en-US" b="1" dirty="0">
                <a:solidFill>
                  <a:schemeClr val="accent3"/>
                </a:solidFill>
              </a:rPr>
              <a:t>This system will provide a statistical report on registered users and how many Coronavirus cases were detected and not detected</a:t>
            </a:r>
          </a:p>
        </p:txBody>
      </p:sp>
      <p:sp>
        <p:nvSpPr>
          <p:cNvPr id="37" name="Rectangle 36"/>
          <p:cNvSpPr/>
          <p:nvPr/>
        </p:nvSpPr>
        <p:spPr>
          <a:xfrm>
            <a:off x="3690234" y="3532520"/>
            <a:ext cx="5369578" cy="523220"/>
          </a:xfrm>
          <a:prstGeom prst="rect">
            <a:avLst/>
          </a:prstGeom>
        </p:spPr>
        <p:txBody>
          <a:bodyPr wrap="square">
            <a:spAutoFit/>
          </a:bodyPr>
          <a:lstStyle/>
          <a:p>
            <a:pPr lvl="0"/>
            <a:r>
              <a:rPr lang="en-US" b="1" dirty="0">
                <a:solidFill>
                  <a:srgbClr val="002060"/>
                </a:solidFill>
              </a:rPr>
              <a:t>After login, a website user should insert an x-ray chest for the lungs </a:t>
            </a:r>
          </a:p>
        </p:txBody>
      </p:sp>
      <p:sp>
        <p:nvSpPr>
          <p:cNvPr id="38" name="Google Shape;1342;p55">
            <a:extLst>
              <a:ext uri="{FF2B5EF4-FFF2-40B4-BE49-F238E27FC236}">
                <a16:creationId xmlns:a16="http://schemas.microsoft.com/office/drawing/2014/main" id="{815619CF-C01D-473F-9080-59E7D8ED72EB}"/>
              </a:ext>
            </a:extLst>
          </p:cNvPr>
          <p:cNvSpPr/>
          <p:nvPr/>
        </p:nvSpPr>
        <p:spPr>
          <a:xfrm>
            <a:off x="7978984" y="-16962"/>
            <a:ext cx="705583" cy="796751"/>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43;p55">
            <a:extLst>
              <a:ext uri="{FF2B5EF4-FFF2-40B4-BE49-F238E27FC236}">
                <a16:creationId xmlns:a16="http://schemas.microsoft.com/office/drawing/2014/main" id="{B8387D73-BA25-4644-A02D-B2DEE80E18E1}"/>
              </a:ext>
            </a:extLst>
          </p:cNvPr>
          <p:cNvSpPr/>
          <p:nvPr/>
        </p:nvSpPr>
        <p:spPr>
          <a:xfrm>
            <a:off x="-14138" y="21110"/>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8923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20687-6BEF-400E-BBD4-DC122E610CEA}"/>
              </a:ext>
            </a:extLst>
          </p:cNvPr>
          <p:cNvSpPr>
            <a:spLocks noGrp="1"/>
          </p:cNvSpPr>
          <p:nvPr>
            <p:ph type="title"/>
          </p:nvPr>
        </p:nvSpPr>
        <p:spPr>
          <a:xfrm>
            <a:off x="788355" y="119944"/>
            <a:ext cx="7704000" cy="479700"/>
          </a:xfrm>
        </p:spPr>
        <p:txBody>
          <a:bodyPr/>
          <a:lstStyle/>
          <a:p>
            <a:r>
              <a:rPr lang="en-US" dirty="0"/>
              <a:t>NON-FUNCTIONAL REQUIREMENTS </a:t>
            </a:r>
          </a:p>
        </p:txBody>
      </p:sp>
      <p:pic>
        <p:nvPicPr>
          <p:cNvPr id="3" name="Picture 2">
            <a:extLst>
              <a:ext uri="{FF2B5EF4-FFF2-40B4-BE49-F238E27FC236}">
                <a16:creationId xmlns:a16="http://schemas.microsoft.com/office/drawing/2014/main" id="{6DDBACFB-AA8D-42EE-9FC8-2F6E989586B8}"/>
              </a:ext>
            </a:extLst>
          </p:cNvPr>
          <p:cNvPicPr>
            <a:picLocks noChangeAspect="1"/>
          </p:cNvPicPr>
          <p:nvPr/>
        </p:nvPicPr>
        <p:blipFill>
          <a:blip r:embed="rId2"/>
          <a:stretch>
            <a:fillRect/>
          </a:stretch>
        </p:blipFill>
        <p:spPr>
          <a:xfrm>
            <a:off x="2804355" y="733449"/>
            <a:ext cx="3672000" cy="56774"/>
          </a:xfrm>
          <a:prstGeom prst="rect">
            <a:avLst/>
          </a:prstGeom>
        </p:spPr>
      </p:pic>
      <p:graphicFrame>
        <p:nvGraphicFramePr>
          <p:cNvPr id="4" name="Table 3">
            <a:extLst>
              <a:ext uri="{FF2B5EF4-FFF2-40B4-BE49-F238E27FC236}">
                <a16:creationId xmlns:a16="http://schemas.microsoft.com/office/drawing/2014/main" id="{A32CE44B-1BD5-49D8-AE0A-0C24BA4B80C6}"/>
              </a:ext>
            </a:extLst>
          </p:cNvPr>
          <p:cNvGraphicFramePr>
            <a:graphicFrameLocks noGrp="1"/>
          </p:cNvGraphicFramePr>
          <p:nvPr>
            <p:extLst>
              <p:ext uri="{D42A27DB-BD31-4B8C-83A1-F6EECF244321}">
                <p14:modId xmlns:p14="http://schemas.microsoft.com/office/powerpoint/2010/main" val="1166737410"/>
              </p:ext>
            </p:extLst>
          </p:nvPr>
        </p:nvGraphicFramePr>
        <p:xfrm>
          <a:off x="788355" y="937307"/>
          <a:ext cx="7882133" cy="3914173"/>
        </p:xfrm>
        <a:graphic>
          <a:graphicData uri="http://schemas.openxmlformats.org/drawingml/2006/table">
            <a:tbl>
              <a:tblPr firstRow="1" firstCol="1" bandRow="1">
                <a:tableStyleId>{18BA8D45-1882-4175-A8E5-087B79347878}</a:tableStyleId>
              </a:tblPr>
              <a:tblGrid>
                <a:gridCol w="2287444">
                  <a:extLst>
                    <a:ext uri="{9D8B030D-6E8A-4147-A177-3AD203B41FA5}">
                      <a16:colId xmlns:a16="http://schemas.microsoft.com/office/drawing/2014/main" val="705969610"/>
                    </a:ext>
                  </a:extLst>
                </a:gridCol>
                <a:gridCol w="5594689">
                  <a:extLst>
                    <a:ext uri="{9D8B030D-6E8A-4147-A177-3AD203B41FA5}">
                      <a16:colId xmlns:a16="http://schemas.microsoft.com/office/drawing/2014/main" val="623820963"/>
                    </a:ext>
                  </a:extLst>
                </a:gridCol>
              </a:tblGrid>
              <a:tr h="248026">
                <a:tc>
                  <a:txBody>
                    <a:bodyPr/>
                    <a:lstStyle/>
                    <a:p>
                      <a:pPr algn="ctr" rtl="0">
                        <a:lnSpc>
                          <a:spcPct val="107000"/>
                        </a:lnSpc>
                        <a:spcAft>
                          <a:spcPts val="0"/>
                        </a:spcAft>
                      </a:pPr>
                      <a:r>
                        <a:rPr lang="en-US" sz="1200" b="1" dirty="0">
                          <a:effectLst/>
                        </a:rPr>
                        <a:t>Functionality</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System has accomplished 90% of its expected functions.</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228145061"/>
                  </a:ext>
                </a:extLst>
              </a:tr>
              <a:tr h="429391">
                <a:tc>
                  <a:txBody>
                    <a:bodyPr/>
                    <a:lstStyle/>
                    <a:p>
                      <a:pPr algn="ctr" rtl="0">
                        <a:lnSpc>
                          <a:spcPct val="107000"/>
                        </a:lnSpc>
                        <a:spcAft>
                          <a:spcPts val="0"/>
                        </a:spcAft>
                      </a:pPr>
                      <a:r>
                        <a:rPr lang="en-US" sz="1200" b="1" dirty="0">
                          <a:effectLst/>
                        </a:rPr>
                        <a:t>Reliability</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Reliability is calculated by calculating the proportion of failures per hours, the value of reliability is 95%.</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1412245335"/>
                  </a:ext>
                </a:extLst>
              </a:tr>
              <a:tr h="434363">
                <a:tc>
                  <a:txBody>
                    <a:bodyPr/>
                    <a:lstStyle/>
                    <a:p>
                      <a:pPr algn="ctr" rtl="0">
                        <a:lnSpc>
                          <a:spcPct val="107000"/>
                        </a:lnSpc>
                        <a:spcAft>
                          <a:spcPts val="0"/>
                        </a:spcAft>
                      </a:pPr>
                      <a:r>
                        <a:rPr lang="en-US" sz="1200" b="1" dirty="0">
                          <a:effectLst/>
                        </a:rPr>
                        <a:t>Correctness</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98% this value of correctness was obtained by testing the results of reports of this system.</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1644949835"/>
                  </a:ext>
                </a:extLst>
              </a:tr>
              <a:tr h="858104">
                <a:tc>
                  <a:txBody>
                    <a:bodyPr/>
                    <a:lstStyle/>
                    <a:p>
                      <a:pPr algn="ctr" rtl="0">
                        <a:lnSpc>
                          <a:spcPct val="107000"/>
                        </a:lnSpc>
                        <a:spcAft>
                          <a:spcPts val="0"/>
                        </a:spcAft>
                      </a:pPr>
                      <a:r>
                        <a:rPr lang="en-US" sz="1200" b="1" dirty="0">
                          <a:effectLst/>
                        </a:rPr>
                        <a:t>Usability</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90% this value of usability was obtained after presenting the system to a group of customers to experiment and then hear their views about it and monitor the ability to use and carry out operations.</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656393000"/>
                  </a:ext>
                </a:extLst>
              </a:tr>
              <a:tr h="651822">
                <a:tc>
                  <a:txBody>
                    <a:bodyPr/>
                    <a:lstStyle/>
                    <a:p>
                      <a:pPr algn="ctr" rtl="0">
                        <a:lnSpc>
                          <a:spcPct val="107000"/>
                        </a:lnSpc>
                        <a:spcAft>
                          <a:spcPts val="0"/>
                        </a:spcAft>
                      </a:pPr>
                      <a:r>
                        <a:rPr lang="en-US" sz="1200" b="1">
                          <a:effectLst/>
                        </a:rPr>
                        <a:t>Availability</a:t>
                      </a:r>
                      <a:endParaRPr lang="en-US" sz="1200" b="1">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Availability is the percentage of how much time data is available and in this system since it is not connected to the internet. Data is available 100%.</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2220959269"/>
                  </a:ext>
                </a:extLst>
              </a:tr>
              <a:tr h="858104">
                <a:tc>
                  <a:txBody>
                    <a:bodyPr/>
                    <a:lstStyle/>
                    <a:p>
                      <a:pPr algn="ctr" rtl="0">
                        <a:lnSpc>
                          <a:spcPct val="107000"/>
                        </a:lnSpc>
                        <a:spcAft>
                          <a:spcPts val="0"/>
                        </a:spcAft>
                      </a:pPr>
                      <a:r>
                        <a:rPr lang="en-US" sz="1200" b="1">
                          <a:effectLst/>
                        </a:rPr>
                        <a:t>Efficiency</a:t>
                      </a:r>
                      <a:endParaRPr lang="en-US" sz="1200" b="1">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Efficiency was measured by examining the size and space taken from the RAM memory of the device, and also by monitoring the speed of completion of operations (Speed 95%, space 4 M)</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199241189"/>
                  </a:ext>
                </a:extLst>
              </a:tr>
              <a:tr h="434363">
                <a:tc>
                  <a:txBody>
                    <a:bodyPr/>
                    <a:lstStyle/>
                    <a:p>
                      <a:pPr algn="ctr" rtl="0">
                        <a:lnSpc>
                          <a:spcPct val="107000"/>
                        </a:lnSpc>
                        <a:spcAft>
                          <a:spcPts val="0"/>
                        </a:spcAft>
                      </a:pPr>
                      <a:r>
                        <a:rPr lang="en-US" sz="1200" b="1" dirty="0">
                          <a:effectLst/>
                        </a:rPr>
                        <a:t>Accuracy</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tx2">
                        <a:lumMod val="60000"/>
                        <a:lumOff val="40000"/>
                      </a:schemeClr>
                    </a:solidFill>
                  </a:tcPr>
                </a:tc>
                <a:tc>
                  <a:txBody>
                    <a:bodyPr/>
                    <a:lstStyle/>
                    <a:p>
                      <a:pPr algn="l" rtl="0">
                        <a:lnSpc>
                          <a:spcPct val="107000"/>
                        </a:lnSpc>
                        <a:spcAft>
                          <a:spcPts val="0"/>
                        </a:spcAft>
                      </a:pPr>
                      <a:r>
                        <a:rPr lang="en-US" sz="1200" dirty="0">
                          <a:effectLst/>
                        </a:rPr>
                        <a:t>accuracy means that almost all resulted, expected outputs were accurate</a:t>
                      </a:r>
                      <a:endParaRPr lang="en-US" sz="1200" b="1" dirty="0">
                        <a:effectLst/>
                        <a:latin typeface="Montserrat ExtraBold"/>
                        <a:ea typeface="Calibri" panose="020F0502020204030204" pitchFamily="34" charset="0"/>
                        <a:cs typeface="Arial" panose="020B0604020202020204" pitchFamily="34" charset="0"/>
                      </a:endParaRPr>
                    </a:p>
                  </a:txBody>
                  <a:tcPr marL="53821" marR="53821" marT="0" marB="0" anchor="ctr">
                    <a:solidFill>
                      <a:schemeClr val="accent5"/>
                    </a:solidFill>
                  </a:tcPr>
                </a:tc>
                <a:extLst>
                  <a:ext uri="{0D108BD9-81ED-4DB2-BD59-A6C34878D82A}">
                    <a16:rowId xmlns:a16="http://schemas.microsoft.com/office/drawing/2014/main" val="789400843"/>
                  </a:ext>
                </a:extLst>
              </a:tr>
            </a:tbl>
          </a:graphicData>
        </a:graphic>
      </p:graphicFrame>
    </p:spTree>
    <p:extLst>
      <p:ext uri="{BB962C8B-B14F-4D97-AF65-F5344CB8AC3E}">
        <p14:creationId xmlns:p14="http://schemas.microsoft.com/office/powerpoint/2010/main" val="3509863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D2CE-B6D9-4F10-956E-3A1350C9896E}"/>
              </a:ext>
            </a:extLst>
          </p:cNvPr>
          <p:cNvSpPr>
            <a:spLocks noGrp="1"/>
          </p:cNvSpPr>
          <p:nvPr>
            <p:ph type="title"/>
          </p:nvPr>
        </p:nvSpPr>
        <p:spPr>
          <a:xfrm>
            <a:off x="1295048" y="208232"/>
            <a:ext cx="6381396" cy="760380"/>
          </a:xfrm>
        </p:spPr>
        <p:style>
          <a:lnRef idx="2">
            <a:schemeClr val="accent4"/>
          </a:lnRef>
          <a:fillRef idx="1">
            <a:schemeClr val="lt1"/>
          </a:fillRef>
          <a:effectRef idx="0">
            <a:schemeClr val="accent4"/>
          </a:effectRef>
          <a:fontRef idx="minor">
            <a:schemeClr val="dk1"/>
          </a:fontRef>
        </p:style>
        <p:txBody>
          <a:bodyPr/>
          <a:lstStyle/>
          <a:p>
            <a:r>
              <a:rPr lang="en-US" dirty="0"/>
              <a:t>IMPLEMENTATION TOOLS AND TECHNOLOGY </a:t>
            </a:r>
          </a:p>
        </p:txBody>
      </p:sp>
      <p:grpSp>
        <p:nvGrpSpPr>
          <p:cNvPr id="4" name="Google Shape;3366;p38">
            <a:extLst>
              <a:ext uri="{FF2B5EF4-FFF2-40B4-BE49-F238E27FC236}">
                <a16:creationId xmlns:a16="http://schemas.microsoft.com/office/drawing/2014/main" id="{418A4ABF-B030-44EA-9A0F-A1D13022AB2E}"/>
              </a:ext>
            </a:extLst>
          </p:cNvPr>
          <p:cNvGrpSpPr/>
          <p:nvPr/>
        </p:nvGrpSpPr>
        <p:grpSpPr>
          <a:xfrm>
            <a:off x="457224" y="1097485"/>
            <a:ext cx="8355061" cy="3571784"/>
            <a:chOff x="457198" y="1080275"/>
            <a:chExt cx="8355061" cy="3571784"/>
          </a:xfrm>
        </p:grpSpPr>
        <p:sp>
          <p:nvSpPr>
            <p:cNvPr id="43" name="Google Shape;3368;p38">
              <a:extLst>
                <a:ext uri="{FF2B5EF4-FFF2-40B4-BE49-F238E27FC236}">
                  <a16:creationId xmlns:a16="http://schemas.microsoft.com/office/drawing/2014/main" id="{D9E107D3-F3A5-46F8-9972-E086391593DB}"/>
                </a:ext>
              </a:extLst>
            </p:cNvPr>
            <p:cNvSpPr/>
            <p:nvPr/>
          </p:nvSpPr>
          <p:spPr>
            <a:xfrm>
              <a:off x="457200" y="3989350"/>
              <a:ext cx="8229549" cy="662709"/>
            </a:xfrm>
            <a:custGeom>
              <a:avLst/>
              <a:gdLst/>
              <a:ahLst/>
              <a:cxnLst/>
              <a:rect l="l" t="t" r="r" b="b"/>
              <a:pathLst>
                <a:path w="147317" h="23409" extrusionOk="0">
                  <a:moveTo>
                    <a:pt x="0" y="0"/>
                  </a:moveTo>
                  <a:lnTo>
                    <a:pt x="0" y="23350"/>
                  </a:lnTo>
                  <a:lnTo>
                    <a:pt x="147317" y="23409"/>
                  </a:lnTo>
                  <a:lnTo>
                    <a:pt x="147317"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370;p38">
              <a:extLst>
                <a:ext uri="{FF2B5EF4-FFF2-40B4-BE49-F238E27FC236}">
                  <a16:creationId xmlns:a16="http://schemas.microsoft.com/office/drawing/2014/main" id="{310A6D08-9554-44DB-9240-F135B3161C25}"/>
                </a:ext>
              </a:extLst>
            </p:cNvPr>
            <p:cNvSpPr/>
            <p:nvPr/>
          </p:nvSpPr>
          <p:spPr>
            <a:xfrm>
              <a:off x="1630025" y="3948450"/>
              <a:ext cx="7056693" cy="661067"/>
            </a:xfrm>
            <a:custGeom>
              <a:avLst/>
              <a:gdLst/>
              <a:ahLst/>
              <a:cxnLst/>
              <a:rect l="l" t="t" r="r" b="b"/>
              <a:pathLst>
                <a:path w="90604" h="23351" extrusionOk="0">
                  <a:moveTo>
                    <a:pt x="0" y="0"/>
                  </a:moveTo>
                  <a:lnTo>
                    <a:pt x="0" y="23350"/>
                  </a:lnTo>
                  <a:lnTo>
                    <a:pt x="90604" y="23350"/>
                  </a:lnTo>
                  <a:lnTo>
                    <a:pt x="906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372;p38">
              <a:extLst>
                <a:ext uri="{FF2B5EF4-FFF2-40B4-BE49-F238E27FC236}">
                  <a16:creationId xmlns:a16="http://schemas.microsoft.com/office/drawing/2014/main" id="{68AB7900-3670-4FD5-ACAA-8605F14DD546}"/>
                </a:ext>
              </a:extLst>
            </p:cNvPr>
            <p:cNvSpPr/>
            <p:nvPr/>
          </p:nvSpPr>
          <p:spPr>
            <a:xfrm>
              <a:off x="457200" y="3028713"/>
              <a:ext cx="8229549" cy="662709"/>
            </a:xfrm>
            <a:custGeom>
              <a:avLst/>
              <a:gdLst/>
              <a:ahLst/>
              <a:cxnLst/>
              <a:rect l="l" t="t" r="r" b="b"/>
              <a:pathLst>
                <a:path w="147317" h="23409" extrusionOk="0">
                  <a:moveTo>
                    <a:pt x="0" y="0"/>
                  </a:moveTo>
                  <a:lnTo>
                    <a:pt x="0" y="23350"/>
                  </a:lnTo>
                  <a:lnTo>
                    <a:pt x="147317" y="23409"/>
                  </a:lnTo>
                  <a:lnTo>
                    <a:pt x="147317"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374;p38">
              <a:extLst>
                <a:ext uri="{FF2B5EF4-FFF2-40B4-BE49-F238E27FC236}">
                  <a16:creationId xmlns:a16="http://schemas.microsoft.com/office/drawing/2014/main" id="{8DE47453-906C-4B47-ABF8-65A862CE9C46}"/>
                </a:ext>
              </a:extLst>
            </p:cNvPr>
            <p:cNvSpPr/>
            <p:nvPr/>
          </p:nvSpPr>
          <p:spPr>
            <a:xfrm>
              <a:off x="1630025" y="2987812"/>
              <a:ext cx="7056693" cy="661067"/>
            </a:xfrm>
            <a:custGeom>
              <a:avLst/>
              <a:gdLst/>
              <a:ahLst/>
              <a:cxnLst/>
              <a:rect l="l" t="t" r="r" b="b"/>
              <a:pathLst>
                <a:path w="90604" h="23351" extrusionOk="0">
                  <a:moveTo>
                    <a:pt x="0" y="0"/>
                  </a:moveTo>
                  <a:lnTo>
                    <a:pt x="0" y="23350"/>
                  </a:lnTo>
                  <a:lnTo>
                    <a:pt x="90604" y="23350"/>
                  </a:lnTo>
                  <a:lnTo>
                    <a:pt x="906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375;p38">
              <a:extLst>
                <a:ext uri="{FF2B5EF4-FFF2-40B4-BE49-F238E27FC236}">
                  <a16:creationId xmlns:a16="http://schemas.microsoft.com/office/drawing/2014/main" id="{4A3A2658-6E80-4A0D-A952-0F4993ABB6C9}"/>
                </a:ext>
              </a:extLst>
            </p:cNvPr>
            <p:cNvSpPr/>
            <p:nvPr/>
          </p:nvSpPr>
          <p:spPr>
            <a:xfrm>
              <a:off x="457198" y="2986400"/>
              <a:ext cx="2698500" cy="661500"/>
            </a:xfrm>
            <a:prstGeom prst="homePlat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376;p38">
              <a:extLst>
                <a:ext uri="{FF2B5EF4-FFF2-40B4-BE49-F238E27FC236}">
                  <a16:creationId xmlns:a16="http://schemas.microsoft.com/office/drawing/2014/main" id="{E3B17583-1512-4AB1-9EDF-CFD1D6E7184D}"/>
                </a:ext>
              </a:extLst>
            </p:cNvPr>
            <p:cNvSpPr/>
            <p:nvPr/>
          </p:nvSpPr>
          <p:spPr>
            <a:xfrm>
              <a:off x="457198" y="3952675"/>
              <a:ext cx="2698500" cy="6615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378;p38">
              <a:extLst>
                <a:ext uri="{FF2B5EF4-FFF2-40B4-BE49-F238E27FC236}">
                  <a16:creationId xmlns:a16="http://schemas.microsoft.com/office/drawing/2014/main" id="{C6505333-E2BC-4613-B513-1045101B894F}"/>
                </a:ext>
              </a:extLst>
            </p:cNvPr>
            <p:cNvSpPr/>
            <p:nvPr/>
          </p:nvSpPr>
          <p:spPr>
            <a:xfrm>
              <a:off x="457200" y="2074150"/>
              <a:ext cx="8229549" cy="662709"/>
            </a:xfrm>
            <a:custGeom>
              <a:avLst/>
              <a:gdLst/>
              <a:ahLst/>
              <a:cxnLst/>
              <a:rect l="l" t="t" r="r" b="b"/>
              <a:pathLst>
                <a:path w="147317" h="23409" extrusionOk="0">
                  <a:moveTo>
                    <a:pt x="0" y="0"/>
                  </a:moveTo>
                  <a:lnTo>
                    <a:pt x="0" y="23350"/>
                  </a:lnTo>
                  <a:lnTo>
                    <a:pt x="147317" y="23409"/>
                  </a:lnTo>
                  <a:lnTo>
                    <a:pt x="147317"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380;p38">
              <a:extLst>
                <a:ext uri="{FF2B5EF4-FFF2-40B4-BE49-F238E27FC236}">
                  <a16:creationId xmlns:a16="http://schemas.microsoft.com/office/drawing/2014/main" id="{7AFDA2BB-0D2D-44D0-B3B4-A54033EC24CA}"/>
                </a:ext>
              </a:extLst>
            </p:cNvPr>
            <p:cNvSpPr/>
            <p:nvPr/>
          </p:nvSpPr>
          <p:spPr>
            <a:xfrm>
              <a:off x="1630025" y="2033250"/>
              <a:ext cx="7056693" cy="661067"/>
            </a:xfrm>
            <a:custGeom>
              <a:avLst/>
              <a:gdLst/>
              <a:ahLst/>
              <a:cxnLst/>
              <a:rect l="l" t="t" r="r" b="b"/>
              <a:pathLst>
                <a:path w="90604" h="23351" extrusionOk="0">
                  <a:moveTo>
                    <a:pt x="0" y="0"/>
                  </a:moveTo>
                  <a:lnTo>
                    <a:pt x="0" y="23350"/>
                  </a:lnTo>
                  <a:lnTo>
                    <a:pt x="90604" y="23350"/>
                  </a:lnTo>
                  <a:lnTo>
                    <a:pt x="906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381;p38">
              <a:extLst>
                <a:ext uri="{FF2B5EF4-FFF2-40B4-BE49-F238E27FC236}">
                  <a16:creationId xmlns:a16="http://schemas.microsoft.com/office/drawing/2014/main" id="{4A5FFFEF-D3E0-47D0-B34C-57AE1564B24C}"/>
                </a:ext>
              </a:extLst>
            </p:cNvPr>
            <p:cNvSpPr/>
            <p:nvPr/>
          </p:nvSpPr>
          <p:spPr>
            <a:xfrm>
              <a:off x="457198" y="2030688"/>
              <a:ext cx="2698500" cy="661500"/>
            </a:xfrm>
            <a:prstGeom prst="homePlat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382;p38">
              <a:extLst>
                <a:ext uri="{FF2B5EF4-FFF2-40B4-BE49-F238E27FC236}">
                  <a16:creationId xmlns:a16="http://schemas.microsoft.com/office/drawing/2014/main" id="{3AD537ED-C546-4517-9406-60F643E14BE1}"/>
                </a:ext>
              </a:extLst>
            </p:cNvPr>
            <p:cNvSpPr/>
            <p:nvPr/>
          </p:nvSpPr>
          <p:spPr>
            <a:xfrm>
              <a:off x="2867611" y="2307087"/>
              <a:ext cx="87053" cy="86657"/>
            </a:xfrm>
            <a:custGeom>
              <a:avLst/>
              <a:gdLst/>
              <a:ahLst/>
              <a:cxnLst/>
              <a:rect l="l" t="t" r="r" b="b"/>
              <a:pathLst>
                <a:path w="3075" h="3061" extrusionOk="0">
                  <a:moveTo>
                    <a:pt x="1538" y="0"/>
                  </a:moveTo>
                  <a:cubicBezTo>
                    <a:pt x="689" y="0"/>
                    <a:pt x="1" y="688"/>
                    <a:pt x="1" y="1523"/>
                  </a:cubicBezTo>
                  <a:cubicBezTo>
                    <a:pt x="1" y="2372"/>
                    <a:pt x="689" y="3060"/>
                    <a:pt x="1538" y="3060"/>
                  </a:cubicBezTo>
                  <a:cubicBezTo>
                    <a:pt x="2387" y="3060"/>
                    <a:pt x="3075" y="2372"/>
                    <a:pt x="3075" y="1523"/>
                  </a:cubicBezTo>
                  <a:cubicBezTo>
                    <a:pt x="3075" y="688"/>
                    <a:pt x="2387" y="0"/>
                    <a:pt x="1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383;p38">
              <a:extLst>
                <a:ext uri="{FF2B5EF4-FFF2-40B4-BE49-F238E27FC236}">
                  <a16:creationId xmlns:a16="http://schemas.microsoft.com/office/drawing/2014/main" id="{593FCBFF-DE7A-42CF-9DD5-D9DF9D125F9A}"/>
                </a:ext>
              </a:extLst>
            </p:cNvPr>
            <p:cNvSpPr txBox="1"/>
            <p:nvPr/>
          </p:nvSpPr>
          <p:spPr>
            <a:xfrm>
              <a:off x="1841875" y="2154313"/>
              <a:ext cx="790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Fira Sans Extra Condensed Medium"/>
                  <a:ea typeface="Fira Sans Extra Condensed Medium"/>
                  <a:cs typeface="Fira Sans Extra Condensed Medium"/>
                  <a:sym typeface="Fira Sans Extra Condensed Medium"/>
                </a:rPr>
                <a:t>02</a:t>
              </a:r>
              <a:endParaRPr sz="2700">
                <a:solidFill>
                  <a:schemeClr val="lt1"/>
                </a:solidFill>
                <a:latin typeface="Fira Sans Extra Condensed Medium"/>
                <a:ea typeface="Fira Sans Extra Condensed Medium"/>
                <a:cs typeface="Fira Sans Extra Condensed Medium"/>
                <a:sym typeface="Fira Sans Extra Condensed Medium"/>
              </a:endParaRPr>
            </a:p>
          </p:txBody>
        </p:sp>
        <p:sp>
          <p:nvSpPr>
            <p:cNvPr id="37" name="Google Shape;3385;p38">
              <a:extLst>
                <a:ext uri="{FF2B5EF4-FFF2-40B4-BE49-F238E27FC236}">
                  <a16:creationId xmlns:a16="http://schemas.microsoft.com/office/drawing/2014/main" id="{76FE1532-BC35-4E27-8206-2723D448F70A}"/>
                </a:ext>
              </a:extLst>
            </p:cNvPr>
            <p:cNvSpPr/>
            <p:nvPr/>
          </p:nvSpPr>
          <p:spPr>
            <a:xfrm>
              <a:off x="457200" y="1121400"/>
              <a:ext cx="8229549" cy="662709"/>
            </a:xfrm>
            <a:custGeom>
              <a:avLst/>
              <a:gdLst/>
              <a:ahLst/>
              <a:cxnLst/>
              <a:rect l="l" t="t" r="r" b="b"/>
              <a:pathLst>
                <a:path w="147317" h="23409" extrusionOk="0">
                  <a:moveTo>
                    <a:pt x="0" y="0"/>
                  </a:moveTo>
                  <a:lnTo>
                    <a:pt x="0" y="23350"/>
                  </a:lnTo>
                  <a:lnTo>
                    <a:pt x="147317" y="23409"/>
                  </a:lnTo>
                  <a:lnTo>
                    <a:pt x="147317"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387;p38">
              <a:extLst>
                <a:ext uri="{FF2B5EF4-FFF2-40B4-BE49-F238E27FC236}">
                  <a16:creationId xmlns:a16="http://schemas.microsoft.com/office/drawing/2014/main" id="{81F329AF-47E8-4733-B82C-313AFF86D08D}"/>
                </a:ext>
              </a:extLst>
            </p:cNvPr>
            <p:cNvSpPr/>
            <p:nvPr/>
          </p:nvSpPr>
          <p:spPr>
            <a:xfrm>
              <a:off x="1630025" y="1080500"/>
              <a:ext cx="7056693" cy="661067"/>
            </a:xfrm>
            <a:custGeom>
              <a:avLst/>
              <a:gdLst/>
              <a:ahLst/>
              <a:cxnLst/>
              <a:rect l="l" t="t" r="r" b="b"/>
              <a:pathLst>
                <a:path w="90604" h="23351" extrusionOk="0">
                  <a:moveTo>
                    <a:pt x="0" y="0"/>
                  </a:moveTo>
                  <a:lnTo>
                    <a:pt x="0" y="23350"/>
                  </a:lnTo>
                  <a:lnTo>
                    <a:pt x="90604" y="23350"/>
                  </a:lnTo>
                  <a:lnTo>
                    <a:pt x="906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388;p38">
              <a:extLst>
                <a:ext uri="{FF2B5EF4-FFF2-40B4-BE49-F238E27FC236}">
                  <a16:creationId xmlns:a16="http://schemas.microsoft.com/office/drawing/2014/main" id="{1647D3BF-834A-4C2B-8753-AED4AB47AFA9}"/>
                </a:ext>
              </a:extLst>
            </p:cNvPr>
            <p:cNvSpPr/>
            <p:nvPr/>
          </p:nvSpPr>
          <p:spPr>
            <a:xfrm>
              <a:off x="457198" y="1080275"/>
              <a:ext cx="2698500" cy="661500"/>
            </a:xfrm>
            <a:prstGeom prst="homePlat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3389;p38">
              <a:extLst>
                <a:ext uri="{FF2B5EF4-FFF2-40B4-BE49-F238E27FC236}">
                  <a16:creationId xmlns:a16="http://schemas.microsoft.com/office/drawing/2014/main" id="{DA150F1D-BFAB-463D-A1BB-7BD1D47654B4}"/>
                </a:ext>
              </a:extLst>
            </p:cNvPr>
            <p:cNvSpPr/>
            <p:nvPr/>
          </p:nvSpPr>
          <p:spPr>
            <a:xfrm>
              <a:off x="2867611" y="1354337"/>
              <a:ext cx="87053" cy="86657"/>
            </a:xfrm>
            <a:custGeom>
              <a:avLst/>
              <a:gdLst/>
              <a:ahLst/>
              <a:cxnLst/>
              <a:rect l="l" t="t" r="r" b="b"/>
              <a:pathLst>
                <a:path w="3075" h="3061" extrusionOk="0">
                  <a:moveTo>
                    <a:pt x="1538" y="0"/>
                  </a:moveTo>
                  <a:cubicBezTo>
                    <a:pt x="689" y="0"/>
                    <a:pt x="1" y="688"/>
                    <a:pt x="1" y="1523"/>
                  </a:cubicBezTo>
                  <a:cubicBezTo>
                    <a:pt x="1" y="2372"/>
                    <a:pt x="689" y="3060"/>
                    <a:pt x="1538" y="3060"/>
                  </a:cubicBezTo>
                  <a:cubicBezTo>
                    <a:pt x="2387" y="3060"/>
                    <a:pt x="3075" y="2372"/>
                    <a:pt x="3075" y="1523"/>
                  </a:cubicBezTo>
                  <a:cubicBezTo>
                    <a:pt x="3075" y="688"/>
                    <a:pt x="2387" y="0"/>
                    <a:pt x="1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398;p38">
              <a:extLst>
                <a:ext uri="{FF2B5EF4-FFF2-40B4-BE49-F238E27FC236}">
                  <a16:creationId xmlns:a16="http://schemas.microsoft.com/office/drawing/2014/main" id="{B61C2AC7-5150-41CE-A025-6F194AC05DE4}"/>
                </a:ext>
              </a:extLst>
            </p:cNvPr>
            <p:cNvSpPr txBox="1"/>
            <p:nvPr/>
          </p:nvSpPr>
          <p:spPr>
            <a:xfrm>
              <a:off x="3520227" y="1208925"/>
              <a:ext cx="4920425" cy="433500"/>
            </a:xfrm>
            <a:prstGeom prst="rect">
              <a:avLst/>
            </a:prstGeom>
            <a:noFill/>
            <a:ln>
              <a:noFill/>
            </a:ln>
          </p:spPr>
          <p:txBody>
            <a:bodyPr spcFirstLastPara="1" wrap="square" lIns="91425" tIns="45700" rIns="91425" bIns="45700" anchor="ctr" anchorCtr="0">
              <a:noAutofit/>
            </a:bodyPr>
            <a:lstStyle/>
            <a:p>
              <a:pPr lvl="0">
                <a:buSzPts val="1100"/>
              </a:pPr>
              <a:r>
                <a:rPr lang="en-US" b="1" dirty="0">
                  <a:solidFill>
                    <a:schemeClr val="accent6"/>
                  </a:solidFill>
                </a:rPr>
                <a:t>Python is an interpreted, object-oriented, high-level programming language with dynamic semantics. </a:t>
              </a:r>
              <a:endParaRPr b="1" dirty="0">
                <a:solidFill>
                  <a:schemeClr val="accent6"/>
                </a:solidFill>
                <a:latin typeface="Fira Sans"/>
                <a:ea typeface="Fira Sans"/>
                <a:cs typeface="Fira Sans"/>
                <a:sym typeface="Fira Sans"/>
              </a:endParaRPr>
            </a:p>
          </p:txBody>
        </p:sp>
        <p:sp>
          <p:nvSpPr>
            <p:cNvPr id="29" name="Google Shape;3399;p38">
              <a:extLst>
                <a:ext uri="{FF2B5EF4-FFF2-40B4-BE49-F238E27FC236}">
                  <a16:creationId xmlns:a16="http://schemas.microsoft.com/office/drawing/2014/main" id="{064E2046-5308-404C-970A-05E2C32F594D}"/>
                </a:ext>
              </a:extLst>
            </p:cNvPr>
            <p:cNvSpPr txBox="1"/>
            <p:nvPr/>
          </p:nvSpPr>
          <p:spPr>
            <a:xfrm>
              <a:off x="3520225" y="2139725"/>
              <a:ext cx="5292034" cy="433500"/>
            </a:xfrm>
            <a:prstGeom prst="rect">
              <a:avLst/>
            </a:prstGeom>
            <a:noFill/>
            <a:ln>
              <a:noFill/>
            </a:ln>
          </p:spPr>
          <p:txBody>
            <a:bodyPr spcFirstLastPara="1" wrap="square" lIns="91425" tIns="45700" rIns="91425" bIns="45700" anchor="ctr" anchorCtr="0">
              <a:noAutofit/>
            </a:bodyPr>
            <a:lstStyle/>
            <a:p>
              <a:r>
                <a:rPr lang="en-US" b="1" dirty="0">
                  <a:solidFill>
                    <a:schemeClr val="accent6"/>
                  </a:solidFill>
                </a:rPr>
                <a:t>a subset of </a:t>
              </a:r>
              <a:r>
                <a:rPr lang="en-US" b="1" u="sng" dirty="0">
                  <a:solidFill>
                    <a:schemeClr val="accent6"/>
                  </a:solidFill>
                  <a:hlinkClick r:id="rId2">
                    <a:extLst>
                      <a:ext uri="{A12FA001-AC4F-418D-AE19-62706E023703}">
                        <ahyp:hlinkClr xmlns:ahyp="http://schemas.microsoft.com/office/drawing/2018/hyperlinkcolor" val="tx"/>
                      </a:ext>
                    </a:extLst>
                  </a:hlinkClick>
                </a:rPr>
                <a:t>machine learning</a:t>
              </a:r>
              <a:r>
                <a:rPr lang="en-US" b="1" dirty="0">
                  <a:solidFill>
                    <a:schemeClr val="accent6"/>
                  </a:solidFill>
                </a:rPr>
                <a:t> and are at the heart of </a:t>
              </a:r>
              <a:r>
                <a:rPr lang="en-US" b="1" u="sng" dirty="0">
                  <a:solidFill>
                    <a:schemeClr val="accent6"/>
                  </a:solidFill>
                  <a:hlinkClick r:id="rId3">
                    <a:extLst>
                      <a:ext uri="{A12FA001-AC4F-418D-AE19-62706E023703}">
                        <ahyp:hlinkClr xmlns:ahyp="http://schemas.microsoft.com/office/drawing/2018/hyperlinkcolor" val="tx"/>
                      </a:ext>
                    </a:extLst>
                  </a:hlinkClick>
                </a:rPr>
                <a:t>deep learning</a:t>
              </a:r>
              <a:r>
                <a:rPr lang="en-US" b="1" dirty="0">
                  <a:solidFill>
                    <a:schemeClr val="accent6"/>
                  </a:solidFill>
                </a:rPr>
                <a:t> algorithms. </a:t>
              </a:r>
            </a:p>
          </p:txBody>
        </p:sp>
        <p:sp>
          <p:nvSpPr>
            <p:cNvPr id="30" name="Google Shape;3400;p38">
              <a:extLst>
                <a:ext uri="{FF2B5EF4-FFF2-40B4-BE49-F238E27FC236}">
                  <a16:creationId xmlns:a16="http://schemas.microsoft.com/office/drawing/2014/main" id="{F7F87C76-706D-472C-BE0E-CC42D4AAE4DD}"/>
                </a:ext>
              </a:extLst>
            </p:cNvPr>
            <p:cNvSpPr txBox="1"/>
            <p:nvPr/>
          </p:nvSpPr>
          <p:spPr>
            <a:xfrm>
              <a:off x="3520225" y="4059850"/>
              <a:ext cx="4365000" cy="433500"/>
            </a:xfrm>
            <a:prstGeom prst="rect">
              <a:avLst/>
            </a:prstGeom>
            <a:noFill/>
            <a:ln>
              <a:noFill/>
            </a:ln>
          </p:spPr>
          <p:txBody>
            <a:bodyPr spcFirstLastPara="1" wrap="square" lIns="91425" tIns="45700" rIns="91425" bIns="45700" anchor="ctr" anchorCtr="0">
              <a:noAutofit/>
            </a:bodyPr>
            <a:lstStyle/>
            <a:p>
              <a:pPr lvl="0">
                <a:buSzPts val="1100"/>
              </a:pPr>
              <a:r>
                <a:rPr lang="en-US" b="1" dirty="0">
                  <a:solidFill>
                    <a:schemeClr val="accent6"/>
                  </a:solidFill>
                </a:rPr>
                <a:t>Flask is also a Python-based microframework that is used for web application development</a:t>
              </a:r>
              <a:endParaRPr b="1" dirty="0">
                <a:solidFill>
                  <a:schemeClr val="accent6"/>
                </a:solidFill>
                <a:latin typeface="Fira Sans"/>
                <a:ea typeface="Fira Sans"/>
                <a:cs typeface="Fira Sans"/>
                <a:sym typeface="Fira Sans"/>
              </a:endParaRPr>
            </a:p>
          </p:txBody>
        </p:sp>
        <p:sp>
          <p:nvSpPr>
            <p:cNvPr id="31" name="Google Shape;3401;p38">
              <a:extLst>
                <a:ext uri="{FF2B5EF4-FFF2-40B4-BE49-F238E27FC236}">
                  <a16:creationId xmlns:a16="http://schemas.microsoft.com/office/drawing/2014/main" id="{0654C85D-1E00-47E0-A1E6-6021315DBE8A}"/>
                </a:ext>
              </a:extLst>
            </p:cNvPr>
            <p:cNvSpPr txBox="1"/>
            <p:nvPr/>
          </p:nvSpPr>
          <p:spPr>
            <a:xfrm>
              <a:off x="3520225" y="3101224"/>
              <a:ext cx="5234266" cy="433500"/>
            </a:xfrm>
            <a:prstGeom prst="rect">
              <a:avLst/>
            </a:prstGeom>
            <a:noFill/>
            <a:ln>
              <a:noFill/>
            </a:ln>
          </p:spPr>
          <p:txBody>
            <a:bodyPr spcFirstLastPara="1" wrap="square" lIns="91425" tIns="45700" rIns="91425" bIns="45700" anchor="ctr" anchorCtr="0">
              <a:noAutofit/>
            </a:bodyPr>
            <a:lstStyle/>
            <a:p>
              <a:pPr lvl="0">
                <a:buSzPts val="1100"/>
              </a:pPr>
              <a:r>
                <a:rPr lang="en-US" b="1" dirty="0">
                  <a:solidFill>
                    <a:schemeClr val="accent6"/>
                  </a:solidFill>
                </a:rPr>
                <a:t>is a subset of machine learning in artificial intelligence that can mimic the computing capabilities of the human brain and create patterns </a:t>
              </a:r>
              <a:endParaRPr sz="1500" b="1" dirty="0">
                <a:solidFill>
                  <a:schemeClr val="accent6"/>
                </a:solidFill>
                <a:latin typeface="Fira Sans"/>
                <a:ea typeface="Fira Sans"/>
                <a:cs typeface="Fira Sans"/>
                <a:sym typeface="Fira Sans"/>
              </a:endParaRPr>
            </a:p>
          </p:txBody>
        </p:sp>
        <p:sp>
          <p:nvSpPr>
            <p:cNvPr id="32" name="Google Shape;3402;p38">
              <a:extLst>
                <a:ext uri="{FF2B5EF4-FFF2-40B4-BE49-F238E27FC236}">
                  <a16:creationId xmlns:a16="http://schemas.microsoft.com/office/drawing/2014/main" id="{BD848F2C-6682-4730-BAC0-1B823DB88158}"/>
                </a:ext>
              </a:extLst>
            </p:cNvPr>
            <p:cNvSpPr txBox="1"/>
            <p:nvPr/>
          </p:nvSpPr>
          <p:spPr>
            <a:xfrm>
              <a:off x="1841875" y="1201563"/>
              <a:ext cx="790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Fira Sans Extra Condensed Medium"/>
                  <a:ea typeface="Fira Sans Extra Condensed Medium"/>
                  <a:cs typeface="Fira Sans Extra Condensed Medium"/>
                  <a:sym typeface="Fira Sans Extra Condensed Medium"/>
                </a:rPr>
                <a:t>01</a:t>
              </a:r>
              <a:endParaRPr sz="2700">
                <a:solidFill>
                  <a:schemeClr val="lt1"/>
                </a:solidFill>
                <a:latin typeface="Fira Sans Extra Condensed Medium"/>
                <a:ea typeface="Fira Sans Extra Condensed Medium"/>
                <a:cs typeface="Fira Sans Extra Condensed Medium"/>
                <a:sym typeface="Fira Sans Extra Condensed Medium"/>
              </a:endParaRPr>
            </a:p>
          </p:txBody>
        </p:sp>
        <p:sp>
          <p:nvSpPr>
            <p:cNvPr id="33" name="Google Shape;3403;p38">
              <a:extLst>
                <a:ext uri="{FF2B5EF4-FFF2-40B4-BE49-F238E27FC236}">
                  <a16:creationId xmlns:a16="http://schemas.microsoft.com/office/drawing/2014/main" id="{69FD5CAE-2F2D-4297-8C91-FAD9FE805891}"/>
                </a:ext>
              </a:extLst>
            </p:cNvPr>
            <p:cNvSpPr txBox="1"/>
            <p:nvPr/>
          </p:nvSpPr>
          <p:spPr>
            <a:xfrm>
              <a:off x="1841875" y="3126525"/>
              <a:ext cx="790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Fira Sans Extra Condensed Medium"/>
                  <a:ea typeface="Fira Sans Extra Condensed Medium"/>
                  <a:cs typeface="Fira Sans Extra Condensed Medium"/>
                  <a:sym typeface="Fira Sans Extra Condensed Medium"/>
                </a:rPr>
                <a:t>03</a:t>
              </a:r>
              <a:endParaRPr sz="2700">
                <a:solidFill>
                  <a:schemeClr val="lt1"/>
                </a:solidFill>
                <a:latin typeface="Fira Sans Extra Condensed Medium"/>
                <a:ea typeface="Fira Sans Extra Condensed Medium"/>
                <a:cs typeface="Fira Sans Extra Condensed Medium"/>
                <a:sym typeface="Fira Sans Extra Condensed Medium"/>
              </a:endParaRPr>
            </a:p>
          </p:txBody>
        </p:sp>
        <p:sp>
          <p:nvSpPr>
            <p:cNvPr id="34" name="Google Shape;3404;p38">
              <a:extLst>
                <a:ext uri="{FF2B5EF4-FFF2-40B4-BE49-F238E27FC236}">
                  <a16:creationId xmlns:a16="http://schemas.microsoft.com/office/drawing/2014/main" id="{E230942E-DB87-4370-A166-DAF7B4D80AB8}"/>
                </a:ext>
              </a:extLst>
            </p:cNvPr>
            <p:cNvSpPr txBox="1"/>
            <p:nvPr/>
          </p:nvSpPr>
          <p:spPr>
            <a:xfrm>
              <a:off x="1841875" y="4092675"/>
              <a:ext cx="790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Fira Sans Extra Condensed Medium"/>
                  <a:ea typeface="Fira Sans Extra Condensed Medium"/>
                  <a:cs typeface="Fira Sans Extra Condensed Medium"/>
                  <a:sym typeface="Fira Sans Extra Condensed Medium"/>
                </a:rPr>
                <a:t>04</a:t>
              </a:r>
              <a:endParaRPr sz="2700">
                <a:solidFill>
                  <a:schemeClr val="lt1"/>
                </a:solidFill>
                <a:latin typeface="Fira Sans Extra Condensed Medium"/>
                <a:ea typeface="Fira Sans Extra Condensed Medium"/>
                <a:cs typeface="Fira Sans Extra Condensed Medium"/>
                <a:sym typeface="Fira Sans Extra Condensed Medium"/>
              </a:endParaRPr>
            </a:p>
          </p:txBody>
        </p:sp>
        <p:sp>
          <p:nvSpPr>
            <p:cNvPr id="35" name="Google Shape;3405;p38">
              <a:extLst>
                <a:ext uri="{FF2B5EF4-FFF2-40B4-BE49-F238E27FC236}">
                  <a16:creationId xmlns:a16="http://schemas.microsoft.com/office/drawing/2014/main" id="{AB283108-4F7C-493B-B052-75A8997CECD6}"/>
                </a:ext>
              </a:extLst>
            </p:cNvPr>
            <p:cNvSpPr/>
            <p:nvPr/>
          </p:nvSpPr>
          <p:spPr>
            <a:xfrm>
              <a:off x="2867611" y="3276999"/>
              <a:ext cx="87053" cy="86657"/>
            </a:xfrm>
            <a:custGeom>
              <a:avLst/>
              <a:gdLst/>
              <a:ahLst/>
              <a:cxnLst/>
              <a:rect l="l" t="t" r="r" b="b"/>
              <a:pathLst>
                <a:path w="3075" h="3061" extrusionOk="0">
                  <a:moveTo>
                    <a:pt x="1538" y="0"/>
                  </a:moveTo>
                  <a:cubicBezTo>
                    <a:pt x="689" y="0"/>
                    <a:pt x="1" y="688"/>
                    <a:pt x="1" y="1523"/>
                  </a:cubicBezTo>
                  <a:cubicBezTo>
                    <a:pt x="1" y="2372"/>
                    <a:pt x="689" y="3060"/>
                    <a:pt x="1538" y="3060"/>
                  </a:cubicBezTo>
                  <a:cubicBezTo>
                    <a:pt x="2387" y="3060"/>
                    <a:pt x="3075" y="2372"/>
                    <a:pt x="3075" y="1523"/>
                  </a:cubicBezTo>
                  <a:cubicBezTo>
                    <a:pt x="3075" y="688"/>
                    <a:pt x="2387" y="0"/>
                    <a:pt x="1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406;p38">
              <a:extLst>
                <a:ext uri="{FF2B5EF4-FFF2-40B4-BE49-F238E27FC236}">
                  <a16:creationId xmlns:a16="http://schemas.microsoft.com/office/drawing/2014/main" id="{1DD23FDF-4E90-4467-BBE7-6B714988D2F7}"/>
                </a:ext>
              </a:extLst>
            </p:cNvPr>
            <p:cNvSpPr/>
            <p:nvPr/>
          </p:nvSpPr>
          <p:spPr>
            <a:xfrm>
              <a:off x="2867611" y="4242962"/>
              <a:ext cx="87053" cy="86657"/>
            </a:xfrm>
            <a:custGeom>
              <a:avLst/>
              <a:gdLst/>
              <a:ahLst/>
              <a:cxnLst/>
              <a:rect l="l" t="t" r="r" b="b"/>
              <a:pathLst>
                <a:path w="3075" h="3061" extrusionOk="0">
                  <a:moveTo>
                    <a:pt x="1538" y="0"/>
                  </a:moveTo>
                  <a:cubicBezTo>
                    <a:pt x="689" y="0"/>
                    <a:pt x="1" y="688"/>
                    <a:pt x="1" y="1523"/>
                  </a:cubicBezTo>
                  <a:cubicBezTo>
                    <a:pt x="1" y="2372"/>
                    <a:pt x="689" y="3060"/>
                    <a:pt x="1538" y="3060"/>
                  </a:cubicBezTo>
                  <a:cubicBezTo>
                    <a:pt x="2387" y="3060"/>
                    <a:pt x="3075" y="2372"/>
                    <a:pt x="3075" y="1523"/>
                  </a:cubicBezTo>
                  <a:cubicBezTo>
                    <a:pt x="3075" y="688"/>
                    <a:pt x="2387" y="0"/>
                    <a:pt x="1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3408;p38">
            <a:extLst>
              <a:ext uri="{FF2B5EF4-FFF2-40B4-BE49-F238E27FC236}">
                <a16:creationId xmlns:a16="http://schemas.microsoft.com/office/drawing/2014/main" id="{90F0E2CB-83A4-422E-8B52-7A7A0D767B61}"/>
              </a:ext>
            </a:extLst>
          </p:cNvPr>
          <p:cNvGrpSpPr/>
          <p:nvPr/>
        </p:nvGrpSpPr>
        <p:grpSpPr>
          <a:xfrm>
            <a:off x="881579" y="2072938"/>
            <a:ext cx="622932" cy="602981"/>
            <a:chOff x="1671920" y="2072986"/>
            <a:chExt cx="659397" cy="638277"/>
          </a:xfrm>
        </p:grpSpPr>
        <p:sp>
          <p:nvSpPr>
            <p:cNvPr id="47" name="Google Shape;3409;p38">
              <a:extLst>
                <a:ext uri="{FF2B5EF4-FFF2-40B4-BE49-F238E27FC236}">
                  <a16:creationId xmlns:a16="http://schemas.microsoft.com/office/drawing/2014/main" id="{4B91FE59-0730-4D46-836A-FA701D700715}"/>
                </a:ext>
              </a:extLst>
            </p:cNvPr>
            <p:cNvSpPr/>
            <p:nvPr/>
          </p:nvSpPr>
          <p:spPr>
            <a:xfrm>
              <a:off x="1671920" y="2244347"/>
              <a:ext cx="656509" cy="466917"/>
            </a:xfrm>
            <a:custGeom>
              <a:avLst/>
              <a:gdLst/>
              <a:ahLst/>
              <a:cxnLst/>
              <a:rect l="l" t="t" r="r" b="b"/>
              <a:pathLst>
                <a:path w="23190" h="16493" extrusionOk="0">
                  <a:moveTo>
                    <a:pt x="8557" y="1"/>
                  </a:moveTo>
                  <a:cubicBezTo>
                    <a:pt x="8414" y="1"/>
                    <a:pt x="8277" y="106"/>
                    <a:pt x="8242" y="257"/>
                  </a:cubicBezTo>
                  <a:cubicBezTo>
                    <a:pt x="8140" y="813"/>
                    <a:pt x="8008" y="1589"/>
                    <a:pt x="8008" y="1589"/>
                  </a:cubicBezTo>
                  <a:cubicBezTo>
                    <a:pt x="8008" y="1589"/>
                    <a:pt x="7774" y="1926"/>
                    <a:pt x="7672" y="2907"/>
                  </a:cubicBezTo>
                  <a:cubicBezTo>
                    <a:pt x="7554" y="3902"/>
                    <a:pt x="6456" y="5278"/>
                    <a:pt x="6295" y="5791"/>
                  </a:cubicBezTo>
                  <a:cubicBezTo>
                    <a:pt x="6134" y="6303"/>
                    <a:pt x="5768" y="8880"/>
                    <a:pt x="5593" y="9465"/>
                  </a:cubicBezTo>
                  <a:cubicBezTo>
                    <a:pt x="5432" y="10051"/>
                    <a:pt x="5066" y="10183"/>
                    <a:pt x="5066" y="10183"/>
                  </a:cubicBezTo>
                  <a:lnTo>
                    <a:pt x="0" y="12042"/>
                  </a:lnTo>
                  <a:lnTo>
                    <a:pt x="3733" y="16492"/>
                  </a:lnTo>
                  <a:cubicBezTo>
                    <a:pt x="4451" y="16141"/>
                    <a:pt x="5271" y="15746"/>
                    <a:pt x="5929" y="15423"/>
                  </a:cubicBezTo>
                  <a:cubicBezTo>
                    <a:pt x="7408" y="14706"/>
                    <a:pt x="7467" y="14692"/>
                    <a:pt x="9531" y="14472"/>
                  </a:cubicBezTo>
                  <a:cubicBezTo>
                    <a:pt x="11595" y="14238"/>
                    <a:pt x="15386" y="12876"/>
                    <a:pt x="15738" y="12788"/>
                  </a:cubicBezTo>
                  <a:cubicBezTo>
                    <a:pt x="15923" y="12748"/>
                    <a:pt x="16537" y="12726"/>
                    <a:pt x="17319" y="12726"/>
                  </a:cubicBezTo>
                  <a:cubicBezTo>
                    <a:pt x="17961" y="12726"/>
                    <a:pt x="18716" y="12741"/>
                    <a:pt x="19442" y="12774"/>
                  </a:cubicBezTo>
                  <a:cubicBezTo>
                    <a:pt x="19544" y="12777"/>
                    <a:pt x="19642" y="12779"/>
                    <a:pt x="19734" y="12779"/>
                  </a:cubicBezTo>
                  <a:cubicBezTo>
                    <a:pt x="21102" y="12779"/>
                    <a:pt x="21359" y="12390"/>
                    <a:pt x="21359" y="12130"/>
                  </a:cubicBezTo>
                  <a:cubicBezTo>
                    <a:pt x="21374" y="11851"/>
                    <a:pt x="21008" y="11661"/>
                    <a:pt x="20554" y="11617"/>
                  </a:cubicBezTo>
                  <a:cubicBezTo>
                    <a:pt x="20013" y="11573"/>
                    <a:pt x="17846" y="11383"/>
                    <a:pt x="17260" y="11383"/>
                  </a:cubicBezTo>
                  <a:cubicBezTo>
                    <a:pt x="17224" y="11383"/>
                    <a:pt x="17188" y="11383"/>
                    <a:pt x="17153" y="11383"/>
                  </a:cubicBezTo>
                  <a:cubicBezTo>
                    <a:pt x="16628" y="11383"/>
                    <a:pt x="16290" y="11370"/>
                    <a:pt x="16236" y="10958"/>
                  </a:cubicBezTo>
                  <a:cubicBezTo>
                    <a:pt x="16192" y="10505"/>
                    <a:pt x="16733" y="10329"/>
                    <a:pt x="17802" y="10168"/>
                  </a:cubicBezTo>
                  <a:cubicBezTo>
                    <a:pt x="18871" y="9992"/>
                    <a:pt x="20788" y="9202"/>
                    <a:pt x="21989" y="8733"/>
                  </a:cubicBezTo>
                  <a:cubicBezTo>
                    <a:pt x="23189" y="8250"/>
                    <a:pt x="23160" y="7635"/>
                    <a:pt x="22926" y="7357"/>
                  </a:cubicBezTo>
                  <a:cubicBezTo>
                    <a:pt x="22881" y="7301"/>
                    <a:pt x="22779" y="7278"/>
                    <a:pt x="22641" y="7278"/>
                  </a:cubicBezTo>
                  <a:cubicBezTo>
                    <a:pt x="22055" y="7278"/>
                    <a:pt x="20813" y="7698"/>
                    <a:pt x="20481" y="7840"/>
                  </a:cubicBezTo>
                  <a:cubicBezTo>
                    <a:pt x="20071" y="8001"/>
                    <a:pt x="17861" y="8484"/>
                    <a:pt x="17173" y="8748"/>
                  </a:cubicBezTo>
                  <a:cubicBezTo>
                    <a:pt x="17077" y="8785"/>
                    <a:pt x="16983" y="8801"/>
                    <a:pt x="16896" y="8801"/>
                  </a:cubicBezTo>
                  <a:cubicBezTo>
                    <a:pt x="16358" y="8801"/>
                    <a:pt x="16064" y="8168"/>
                    <a:pt x="16997" y="7752"/>
                  </a:cubicBezTo>
                  <a:cubicBezTo>
                    <a:pt x="18080" y="7269"/>
                    <a:pt x="20364" y="5644"/>
                    <a:pt x="21594" y="4971"/>
                  </a:cubicBezTo>
                  <a:cubicBezTo>
                    <a:pt x="22823" y="4283"/>
                    <a:pt x="22662" y="3844"/>
                    <a:pt x="22340" y="3375"/>
                  </a:cubicBezTo>
                  <a:cubicBezTo>
                    <a:pt x="22295" y="3309"/>
                    <a:pt x="22206" y="3280"/>
                    <a:pt x="22087" y="3280"/>
                  </a:cubicBezTo>
                  <a:cubicBezTo>
                    <a:pt x="21365" y="3280"/>
                    <a:pt x="19521" y="4333"/>
                    <a:pt x="19295" y="4458"/>
                  </a:cubicBezTo>
                  <a:cubicBezTo>
                    <a:pt x="19032" y="4605"/>
                    <a:pt x="17334" y="5571"/>
                    <a:pt x="16514" y="6083"/>
                  </a:cubicBezTo>
                  <a:cubicBezTo>
                    <a:pt x="15913" y="6459"/>
                    <a:pt x="15642" y="6607"/>
                    <a:pt x="15494" y="6607"/>
                  </a:cubicBezTo>
                  <a:cubicBezTo>
                    <a:pt x="15441" y="6607"/>
                    <a:pt x="15403" y="6587"/>
                    <a:pt x="15372" y="6552"/>
                  </a:cubicBezTo>
                  <a:cubicBezTo>
                    <a:pt x="15255" y="6406"/>
                    <a:pt x="15211" y="6157"/>
                    <a:pt x="15591" y="5776"/>
                  </a:cubicBezTo>
                  <a:cubicBezTo>
                    <a:pt x="15972" y="5395"/>
                    <a:pt x="18651" y="2643"/>
                    <a:pt x="19486" y="1940"/>
                  </a:cubicBezTo>
                  <a:cubicBezTo>
                    <a:pt x="20320" y="1238"/>
                    <a:pt x="20232" y="769"/>
                    <a:pt x="19749" y="550"/>
                  </a:cubicBezTo>
                  <a:cubicBezTo>
                    <a:pt x="19707" y="531"/>
                    <a:pt x="19658" y="522"/>
                    <a:pt x="19604" y="522"/>
                  </a:cubicBezTo>
                  <a:cubicBezTo>
                    <a:pt x="19028" y="522"/>
                    <a:pt x="17874" y="1518"/>
                    <a:pt x="17700" y="1692"/>
                  </a:cubicBezTo>
                  <a:cubicBezTo>
                    <a:pt x="17509" y="1882"/>
                    <a:pt x="16455" y="2453"/>
                    <a:pt x="16104" y="2848"/>
                  </a:cubicBezTo>
                  <a:cubicBezTo>
                    <a:pt x="15738" y="3258"/>
                    <a:pt x="14215" y="4458"/>
                    <a:pt x="13293" y="5264"/>
                  </a:cubicBezTo>
                  <a:cubicBezTo>
                    <a:pt x="12371" y="6069"/>
                    <a:pt x="11214" y="6025"/>
                    <a:pt x="10541" y="6201"/>
                  </a:cubicBezTo>
                  <a:cubicBezTo>
                    <a:pt x="10404" y="6239"/>
                    <a:pt x="10278" y="6257"/>
                    <a:pt x="10161" y="6257"/>
                  </a:cubicBezTo>
                  <a:cubicBezTo>
                    <a:pt x="9702" y="6257"/>
                    <a:pt x="9383" y="5988"/>
                    <a:pt x="9092" y="5674"/>
                  </a:cubicBezTo>
                  <a:cubicBezTo>
                    <a:pt x="8740" y="5293"/>
                    <a:pt x="9004" y="4678"/>
                    <a:pt x="9004" y="4678"/>
                  </a:cubicBezTo>
                  <a:cubicBezTo>
                    <a:pt x="9004" y="4678"/>
                    <a:pt x="9706" y="3156"/>
                    <a:pt x="9589" y="1560"/>
                  </a:cubicBezTo>
                  <a:cubicBezTo>
                    <a:pt x="9516" y="535"/>
                    <a:pt x="9018" y="169"/>
                    <a:pt x="8667" y="23"/>
                  </a:cubicBezTo>
                  <a:cubicBezTo>
                    <a:pt x="8631" y="8"/>
                    <a:pt x="8594" y="1"/>
                    <a:pt x="8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410;p38">
              <a:extLst>
                <a:ext uri="{FF2B5EF4-FFF2-40B4-BE49-F238E27FC236}">
                  <a16:creationId xmlns:a16="http://schemas.microsoft.com/office/drawing/2014/main" id="{8FFB6DDC-672A-48AC-B6E3-12C00F84B095}"/>
                </a:ext>
              </a:extLst>
            </p:cNvPr>
            <p:cNvSpPr/>
            <p:nvPr/>
          </p:nvSpPr>
          <p:spPr>
            <a:xfrm>
              <a:off x="1996013" y="2072986"/>
              <a:ext cx="113580" cy="157602"/>
            </a:xfrm>
            <a:custGeom>
              <a:avLst/>
              <a:gdLst/>
              <a:ahLst/>
              <a:cxnLst/>
              <a:rect l="l" t="t" r="r" b="b"/>
              <a:pathLst>
                <a:path w="4012" h="5567" extrusionOk="0">
                  <a:moveTo>
                    <a:pt x="1918" y="0"/>
                  </a:moveTo>
                  <a:lnTo>
                    <a:pt x="323" y="2840"/>
                  </a:lnTo>
                  <a:cubicBezTo>
                    <a:pt x="15" y="3382"/>
                    <a:pt x="0" y="4055"/>
                    <a:pt x="323" y="4626"/>
                  </a:cubicBezTo>
                  <a:cubicBezTo>
                    <a:pt x="659" y="5231"/>
                    <a:pt x="1278" y="5567"/>
                    <a:pt x="1914" y="5567"/>
                  </a:cubicBezTo>
                  <a:cubicBezTo>
                    <a:pt x="2219" y="5567"/>
                    <a:pt x="2527" y="5490"/>
                    <a:pt x="2811" y="5329"/>
                  </a:cubicBezTo>
                  <a:cubicBezTo>
                    <a:pt x="3690" y="4831"/>
                    <a:pt x="4012" y="3719"/>
                    <a:pt x="3514" y="2840"/>
                  </a:cubicBezTo>
                  <a:lnTo>
                    <a:pt x="191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411;p38">
              <a:extLst>
                <a:ext uri="{FF2B5EF4-FFF2-40B4-BE49-F238E27FC236}">
                  <a16:creationId xmlns:a16="http://schemas.microsoft.com/office/drawing/2014/main" id="{450DA9B4-9645-490C-BCF0-EA57E0CA1ED3}"/>
                </a:ext>
              </a:extLst>
            </p:cNvPr>
            <p:cNvSpPr/>
            <p:nvPr/>
          </p:nvSpPr>
          <p:spPr>
            <a:xfrm>
              <a:off x="2098382" y="2644905"/>
              <a:ext cx="50165" cy="51836"/>
            </a:xfrm>
            <a:custGeom>
              <a:avLst/>
              <a:gdLst/>
              <a:ahLst/>
              <a:cxnLst/>
              <a:rect l="l" t="t" r="r" b="b"/>
              <a:pathLst>
                <a:path w="1772" h="1831" extrusionOk="0">
                  <a:moveTo>
                    <a:pt x="879" y="1"/>
                  </a:moveTo>
                  <a:cubicBezTo>
                    <a:pt x="820" y="469"/>
                    <a:pt x="469" y="835"/>
                    <a:pt x="0" y="909"/>
                  </a:cubicBezTo>
                  <a:cubicBezTo>
                    <a:pt x="469" y="996"/>
                    <a:pt x="820" y="1362"/>
                    <a:pt x="879" y="1831"/>
                  </a:cubicBezTo>
                  <a:cubicBezTo>
                    <a:pt x="952" y="1362"/>
                    <a:pt x="1303" y="996"/>
                    <a:pt x="1772" y="909"/>
                  </a:cubicBezTo>
                  <a:cubicBezTo>
                    <a:pt x="1303" y="835"/>
                    <a:pt x="952" y="469"/>
                    <a:pt x="8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412;p38">
              <a:extLst>
                <a:ext uri="{FF2B5EF4-FFF2-40B4-BE49-F238E27FC236}">
                  <a16:creationId xmlns:a16="http://schemas.microsoft.com/office/drawing/2014/main" id="{4DB0205B-AEFC-4B19-87B0-96BFD6782BDF}"/>
                </a:ext>
              </a:extLst>
            </p:cNvPr>
            <p:cNvSpPr/>
            <p:nvPr/>
          </p:nvSpPr>
          <p:spPr>
            <a:xfrm>
              <a:off x="2281151" y="2244573"/>
              <a:ext cx="50165" cy="51836"/>
            </a:xfrm>
            <a:custGeom>
              <a:avLst/>
              <a:gdLst/>
              <a:ahLst/>
              <a:cxnLst/>
              <a:rect l="l" t="t" r="r" b="b"/>
              <a:pathLst>
                <a:path w="1772" h="1831" extrusionOk="0">
                  <a:moveTo>
                    <a:pt x="893" y="0"/>
                  </a:moveTo>
                  <a:cubicBezTo>
                    <a:pt x="820" y="469"/>
                    <a:pt x="469" y="835"/>
                    <a:pt x="0" y="908"/>
                  </a:cubicBezTo>
                  <a:cubicBezTo>
                    <a:pt x="469" y="996"/>
                    <a:pt x="820" y="1362"/>
                    <a:pt x="893" y="1830"/>
                  </a:cubicBezTo>
                  <a:cubicBezTo>
                    <a:pt x="952" y="1362"/>
                    <a:pt x="1318" y="996"/>
                    <a:pt x="1772" y="908"/>
                  </a:cubicBezTo>
                  <a:cubicBezTo>
                    <a:pt x="1318" y="835"/>
                    <a:pt x="952" y="469"/>
                    <a:pt x="8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413;p38">
              <a:extLst>
                <a:ext uri="{FF2B5EF4-FFF2-40B4-BE49-F238E27FC236}">
                  <a16:creationId xmlns:a16="http://schemas.microsoft.com/office/drawing/2014/main" id="{DC5A6344-3E65-4FD1-8C36-13C04A555566}"/>
                </a:ext>
              </a:extLst>
            </p:cNvPr>
            <p:cNvSpPr/>
            <p:nvPr/>
          </p:nvSpPr>
          <p:spPr>
            <a:xfrm>
              <a:off x="1779668" y="2310451"/>
              <a:ext cx="75050" cy="77541"/>
            </a:xfrm>
            <a:custGeom>
              <a:avLst/>
              <a:gdLst/>
              <a:ahLst/>
              <a:cxnLst/>
              <a:rect l="l" t="t" r="r" b="b"/>
              <a:pathLst>
                <a:path w="2651" h="2739" extrusionOk="0">
                  <a:moveTo>
                    <a:pt x="1333" y="1"/>
                  </a:moveTo>
                  <a:cubicBezTo>
                    <a:pt x="1230" y="703"/>
                    <a:pt x="689" y="1245"/>
                    <a:pt x="1" y="1377"/>
                  </a:cubicBezTo>
                  <a:cubicBezTo>
                    <a:pt x="689" y="1494"/>
                    <a:pt x="1230" y="2050"/>
                    <a:pt x="1333" y="2738"/>
                  </a:cubicBezTo>
                  <a:cubicBezTo>
                    <a:pt x="1435" y="2050"/>
                    <a:pt x="1962" y="1494"/>
                    <a:pt x="2650" y="1377"/>
                  </a:cubicBezTo>
                  <a:cubicBezTo>
                    <a:pt x="1962" y="1245"/>
                    <a:pt x="1435" y="703"/>
                    <a:pt x="13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3434;p38">
            <a:extLst>
              <a:ext uri="{FF2B5EF4-FFF2-40B4-BE49-F238E27FC236}">
                <a16:creationId xmlns:a16="http://schemas.microsoft.com/office/drawing/2014/main" id="{5C99C0EA-469A-4342-A99C-90DA39934A76}"/>
              </a:ext>
            </a:extLst>
          </p:cNvPr>
          <p:cNvGrpSpPr/>
          <p:nvPr/>
        </p:nvGrpSpPr>
        <p:grpSpPr>
          <a:xfrm>
            <a:off x="936693" y="4066888"/>
            <a:ext cx="622933" cy="389178"/>
            <a:chOff x="1739468" y="4066888"/>
            <a:chExt cx="622933" cy="389178"/>
          </a:xfrm>
        </p:grpSpPr>
        <p:sp>
          <p:nvSpPr>
            <p:cNvPr id="73" name="Google Shape;3435;p38">
              <a:extLst>
                <a:ext uri="{FF2B5EF4-FFF2-40B4-BE49-F238E27FC236}">
                  <a16:creationId xmlns:a16="http://schemas.microsoft.com/office/drawing/2014/main" id="{EF46809E-0648-4FD5-AD6A-A79F94FF2D1F}"/>
                </a:ext>
              </a:extLst>
            </p:cNvPr>
            <p:cNvSpPr/>
            <p:nvPr/>
          </p:nvSpPr>
          <p:spPr>
            <a:xfrm>
              <a:off x="2211933" y="4066888"/>
              <a:ext cx="72559" cy="72955"/>
            </a:xfrm>
            <a:custGeom>
              <a:avLst/>
              <a:gdLst/>
              <a:ahLst/>
              <a:cxnLst/>
              <a:rect l="l" t="t" r="r" b="b"/>
              <a:pathLst>
                <a:path w="2563" h="2577" extrusionOk="0">
                  <a:moveTo>
                    <a:pt x="1289" y="0"/>
                  </a:moveTo>
                  <a:cubicBezTo>
                    <a:pt x="572" y="0"/>
                    <a:pt x="1" y="586"/>
                    <a:pt x="1" y="1288"/>
                  </a:cubicBezTo>
                  <a:cubicBezTo>
                    <a:pt x="1" y="1991"/>
                    <a:pt x="572" y="2577"/>
                    <a:pt x="1289" y="2577"/>
                  </a:cubicBezTo>
                  <a:cubicBezTo>
                    <a:pt x="1992" y="2577"/>
                    <a:pt x="2563" y="1991"/>
                    <a:pt x="2563" y="1288"/>
                  </a:cubicBezTo>
                  <a:cubicBezTo>
                    <a:pt x="2563" y="586"/>
                    <a:pt x="1992" y="0"/>
                    <a:pt x="1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436;p38">
              <a:extLst>
                <a:ext uri="{FF2B5EF4-FFF2-40B4-BE49-F238E27FC236}">
                  <a16:creationId xmlns:a16="http://schemas.microsoft.com/office/drawing/2014/main" id="{08965A77-5F14-4F3F-84EF-FAAE31B9E378}"/>
                </a:ext>
              </a:extLst>
            </p:cNvPr>
            <p:cNvSpPr/>
            <p:nvPr/>
          </p:nvSpPr>
          <p:spPr>
            <a:xfrm>
              <a:off x="2205733" y="4153488"/>
              <a:ext cx="84987" cy="147580"/>
            </a:xfrm>
            <a:custGeom>
              <a:avLst/>
              <a:gdLst/>
              <a:ahLst/>
              <a:cxnLst/>
              <a:rect l="l" t="t" r="r" b="b"/>
              <a:pathLst>
                <a:path w="3002" h="5213" extrusionOk="0">
                  <a:moveTo>
                    <a:pt x="0" y="1"/>
                  </a:moveTo>
                  <a:lnTo>
                    <a:pt x="0" y="5212"/>
                  </a:lnTo>
                  <a:lnTo>
                    <a:pt x="3001" y="5212"/>
                  </a:lnTo>
                  <a:lnTo>
                    <a:pt x="30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3437;p38">
              <a:extLst>
                <a:ext uri="{FF2B5EF4-FFF2-40B4-BE49-F238E27FC236}">
                  <a16:creationId xmlns:a16="http://schemas.microsoft.com/office/drawing/2014/main" id="{BA3B193E-3D2B-4CC8-AF70-D12A2A31588A}"/>
                </a:ext>
              </a:extLst>
            </p:cNvPr>
            <p:cNvSpPr/>
            <p:nvPr/>
          </p:nvSpPr>
          <p:spPr>
            <a:xfrm>
              <a:off x="2267053" y="4153630"/>
              <a:ext cx="95348" cy="145768"/>
            </a:xfrm>
            <a:custGeom>
              <a:avLst/>
              <a:gdLst/>
              <a:ahLst/>
              <a:cxnLst/>
              <a:rect l="l" t="t" r="r" b="b"/>
              <a:pathLst>
                <a:path w="3368" h="5149" extrusionOk="0">
                  <a:moveTo>
                    <a:pt x="745" y="0"/>
                  </a:moveTo>
                  <a:cubicBezTo>
                    <a:pt x="647" y="0"/>
                    <a:pt x="548" y="22"/>
                    <a:pt x="455" y="69"/>
                  </a:cubicBezTo>
                  <a:cubicBezTo>
                    <a:pt x="132" y="230"/>
                    <a:pt x="1" y="611"/>
                    <a:pt x="162" y="933"/>
                  </a:cubicBezTo>
                  <a:lnTo>
                    <a:pt x="2036" y="4783"/>
                  </a:lnTo>
                  <a:cubicBezTo>
                    <a:pt x="2153" y="5017"/>
                    <a:pt x="2387" y="5149"/>
                    <a:pt x="2621" y="5149"/>
                  </a:cubicBezTo>
                  <a:cubicBezTo>
                    <a:pt x="2724" y="5149"/>
                    <a:pt x="2811" y="5120"/>
                    <a:pt x="2914" y="5076"/>
                  </a:cubicBezTo>
                  <a:cubicBezTo>
                    <a:pt x="3236" y="4915"/>
                    <a:pt x="3368" y="4534"/>
                    <a:pt x="3207" y="4212"/>
                  </a:cubicBezTo>
                  <a:lnTo>
                    <a:pt x="1333" y="362"/>
                  </a:lnTo>
                  <a:cubicBezTo>
                    <a:pt x="1218" y="133"/>
                    <a:pt x="986" y="0"/>
                    <a:pt x="7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3439;p38">
              <a:extLst>
                <a:ext uri="{FF2B5EF4-FFF2-40B4-BE49-F238E27FC236}">
                  <a16:creationId xmlns:a16="http://schemas.microsoft.com/office/drawing/2014/main" id="{9F7A8C0F-66ED-46FF-BE9C-066AA5A44D14}"/>
                </a:ext>
              </a:extLst>
            </p:cNvPr>
            <p:cNvSpPr/>
            <p:nvPr/>
          </p:nvSpPr>
          <p:spPr>
            <a:xfrm>
              <a:off x="2255049" y="4280742"/>
              <a:ext cx="35671" cy="175324"/>
            </a:xfrm>
            <a:custGeom>
              <a:avLst/>
              <a:gdLst/>
              <a:ahLst/>
              <a:cxnLst/>
              <a:rect l="l" t="t" r="r" b="b"/>
              <a:pathLst>
                <a:path w="1260" h="6193" extrusionOk="0">
                  <a:moveTo>
                    <a:pt x="0" y="0"/>
                  </a:moveTo>
                  <a:lnTo>
                    <a:pt x="0" y="5563"/>
                  </a:lnTo>
                  <a:cubicBezTo>
                    <a:pt x="0" y="5914"/>
                    <a:pt x="293" y="6193"/>
                    <a:pt x="630" y="6193"/>
                  </a:cubicBezTo>
                  <a:cubicBezTo>
                    <a:pt x="981" y="6193"/>
                    <a:pt x="1259" y="5914"/>
                    <a:pt x="1259" y="5563"/>
                  </a:cubicBezTo>
                  <a:lnTo>
                    <a:pt x="12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440;p38">
              <a:extLst>
                <a:ext uri="{FF2B5EF4-FFF2-40B4-BE49-F238E27FC236}">
                  <a16:creationId xmlns:a16="http://schemas.microsoft.com/office/drawing/2014/main" id="{EDA3352D-ED18-4973-BB50-78AD9CF97D79}"/>
                </a:ext>
              </a:extLst>
            </p:cNvPr>
            <p:cNvSpPr/>
            <p:nvPr/>
          </p:nvSpPr>
          <p:spPr>
            <a:xfrm>
              <a:off x="2205733" y="4280742"/>
              <a:ext cx="35671" cy="175324"/>
            </a:xfrm>
            <a:custGeom>
              <a:avLst/>
              <a:gdLst/>
              <a:ahLst/>
              <a:cxnLst/>
              <a:rect l="l" t="t" r="r" b="b"/>
              <a:pathLst>
                <a:path w="1260" h="6193" extrusionOk="0">
                  <a:moveTo>
                    <a:pt x="0" y="0"/>
                  </a:moveTo>
                  <a:lnTo>
                    <a:pt x="0" y="5563"/>
                  </a:lnTo>
                  <a:cubicBezTo>
                    <a:pt x="0" y="5914"/>
                    <a:pt x="293" y="6193"/>
                    <a:pt x="630" y="6193"/>
                  </a:cubicBezTo>
                  <a:cubicBezTo>
                    <a:pt x="981" y="6193"/>
                    <a:pt x="1259" y="5914"/>
                    <a:pt x="1259" y="5563"/>
                  </a:cubicBezTo>
                  <a:lnTo>
                    <a:pt x="12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441;p38">
              <a:extLst>
                <a:ext uri="{FF2B5EF4-FFF2-40B4-BE49-F238E27FC236}">
                  <a16:creationId xmlns:a16="http://schemas.microsoft.com/office/drawing/2014/main" id="{D59BD9BC-C289-426B-BE7F-6030C2E19CDB}"/>
                </a:ext>
              </a:extLst>
            </p:cNvPr>
            <p:cNvSpPr/>
            <p:nvPr/>
          </p:nvSpPr>
          <p:spPr>
            <a:xfrm>
              <a:off x="1819868" y="4066888"/>
              <a:ext cx="72983" cy="72955"/>
            </a:xfrm>
            <a:custGeom>
              <a:avLst/>
              <a:gdLst/>
              <a:ahLst/>
              <a:cxnLst/>
              <a:rect l="l" t="t" r="r" b="b"/>
              <a:pathLst>
                <a:path w="2578" h="2577" extrusionOk="0">
                  <a:moveTo>
                    <a:pt x="1289" y="0"/>
                  </a:moveTo>
                  <a:cubicBezTo>
                    <a:pt x="572" y="0"/>
                    <a:pt x="1" y="586"/>
                    <a:pt x="1" y="1288"/>
                  </a:cubicBezTo>
                  <a:cubicBezTo>
                    <a:pt x="1" y="1991"/>
                    <a:pt x="572" y="2577"/>
                    <a:pt x="1289" y="2577"/>
                  </a:cubicBezTo>
                  <a:cubicBezTo>
                    <a:pt x="1992" y="2577"/>
                    <a:pt x="2577" y="1991"/>
                    <a:pt x="2577" y="1288"/>
                  </a:cubicBezTo>
                  <a:cubicBezTo>
                    <a:pt x="2577" y="586"/>
                    <a:pt x="1992" y="0"/>
                    <a:pt x="1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442;p38">
              <a:extLst>
                <a:ext uri="{FF2B5EF4-FFF2-40B4-BE49-F238E27FC236}">
                  <a16:creationId xmlns:a16="http://schemas.microsoft.com/office/drawing/2014/main" id="{A3A1B877-F057-48D9-8887-3AF2EE58D804}"/>
                </a:ext>
              </a:extLst>
            </p:cNvPr>
            <p:cNvSpPr/>
            <p:nvPr/>
          </p:nvSpPr>
          <p:spPr>
            <a:xfrm>
              <a:off x="1813668" y="4153488"/>
              <a:ext cx="84987" cy="147580"/>
            </a:xfrm>
            <a:custGeom>
              <a:avLst/>
              <a:gdLst/>
              <a:ahLst/>
              <a:cxnLst/>
              <a:rect l="l" t="t" r="r" b="b"/>
              <a:pathLst>
                <a:path w="3002" h="5213" extrusionOk="0">
                  <a:moveTo>
                    <a:pt x="0" y="1"/>
                  </a:moveTo>
                  <a:lnTo>
                    <a:pt x="0" y="5212"/>
                  </a:lnTo>
                  <a:lnTo>
                    <a:pt x="3001" y="5212"/>
                  </a:lnTo>
                  <a:lnTo>
                    <a:pt x="30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443;p38">
              <a:extLst>
                <a:ext uri="{FF2B5EF4-FFF2-40B4-BE49-F238E27FC236}">
                  <a16:creationId xmlns:a16="http://schemas.microsoft.com/office/drawing/2014/main" id="{AC52F06B-795B-42C6-B4C8-3B295034DB60}"/>
                </a:ext>
              </a:extLst>
            </p:cNvPr>
            <p:cNvSpPr/>
            <p:nvPr/>
          </p:nvSpPr>
          <p:spPr>
            <a:xfrm>
              <a:off x="1874988" y="4153630"/>
              <a:ext cx="95348" cy="145768"/>
            </a:xfrm>
            <a:custGeom>
              <a:avLst/>
              <a:gdLst/>
              <a:ahLst/>
              <a:cxnLst/>
              <a:rect l="l" t="t" r="r" b="b"/>
              <a:pathLst>
                <a:path w="3368" h="5149" extrusionOk="0">
                  <a:moveTo>
                    <a:pt x="745" y="0"/>
                  </a:moveTo>
                  <a:cubicBezTo>
                    <a:pt x="647" y="0"/>
                    <a:pt x="548" y="22"/>
                    <a:pt x="455" y="69"/>
                  </a:cubicBezTo>
                  <a:cubicBezTo>
                    <a:pt x="133" y="230"/>
                    <a:pt x="1" y="611"/>
                    <a:pt x="162" y="933"/>
                  </a:cubicBezTo>
                  <a:lnTo>
                    <a:pt x="2036" y="4783"/>
                  </a:lnTo>
                  <a:cubicBezTo>
                    <a:pt x="2153" y="5017"/>
                    <a:pt x="2387" y="5149"/>
                    <a:pt x="2621" y="5149"/>
                  </a:cubicBezTo>
                  <a:cubicBezTo>
                    <a:pt x="2724" y="5149"/>
                    <a:pt x="2826" y="5120"/>
                    <a:pt x="2914" y="5076"/>
                  </a:cubicBezTo>
                  <a:cubicBezTo>
                    <a:pt x="3236" y="4915"/>
                    <a:pt x="3368" y="4534"/>
                    <a:pt x="3207" y="4212"/>
                  </a:cubicBezTo>
                  <a:lnTo>
                    <a:pt x="1333" y="362"/>
                  </a:lnTo>
                  <a:cubicBezTo>
                    <a:pt x="1219" y="133"/>
                    <a:pt x="986" y="0"/>
                    <a:pt x="7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444;p38">
              <a:extLst>
                <a:ext uri="{FF2B5EF4-FFF2-40B4-BE49-F238E27FC236}">
                  <a16:creationId xmlns:a16="http://schemas.microsoft.com/office/drawing/2014/main" id="{4EC36205-226C-4FF0-A764-5B1B020405D6}"/>
                </a:ext>
              </a:extLst>
            </p:cNvPr>
            <p:cNvSpPr/>
            <p:nvPr/>
          </p:nvSpPr>
          <p:spPr>
            <a:xfrm>
              <a:off x="1739468" y="4153630"/>
              <a:ext cx="95348" cy="145768"/>
            </a:xfrm>
            <a:custGeom>
              <a:avLst/>
              <a:gdLst/>
              <a:ahLst/>
              <a:cxnLst/>
              <a:rect l="l" t="t" r="r" b="b"/>
              <a:pathLst>
                <a:path w="3368" h="5149" extrusionOk="0">
                  <a:moveTo>
                    <a:pt x="2623" y="0"/>
                  </a:moveTo>
                  <a:cubicBezTo>
                    <a:pt x="2382" y="0"/>
                    <a:pt x="2150" y="133"/>
                    <a:pt x="2036" y="362"/>
                  </a:cubicBezTo>
                  <a:lnTo>
                    <a:pt x="162" y="4212"/>
                  </a:lnTo>
                  <a:cubicBezTo>
                    <a:pt x="1" y="4534"/>
                    <a:pt x="132" y="4915"/>
                    <a:pt x="454" y="5076"/>
                  </a:cubicBezTo>
                  <a:cubicBezTo>
                    <a:pt x="557" y="5120"/>
                    <a:pt x="645" y="5149"/>
                    <a:pt x="747" y="5149"/>
                  </a:cubicBezTo>
                  <a:cubicBezTo>
                    <a:pt x="982" y="5149"/>
                    <a:pt x="1216" y="5017"/>
                    <a:pt x="1333" y="4783"/>
                  </a:cubicBezTo>
                  <a:lnTo>
                    <a:pt x="3207" y="933"/>
                  </a:lnTo>
                  <a:cubicBezTo>
                    <a:pt x="3368" y="611"/>
                    <a:pt x="3236" y="230"/>
                    <a:pt x="2914" y="69"/>
                  </a:cubicBezTo>
                  <a:cubicBezTo>
                    <a:pt x="2821" y="22"/>
                    <a:pt x="2721" y="0"/>
                    <a:pt x="26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445;p38">
              <a:extLst>
                <a:ext uri="{FF2B5EF4-FFF2-40B4-BE49-F238E27FC236}">
                  <a16:creationId xmlns:a16="http://schemas.microsoft.com/office/drawing/2014/main" id="{5DDB9302-12CD-41B1-9023-BB3A465FE505}"/>
                </a:ext>
              </a:extLst>
            </p:cNvPr>
            <p:cNvSpPr/>
            <p:nvPr/>
          </p:nvSpPr>
          <p:spPr>
            <a:xfrm>
              <a:off x="1862984" y="4280742"/>
              <a:ext cx="35671" cy="175324"/>
            </a:xfrm>
            <a:custGeom>
              <a:avLst/>
              <a:gdLst/>
              <a:ahLst/>
              <a:cxnLst/>
              <a:rect l="l" t="t" r="r" b="b"/>
              <a:pathLst>
                <a:path w="1260" h="6193" extrusionOk="0">
                  <a:moveTo>
                    <a:pt x="0" y="0"/>
                  </a:moveTo>
                  <a:lnTo>
                    <a:pt x="0" y="5563"/>
                  </a:lnTo>
                  <a:cubicBezTo>
                    <a:pt x="0" y="5914"/>
                    <a:pt x="293" y="6193"/>
                    <a:pt x="630" y="6193"/>
                  </a:cubicBezTo>
                  <a:cubicBezTo>
                    <a:pt x="981" y="6193"/>
                    <a:pt x="1259" y="5914"/>
                    <a:pt x="1259" y="5563"/>
                  </a:cubicBezTo>
                  <a:lnTo>
                    <a:pt x="12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3446;p38">
              <a:extLst>
                <a:ext uri="{FF2B5EF4-FFF2-40B4-BE49-F238E27FC236}">
                  <a16:creationId xmlns:a16="http://schemas.microsoft.com/office/drawing/2014/main" id="{CDA60AB0-E760-4441-9D71-81EFF24B99CD}"/>
                </a:ext>
              </a:extLst>
            </p:cNvPr>
            <p:cNvSpPr/>
            <p:nvPr/>
          </p:nvSpPr>
          <p:spPr>
            <a:xfrm>
              <a:off x="1813668" y="4280742"/>
              <a:ext cx="35671" cy="175324"/>
            </a:xfrm>
            <a:custGeom>
              <a:avLst/>
              <a:gdLst/>
              <a:ahLst/>
              <a:cxnLst/>
              <a:rect l="l" t="t" r="r" b="b"/>
              <a:pathLst>
                <a:path w="1260" h="6193" extrusionOk="0">
                  <a:moveTo>
                    <a:pt x="0" y="0"/>
                  </a:moveTo>
                  <a:lnTo>
                    <a:pt x="0" y="5563"/>
                  </a:lnTo>
                  <a:cubicBezTo>
                    <a:pt x="0" y="5914"/>
                    <a:pt x="293" y="6193"/>
                    <a:pt x="630" y="6193"/>
                  </a:cubicBezTo>
                  <a:cubicBezTo>
                    <a:pt x="981" y="6193"/>
                    <a:pt x="1259" y="5914"/>
                    <a:pt x="1259" y="5563"/>
                  </a:cubicBezTo>
                  <a:lnTo>
                    <a:pt x="12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447;p38">
              <a:extLst>
                <a:ext uri="{FF2B5EF4-FFF2-40B4-BE49-F238E27FC236}">
                  <a16:creationId xmlns:a16="http://schemas.microsoft.com/office/drawing/2014/main" id="{63A432DD-BCE4-46F3-B479-2033D019D80A}"/>
                </a:ext>
              </a:extLst>
            </p:cNvPr>
            <p:cNvSpPr/>
            <p:nvPr/>
          </p:nvSpPr>
          <p:spPr>
            <a:xfrm>
              <a:off x="2077659" y="4368588"/>
              <a:ext cx="83316" cy="28"/>
            </a:xfrm>
            <a:custGeom>
              <a:avLst/>
              <a:gdLst/>
              <a:ahLst/>
              <a:cxnLst/>
              <a:rect l="l" t="t" r="r" b="b"/>
              <a:pathLst>
                <a:path w="2943" h="1" fill="none" extrusionOk="0">
                  <a:moveTo>
                    <a:pt x="2943" y="1"/>
                  </a:moveTo>
                  <a:lnTo>
                    <a:pt x="0" y="1"/>
                  </a:lnTo>
                </a:path>
              </a:pathLst>
            </a:custGeom>
            <a:noFill/>
            <a:ln w="19025" cap="flat" cmpd="sng">
              <a:solidFill>
                <a:schemeClr val="accent1"/>
              </a:solidFill>
              <a:prstDash val="solid"/>
              <a:miter lim="1463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448;p38">
              <a:extLst>
                <a:ext uri="{FF2B5EF4-FFF2-40B4-BE49-F238E27FC236}">
                  <a16:creationId xmlns:a16="http://schemas.microsoft.com/office/drawing/2014/main" id="{67B57BFE-F402-4649-A581-D026C96C48BA}"/>
                </a:ext>
              </a:extLst>
            </p:cNvPr>
            <p:cNvSpPr/>
            <p:nvPr/>
          </p:nvSpPr>
          <p:spPr>
            <a:xfrm>
              <a:off x="1942960" y="4368588"/>
              <a:ext cx="82920" cy="28"/>
            </a:xfrm>
            <a:custGeom>
              <a:avLst/>
              <a:gdLst/>
              <a:ahLst/>
              <a:cxnLst/>
              <a:rect l="l" t="t" r="r" b="b"/>
              <a:pathLst>
                <a:path w="2929" h="1" fill="none" extrusionOk="0">
                  <a:moveTo>
                    <a:pt x="2929" y="1"/>
                  </a:moveTo>
                  <a:lnTo>
                    <a:pt x="1" y="1"/>
                  </a:lnTo>
                </a:path>
              </a:pathLst>
            </a:custGeom>
            <a:noFill/>
            <a:ln w="19025" cap="flat" cmpd="sng">
              <a:solidFill>
                <a:schemeClr val="accent1"/>
              </a:solidFill>
              <a:prstDash val="solid"/>
              <a:miter lim="1463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Rectangle 86">
            <a:extLst>
              <a:ext uri="{FF2B5EF4-FFF2-40B4-BE49-F238E27FC236}">
                <a16:creationId xmlns:a16="http://schemas.microsoft.com/office/drawing/2014/main" id="{734A4EEA-AF94-4C81-BFEA-13718BC3BDD9}"/>
              </a:ext>
            </a:extLst>
          </p:cNvPr>
          <p:cNvSpPr/>
          <p:nvPr/>
        </p:nvSpPr>
        <p:spPr>
          <a:xfrm>
            <a:off x="703321" y="1175351"/>
            <a:ext cx="1032655" cy="400110"/>
          </a:xfrm>
          <a:prstGeom prst="rect">
            <a:avLst/>
          </a:prstGeom>
        </p:spPr>
        <p:txBody>
          <a:bodyPr wrap="none">
            <a:spAutoFit/>
          </a:bodyPr>
          <a:lstStyle/>
          <a:p>
            <a:r>
              <a:rPr lang="en-US" sz="2000" b="1" dirty="0">
                <a:latin typeface="Times New Roman" panose="02020603050405020304" pitchFamily="18" charset="0"/>
                <a:ea typeface="Calibri" panose="020F0502020204030204" pitchFamily="34" charset="0"/>
              </a:rPr>
              <a:t>Python </a:t>
            </a:r>
            <a:endParaRPr lang="en-US" sz="2000" dirty="0"/>
          </a:p>
        </p:txBody>
      </p:sp>
      <p:sp>
        <p:nvSpPr>
          <p:cNvPr id="88" name="Rectangle 87">
            <a:extLst>
              <a:ext uri="{FF2B5EF4-FFF2-40B4-BE49-F238E27FC236}">
                <a16:creationId xmlns:a16="http://schemas.microsoft.com/office/drawing/2014/main" id="{5901FA9D-5850-4E7E-A566-6708BFD09585}"/>
              </a:ext>
            </a:extLst>
          </p:cNvPr>
          <p:cNvSpPr/>
          <p:nvPr/>
        </p:nvSpPr>
        <p:spPr>
          <a:xfrm>
            <a:off x="525751" y="2042904"/>
            <a:ext cx="1517412" cy="707886"/>
          </a:xfrm>
          <a:prstGeom prst="rect">
            <a:avLst/>
          </a:prstGeom>
        </p:spPr>
        <p:txBody>
          <a:bodyPr wrap="square">
            <a:spAutoFit/>
          </a:bodyPr>
          <a:lstStyle/>
          <a:p>
            <a:r>
              <a:rPr lang="en-US" sz="2000" b="1" dirty="0">
                <a:latin typeface="Times New Roman" panose="02020603050405020304" pitchFamily="18" charset="0"/>
                <a:ea typeface="Calibri" panose="020F0502020204030204" pitchFamily="34" charset="0"/>
              </a:rPr>
              <a:t>neural networks</a:t>
            </a:r>
            <a:endParaRPr lang="en-US" sz="2000" dirty="0"/>
          </a:p>
        </p:txBody>
      </p:sp>
      <p:sp>
        <p:nvSpPr>
          <p:cNvPr id="89" name="Rectangle 88">
            <a:extLst>
              <a:ext uri="{FF2B5EF4-FFF2-40B4-BE49-F238E27FC236}">
                <a16:creationId xmlns:a16="http://schemas.microsoft.com/office/drawing/2014/main" id="{021AAC78-91A8-4AC4-90FA-0798BA4023D1}"/>
              </a:ext>
            </a:extLst>
          </p:cNvPr>
          <p:cNvSpPr/>
          <p:nvPr/>
        </p:nvSpPr>
        <p:spPr>
          <a:xfrm>
            <a:off x="524968" y="2951830"/>
            <a:ext cx="1441980" cy="734688"/>
          </a:xfrm>
          <a:prstGeom prst="rect">
            <a:avLst/>
          </a:prstGeom>
        </p:spPr>
        <p:txBody>
          <a:bodyPr wrap="square">
            <a:spAutoFit/>
          </a:bodyPr>
          <a:lstStyle/>
          <a:p>
            <a:pPr lvl="0">
              <a:lnSpc>
                <a:spcPct val="107000"/>
              </a:lnSpc>
              <a:spcAft>
                <a:spcPts val="800"/>
              </a:spcAft>
            </a:pPr>
            <a:r>
              <a:rPr lang="en-US" sz="2000" b="1" dirty="0">
                <a:solidFill>
                  <a:schemeClr val="accent6"/>
                </a:solidFill>
                <a:latin typeface="Times New Roman" panose="02020603050405020304" pitchFamily="18" charset="0"/>
                <a:ea typeface="Calibri" panose="020F0502020204030204" pitchFamily="34" charset="0"/>
                <a:cs typeface="Arial" panose="020B0604020202020204" pitchFamily="34" charset="0"/>
              </a:rPr>
              <a:t>Deep Learning</a:t>
            </a:r>
            <a:endParaRPr lang="en-US" sz="1800" dirty="0">
              <a:solidFill>
                <a:schemeClr val="accent6"/>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0" name="Rectangle 89">
            <a:extLst>
              <a:ext uri="{FF2B5EF4-FFF2-40B4-BE49-F238E27FC236}">
                <a16:creationId xmlns:a16="http://schemas.microsoft.com/office/drawing/2014/main" id="{49160FE7-45F3-43D1-BF1A-9A3FCCB7362F}"/>
              </a:ext>
            </a:extLst>
          </p:cNvPr>
          <p:cNvSpPr/>
          <p:nvPr/>
        </p:nvSpPr>
        <p:spPr>
          <a:xfrm>
            <a:off x="726331" y="4102402"/>
            <a:ext cx="914536" cy="400110"/>
          </a:xfrm>
          <a:prstGeom prst="rect">
            <a:avLst/>
          </a:prstGeom>
        </p:spPr>
        <p:txBody>
          <a:bodyPr wrap="square">
            <a:spAutoFit/>
          </a:bodyPr>
          <a:lstStyle/>
          <a:p>
            <a:r>
              <a:rPr lang="en-US" sz="2000" b="1" dirty="0">
                <a:latin typeface="Times New Roman" panose="02020603050405020304" pitchFamily="18" charset="0"/>
                <a:ea typeface="Calibri" panose="020F0502020204030204" pitchFamily="34" charset="0"/>
                <a:cs typeface="Arial" panose="020B0604020202020204" pitchFamily="34" charset="0"/>
              </a:rPr>
              <a:t>flask</a:t>
            </a:r>
            <a:r>
              <a:rPr lang="en-US" dirty="0">
                <a:latin typeface="Times New Roman" panose="02020603050405020304" pitchFamily="18" charset="0"/>
                <a:ea typeface="Calibri" panose="020F0502020204030204" pitchFamily="34" charset="0"/>
                <a:cs typeface="Arial" panose="020B0604020202020204" pitchFamily="34" charset="0"/>
              </a:rPr>
              <a:t> </a:t>
            </a:r>
            <a:endParaRPr lang="en-US" dirty="0"/>
          </a:p>
        </p:txBody>
      </p:sp>
    </p:spTree>
    <p:extLst>
      <p:ext uri="{BB962C8B-B14F-4D97-AF65-F5344CB8AC3E}">
        <p14:creationId xmlns:p14="http://schemas.microsoft.com/office/powerpoint/2010/main" val="3133086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09"/>
        <p:cNvGrpSpPr/>
        <p:nvPr/>
      </p:nvGrpSpPr>
      <p:grpSpPr>
        <a:xfrm>
          <a:off x="0" y="0"/>
          <a:ext cx="0" cy="0"/>
          <a:chOff x="0" y="0"/>
          <a:chExt cx="0" cy="0"/>
        </a:xfrm>
      </p:grpSpPr>
      <p:sp>
        <p:nvSpPr>
          <p:cNvPr id="2310" name="Google Shape;2310;p74"/>
          <p:cNvSpPr txBox="1">
            <a:spLocks noGrp="1"/>
          </p:cNvSpPr>
          <p:nvPr>
            <p:ph type="title"/>
          </p:nvPr>
        </p:nvSpPr>
        <p:spPr>
          <a:xfrm>
            <a:off x="720000" y="461825"/>
            <a:ext cx="7704000" cy="47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Diagrams </a:t>
            </a:r>
            <a:endParaRPr dirty="0"/>
          </a:p>
        </p:txBody>
      </p:sp>
      <p:sp>
        <p:nvSpPr>
          <p:cNvPr id="2311" name="Google Shape;2311;p74"/>
          <p:cNvSpPr txBox="1">
            <a:spLocks noGrp="1"/>
          </p:cNvSpPr>
          <p:nvPr>
            <p:ph type="subTitle" idx="1"/>
          </p:nvPr>
        </p:nvSpPr>
        <p:spPr>
          <a:xfrm>
            <a:off x="3807700" y="1282536"/>
            <a:ext cx="3061500" cy="4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Montserrat ExtraBold"/>
                <a:ea typeface="Montserrat ExtraBold"/>
                <a:cs typeface="Montserrat ExtraBold"/>
                <a:sym typeface="Montserrat ExtraBold"/>
              </a:rPr>
              <a:t>— </a:t>
            </a:r>
            <a:r>
              <a:rPr lang="en-US" dirty="0">
                <a:latin typeface="Montserrat ExtraBold"/>
                <a:ea typeface="Montserrat ExtraBold"/>
                <a:cs typeface="Montserrat ExtraBold"/>
                <a:sym typeface="Montserrat ExtraBold"/>
              </a:rPr>
              <a:t>flowchart</a:t>
            </a:r>
            <a:r>
              <a:rPr lang="en-US" b="0" dirty="0">
                <a:latin typeface="Montserrat ExtraBold"/>
                <a:ea typeface="Montserrat ExtraBold"/>
                <a:cs typeface="Montserrat ExtraBold"/>
                <a:sym typeface="Montserrat ExtraBold"/>
              </a:rPr>
              <a:t> </a:t>
            </a:r>
            <a:endParaRPr dirty="0"/>
          </a:p>
        </p:txBody>
      </p:sp>
      <p:sp>
        <p:nvSpPr>
          <p:cNvPr id="2313" name="Google Shape;2313;p74"/>
          <p:cNvSpPr txBox="1">
            <a:spLocks noGrp="1"/>
          </p:cNvSpPr>
          <p:nvPr>
            <p:ph type="subTitle" idx="3"/>
          </p:nvPr>
        </p:nvSpPr>
        <p:spPr>
          <a:xfrm>
            <a:off x="3798863" y="3866889"/>
            <a:ext cx="3061500" cy="4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Montserrat ExtraBold"/>
                <a:ea typeface="Montserrat ExtraBold"/>
                <a:cs typeface="Montserrat ExtraBold"/>
                <a:sym typeface="Montserrat ExtraBold"/>
              </a:rPr>
              <a:t>—</a:t>
            </a:r>
            <a:r>
              <a:rPr lang="en" dirty="0"/>
              <a:t> </a:t>
            </a:r>
            <a:r>
              <a:rPr lang="en-US" dirty="0"/>
              <a:t>sequence </a:t>
            </a:r>
            <a:endParaRPr dirty="0"/>
          </a:p>
        </p:txBody>
      </p:sp>
      <p:sp>
        <p:nvSpPr>
          <p:cNvPr id="2315" name="Google Shape;2315;p74"/>
          <p:cNvSpPr txBox="1">
            <a:spLocks noGrp="1"/>
          </p:cNvSpPr>
          <p:nvPr>
            <p:ph type="subTitle" idx="5"/>
          </p:nvPr>
        </p:nvSpPr>
        <p:spPr>
          <a:xfrm>
            <a:off x="3873848" y="2176741"/>
            <a:ext cx="3061500" cy="4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Montserrat ExtraBold"/>
                <a:ea typeface="Montserrat ExtraBold"/>
                <a:cs typeface="Montserrat ExtraBold"/>
                <a:sym typeface="Montserrat ExtraBold"/>
              </a:rPr>
              <a:t>— </a:t>
            </a:r>
            <a:r>
              <a:rPr lang="en-US" dirty="0">
                <a:latin typeface="Montserrat ExtraBold"/>
                <a:ea typeface="Montserrat ExtraBold"/>
                <a:cs typeface="Montserrat ExtraBold"/>
                <a:sym typeface="Montserrat ExtraBold"/>
              </a:rPr>
              <a:t>use case</a:t>
            </a:r>
            <a:endParaRPr dirty="0"/>
          </a:p>
        </p:txBody>
      </p:sp>
      <p:sp>
        <p:nvSpPr>
          <p:cNvPr id="2317" name="Google Shape;2317;p74"/>
          <p:cNvSpPr/>
          <p:nvPr/>
        </p:nvSpPr>
        <p:spPr>
          <a:xfrm>
            <a:off x="2149929" y="1291200"/>
            <a:ext cx="1596900" cy="535865"/>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1</a:t>
            </a:r>
            <a:endParaRPr b="1" dirty="0"/>
          </a:p>
        </p:txBody>
      </p:sp>
      <p:sp>
        <p:nvSpPr>
          <p:cNvPr id="2318" name="Google Shape;2318;p74"/>
          <p:cNvSpPr/>
          <p:nvPr/>
        </p:nvSpPr>
        <p:spPr>
          <a:xfrm>
            <a:off x="2208652" y="2120285"/>
            <a:ext cx="1596900" cy="535865"/>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2</a:t>
            </a:r>
            <a:endParaRPr sz="2800" b="1" dirty="0"/>
          </a:p>
        </p:txBody>
      </p:sp>
      <p:sp>
        <p:nvSpPr>
          <p:cNvPr id="2319" name="Google Shape;2319;p74"/>
          <p:cNvSpPr/>
          <p:nvPr/>
        </p:nvSpPr>
        <p:spPr>
          <a:xfrm>
            <a:off x="2149929" y="3056288"/>
            <a:ext cx="1596900" cy="559528"/>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3</a:t>
            </a:r>
            <a:endParaRPr b="1" dirty="0"/>
          </a:p>
        </p:txBody>
      </p:sp>
      <p:sp>
        <p:nvSpPr>
          <p:cNvPr id="2341" name="Google Shape;2341;p74"/>
          <p:cNvSpPr/>
          <p:nvPr/>
        </p:nvSpPr>
        <p:spPr>
          <a:xfrm>
            <a:off x="498399" y="3597662"/>
            <a:ext cx="780656" cy="77818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2" name="Google Shape;2342;p74"/>
          <p:cNvGrpSpPr/>
          <p:nvPr/>
        </p:nvGrpSpPr>
        <p:grpSpPr>
          <a:xfrm>
            <a:off x="999025" y="2555378"/>
            <a:ext cx="7145950" cy="391387"/>
            <a:chOff x="999025" y="2555378"/>
            <a:chExt cx="7145950" cy="391387"/>
          </a:xfrm>
        </p:grpSpPr>
        <p:grpSp>
          <p:nvGrpSpPr>
            <p:cNvPr id="2343" name="Google Shape;2343;p74"/>
            <p:cNvGrpSpPr/>
            <p:nvPr/>
          </p:nvGrpSpPr>
          <p:grpSpPr>
            <a:xfrm>
              <a:off x="7755225" y="2561015"/>
              <a:ext cx="389750" cy="385750"/>
              <a:chOff x="3382475" y="1831100"/>
              <a:chExt cx="389750" cy="385750"/>
            </a:xfrm>
          </p:grpSpPr>
          <p:sp>
            <p:nvSpPr>
              <p:cNvPr id="2344" name="Google Shape;2344;p7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8" name="Google Shape;2348;p74"/>
            <p:cNvGrpSpPr/>
            <p:nvPr/>
          </p:nvGrpSpPr>
          <p:grpSpPr>
            <a:xfrm>
              <a:off x="999025" y="2555378"/>
              <a:ext cx="389750" cy="385750"/>
              <a:chOff x="3382475" y="1831100"/>
              <a:chExt cx="389750" cy="385750"/>
            </a:xfrm>
          </p:grpSpPr>
          <p:sp>
            <p:nvSpPr>
              <p:cNvPr id="2349" name="Google Shape;2349;p7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53" name="Google Shape;2353;p74"/>
          <p:cNvSpPr/>
          <p:nvPr/>
        </p:nvSpPr>
        <p:spPr>
          <a:xfrm>
            <a:off x="7738286" y="1120675"/>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4" name="Google Shape;2354;p74"/>
          <p:cNvGrpSpPr/>
          <p:nvPr/>
        </p:nvGrpSpPr>
        <p:grpSpPr>
          <a:xfrm flipH="1">
            <a:off x="7892826" y="3608921"/>
            <a:ext cx="661576" cy="826912"/>
            <a:chOff x="2050625" y="571600"/>
            <a:chExt cx="529600" cy="661900"/>
          </a:xfrm>
        </p:grpSpPr>
        <p:sp>
          <p:nvSpPr>
            <p:cNvPr id="2355" name="Google Shape;2355;p74"/>
            <p:cNvSpPr/>
            <p:nvPr/>
          </p:nvSpPr>
          <p:spPr>
            <a:xfrm>
              <a:off x="2050625" y="571600"/>
              <a:ext cx="529600" cy="661900"/>
            </a:xfrm>
            <a:custGeom>
              <a:avLst/>
              <a:gdLst/>
              <a:ahLst/>
              <a:cxnLst/>
              <a:rect l="l" t="t" r="r" b="b"/>
              <a:pathLst>
                <a:path w="21184" h="26476" extrusionOk="0">
                  <a:moveTo>
                    <a:pt x="19355" y="3207"/>
                  </a:moveTo>
                  <a:cubicBezTo>
                    <a:pt x="19254" y="3566"/>
                    <a:pt x="18953" y="3875"/>
                    <a:pt x="18953" y="3875"/>
                  </a:cubicBezTo>
                  <a:lnTo>
                    <a:pt x="13966" y="10120"/>
                  </a:lnTo>
                  <a:cubicBezTo>
                    <a:pt x="17094" y="10360"/>
                    <a:pt x="16463" y="12647"/>
                    <a:pt x="16463" y="12647"/>
                  </a:cubicBezTo>
                  <a:cubicBezTo>
                    <a:pt x="19365" y="12838"/>
                    <a:pt x="18767" y="15417"/>
                    <a:pt x="18767" y="15417"/>
                  </a:cubicBezTo>
                  <a:cubicBezTo>
                    <a:pt x="21183" y="16549"/>
                    <a:pt x="20277" y="18349"/>
                    <a:pt x="16940" y="22194"/>
                  </a:cubicBezTo>
                  <a:cubicBezTo>
                    <a:pt x="13604" y="26037"/>
                    <a:pt x="9764" y="26476"/>
                    <a:pt x="6874" y="24788"/>
                  </a:cubicBezTo>
                  <a:cubicBezTo>
                    <a:pt x="3378" y="22744"/>
                    <a:pt x="1625" y="20238"/>
                    <a:pt x="2298" y="16076"/>
                  </a:cubicBezTo>
                  <a:cubicBezTo>
                    <a:pt x="2853" y="12654"/>
                    <a:pt x="2342" y="12824"/>
                    <a:pt x="1171" y="9370"/>
                  </a:cubicBezTo>
                  <a:cubicBezTo>
                    <a:pt x="1" y="5916"/>
                    <a:pt x="2827" y="6269"/>
                    <a:pt x="2827" y="6269"/>
                  </a:cubicBezTo>
                  <a:cubicBezTo>
                    <a:pt x="7047" y="8005"/>
                    <a:pt x="6462" y="12362"/>
                    <a:pt x="6462" y="12362"/>
                  </a:cubicBezTo>
                  <a:lnTo>
                    <a:pt x="15195" y="1428"/>
                  </a:lnTo>
                  <a:cubicBezTo>
                    <a:pt x="15462" y="1094"/>
                    <a:pt x="15793" y="808"/>
                    <a:pt x="16183" y="631"/>
                  </a:cubicBezTo>
                  <a:cubicBezTo>
                    <a:pt x="17568" y="1"/>
                    <a:pt x="18627" y="957"/>
                    <a:pt x="18627" y="957"/>
                  </a:cubicBezTo>
                  <a:cubicBezTo>
                    <a:pt x="19271" y="1401"/>
                    <a:pt x="19356" y="2033"/>
                    <a:pt x="19413" y="2455"/>
                  </a:cubicBezTo>
                  <a:cubicBezTo>
                    <a:pt x="19413" y="2455"/>
                    <a:pt x="19484" y="2743"/>
                    <a:pt x="19355" y="3207"/>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4"/>
            <p:cNvSpPr/>
            <p:nvPr/>
          </p:nvSpPr>
          <p:spPr>
            <a:xfrm>
              <a:off x="2447725" y="611575"/>
              <a:ext cx="55900" cy="55900"/>
            </a:xfrm>
            <a:custGeom>
              <a:avLst/>
              <a:gdLst/>
              <a:ahLst/>
              <a:cxnLst/>
              <a:rect l="l" t="t" r="r" b="b"/>
              <a:pathLst>
                <a:path w="2236" h="2236" extrusionOk="0">
                  <a:moveTo>
                    <a:pt x="1118" y="2236"/>
                  </a:moveTo>
                  <a:lnTo>
                    <a:pt x="1118" y="2236"/>
                  </a:lnTo>
                  <a:cubicBezTo>
                    <a:pt x="501" y="2236"/>
                    <a:pt x="1" y="1736"/>
                    <a:pt x="1" y="1118"/>
                  </a:cubicBezTo>
                  <a:lnTo>
                    <a:pt x="1" y="1118"/>
                  </a:lnTo>
                  <a:cubicBezTo>
                    <a:pt x="1" y="501"/>
                    <a:pt x="501" y="1"/>
                    <a:pt x="1118" y="1"/>
                  </a:cubicBezTo>
                  <a:lnTo>
                    <a:pt x="1118" y="1"/>
                  </a:lnTo>
                  <a:cubicBezTo>
                    <a:pt x="1735" y="1"/>
                    <a:pt x="2236" y="501"/>
                    <a:pt x="2236" y="1118"/>
                  </a:cubicBezTo>
                  <a:lnTo>
                    <a:pt x="2236" y="1118"/>
                  </a:lnTo>
                  <a:cubicBezTo>
                    <a:pt x="2236" y="1736"/>
                    <a:pt x="1735" y="2236"/>
                    <a:pt x="1118" y="2236"/>
                  </a:cubicBez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4"/>
            <p:cNvSpPr/>
            <p:nvPr/>
          </p:nvSpPr>
          <p:spPr>
            <a:xfrm>
              <a:off x="2324875" y="824575"/>
              <a:ext cx="137325" cy="135475"/>
            </a:xfrm>
            <a:custGeom>
              <a:avLst/>
              <a:gdLst/>
              <a:ahLst/>
              <a:cxnLst/>
              <a:rect l="l" t="t" r="r" b="b"/>
              <a:pathLst>
                <a:path w="5493" h="5419" extrusionOk="0">
                  <a:moveTo>
                    <a:pt x="2996" y="1"/>
                  </a:moveTo>
                  <a:lnTo>
                    <a:pt x="587" y="2680"/>
                  </a:lnTo>
                  <a:cubicBezTo>
                    <a:pt x="1" y="3332"/>
                    <a:pt x="31" y="4331"/>
                    <a:pt x="657" y="4947"/>
                  </a:cubicBezTo>
                  <a:cubicBezTo>
                    <a:pt x="976" y="5261"/>
                    <a:pt x="1392" y="5418"/>
                    <a:pt x="1809" y="5418"/>
                  </a:cubicBezTo>
                  <a:cubicBezTo>
                    <a:pt x="2217" y="5418"/>
                    <a:pt x="2624" y="5267"/>
                    <a:pt x="2941" y="4965"/>
                  </a:cubicBezTo>
                  <a:lnTo>
                    <a:pt x="5493" y="2528"/>
                  </a:lnTo>
                  <a:lnTo>
                    <a:pt x="29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4"/>
            <p:cNvSpPr/>
            <p:nvPr/>
          </p:nvSpPr>
          <p:spPr>
            <a:xfrm>
              <a:off x="2324875" y="824575"/>
              <a:ext cx="137325" cy="139425"/>
            </a:xfrm>
            <a:custGeom>
              <a:avLst/>
              <a:gdLst/>
              <a:ahLst/>
              <a:cxnLst/>
              <a:rect l="l" t="t" r="r" b="b"/>
              <a:pathLst>
                <a:path w="5493" h="5577" fill="none" extrusionOk="0">
                  <a:moveTo>
                    <a:pt x="2996" y="1"/>
                  </a:moveTo>
                  <a:lnTo>
                    <a:pt x="587" y="2680"/>
                  </a:lnTo>
                  <a:cubicBezTo>
                    <a:pt x="1" y="3332"/>
                    <a:pt x="31" y="4331"/>
                    <a:pt x="657" y="4947"/>
                  </a:cubicBezTo>
                  <a:lnTo>
                    <a:pt x="657" y="4947"/>
                  </a:lnTo>
                  <a:cubicBezTo>
                    <a:pt x="1289" y="5569"/>
                    <a:pt x="2301" y="5577"/>
                    <a:pt x="2941" y="4965"/>
                  </a:cubicBezTo>
                  <a:lnTo>
                    <a:pt x="5493" y="252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4"/>
            <p:cNvSpPr/>
            <p:nvPr/>
          </p:nvSpPr>
          <p:spPr>
            <a:xfrm>
              <a:off x="2384775" y="887750"/>
              <a:ext cx="146425" cy="197000"/>
            </a:xfrm>
            <a:custGeom>
              <a:avLst/>
              <a:gdLst/>
              <a:ahLst/>
              <a:cxnLst/>
              <a:rect l="l" t="t" r="r" b="b"/>
              <a:pathLst>
                <a:path w="5857" h="7880" extrusionOk="0">
                  <a:moveTo>
                    <a:pt x="5401" y="2770"/>
                  </a:moveTo>
                  <a:lnTo>
                    <a:pt x="4575" y="3568"/>
                  </a:lnTo>
                  <a:lnTo>
                    <a:pt x="4617" y="3670"/>
                  </a:lnTo>
                  <a:lnTo>
                    <a:pt x="5401" y="2770"/>
                  </a:lnTo>
                  <a:close/>
                  <a:moveTo>
                    <a:pt x="3098" y="1"/>
                  </a:moveTo>
                  <a:lnTo>
                    <a:pt x="587" y="2862"/>
                  </a:lnTo>
                  <a:cubicBezTo>
                    <a:pt x="0" y="3514"/>
                    <a:pt x="31" y="4513"/>
                    <a:pt x="656" y="5129"/>
                  </a:cubicBezTo>
                  <a:cubicBezTo>
                    <a:pt x="976" y="5443"/>
                    <a:pt x="1392" y="5600"/>
                    <a:pt x="1808" y="5600"/>
                  </a:cubicBezTo>
                  <a:cubicBezTo>
                    <a:pt x="2216" y="5600"/>
                    <a:pt x="2624" y="5449"/>
                    <a:pt x="2941" y="5146"/>
                  </a:cubicBezTo>
                  <a:lnTo>
                    <a:pt x="4575" y="3568"/>
                  </a:lnTo>
                  <a:lnTo>
                    <a:pt x="3098" y="1"/>
                  </a:lnTo>
                  <a:close/>
                  <a:moveTo>
                    <a:pt x="4617" y="3670"/>
                  </a:moveTo>
                  <a:lnTo>
                    <a:pt x="2905" y="5636"/>
                  </a:lnTo>
                  <a:cubicBezTo>
                    <a:pt x="2443" y="6159"/>
                    <a:pt x="2447" y="6945"/>
                    <a:pt x="2915" y="7464"/>
                  </a:cubicBezTo>
                  <a:cubicBezTo>
                    <a:pt x="3245" y="7764"/>
                    <a:pt x="3571" y="7880"/>
                    <a:pt x="3882" y="7880"/>
                  </a:cubicBezTo>
                  <a:cubicBezTo>
                    <a:pt x="4720" y="7880"/>
                    <a:pt x="5447" y="7037"/>
                    <a:pt x="5856" y="6664"/>
                  </a:cubicBezTo>
                  <a:lnTo>
                    <a:pt x="4617" y="367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4"/>
            <p:cNvSpPr/>
            <p:nvPr/>
          </p:nvSpPr>
          <p:spPr>
            <a:xfrm>
              <a:off x="2384775" y="887750"/>
              <a:ext cx="146425" cy="214275"/>
            </a:xfrm>
            <a:custGeom>
              <a:avLst/>
              <a:gdLst/>
              <a:ahLst/>
              <a:cxnLst/>
              <a:rect l="l" t="t" r="r" b="b"/>
              <a:pathLst>
                <a:path w="5857" h="8571" fill="none" extrusionOk="0">
                  <a:moveTo>
                    <a:pt x="5856" y="6664"/>
                  </a:moveTo>
                  <a:cubicBezTo>
                    <a:pt x="5295" y="7176"/>
                    <a:pt x="4136" y="8570"/>
                    <a:pt x="2915" y="7464"/>
                  </a:cubicBezTo>
                  <a:lnTo>
                    <a:pt x="2915" y="7464"/>
                  </a:lnTo>
                  <a:cubicBezTo>
                    <a:pt x="2447" y="6945"/>
                    <a:pt x="2443" y="6159"/>
                    <a:pt x="2905" y="5636"/>
                  </a:cubicBezTo>
                  <a:lnTo>
                    <a:pt x="5401" y="2770"/>
                  </a:lnTo>
                  <a:lnTo>
                    <a:pt x="2941" y="5146"/>
                  </a:lnTo>
                  <a:cubicBezTo>
                    <a:pt x="2300" y="5759"/>
                    <a:pt x="1289" y="5750"/>
                    <a:pt x="656" y="5129"/>
                  </a:cubicBezTo>
                  <a:lnTo>
                    <a:pt x="656" y="5129"/>
                  </a:lnTo>
                  <a:cubicBezTo>
                    <a:pt x="31" y="4513"/>
                    <a:pt x="0" y="3514"/>
                    <a:pt x="587" y="2862"/>
                  </a:cubicBezTo>
                  <a:lnTo>
                    <a:pt x="3098" y="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1" name="Google Shape;2361;p74"/>
          <p:cNvGrpSpPr/>
          <p:nvPr/>
        </p:nvGrpSpPr>
        <p:grpSpPr>
          <a:xfrm>
            <a:off x="481728" y="1120691"/>
            <a:ext cx="661597" cy="778153"/>
            <a:chOff x="2302650" y="4474650"/>
            <a:chExt cx="553175" cy="650575"/>
          </a:xfrm>
        </p:grpSpPr>
        <p:sp>
          <p:nvSpPr>
            <p:cNvPr id="2362" name="Google Shape;2362;p74"/>
            <p:cNvSpPr/>
            <p:nvPr/>
          </p:nvSpPr>
          <p:spPr>
            <a:xfrm>
              <a:off x="2302650" y="4474650"/>
              <a:ext cx="553175" cy="650575"/>
            </a:xfrm>
            <a:custGeom>
              <a:avLst/>
              <a:gdLst/>
              <a:ahLst/>
              <a:cxnLst/>
              <a:rect l="l" t="t" r="r" b="b"/>
              <a:pathLst>
                <a:path w="22127" h="26023" extrusionOk="0">
                  <a:moveTo>
                    <a:pt x="11362" y="4202"/>
                  </a:moveTo>
                  <a:cubicBezTo>
                    <a:pt x="14509" y="4202"/>
                    <a:pt x="17060" y="6753"/>
                    <a:pt x="17060" y="9900"/>
                  </a:cubicBezTo>
                  <a:cubicBezTo>
                    <a:pt x="17060" y="13047"/>
                    <a:pt x="14509" y="15598"/>
                    <a:pt x="11362" y="15598"/>
                  </a:cubicBezTo>
                  <a:cubicBezTo>
                    <a:pt x="8215" y="15598"/>
                    <a:pt x="5663" y="13047"/>
                    <a:pt x="5663" y="9900"/>
                  </a:cubicBezTo>
                  <a:cubicBezTo>
                    <a:pt x="5663" y="6753"/>
                    <a:pt x="8215" y="4202"/>
                    <a:pt x="11362" y="4202"/>
                  </a:cubicBezTo>
                  <a:close/>
                  <a:moveTo>
                    <a:pt x="10812" y="0"/>
                  </a:moveTo>
                  <a:cubicBezTo>
                    <a:pt x="10604" y="0"/>
                    <a:pt x="10395" y="6"/>
                    <a:pt x="10184" y="19"/>
                  </a:cubicBezTo>
                  <a:cubicBezTo>
                    <a:pt x="4922" y="349"/>
                    <a:pt x="627" y="4598"/>
                    <a:pt x="242" y="9856"/>
                  </a:cubicBezTo>
                  <a:cubicBezTo>
                    <a:pt x="1" y="13166"/>
                    <a:pt x="1273" y="16185"/>
                    <a:pt x="3437" y="18292"/>
                  </a:cubicBezTo>
                  <a:cubicBezTo>
                    <a:pt x="3437" y="18292"/>
                    <a:pt x="10907" y="25865"/>
                    <a:pt x="11063" y="26022"/>
                  </a:cubicBezTo>
                  <a:cubicBezTo>
                    <a:pt x="11219" y="25864"/>
                    <a:pt x="18690" y="18292"/>
                    <a:pt x="18690" y="18292"/>
                  </a:cubicBezTo>
                  <a:cubicBezTo>
                    <a:pt x="20854" y="16185"/>
                    <a:pt x="22127" y="13166"/>
                    <a:pt x="21884" y="9856"/>
                  </a:cubicBezTo>
                  <a:cubicBezTo>
                    <a:pt x="21499" y="4598"/>
                    <a:pt x="17204" y="349"/>
                    <a:pt x="11942" y="19"/>
                  </a:cubicBezTo>
                  <a:cubicBezTo>
                    <a:pt x="11732" y="6"/>
                    <a:pt x="11522" y="0"/>
                    <a:pt x="11314" y="0"/>
                  </a:cubicBezTo>
                  <a:cubicBezTo>
                    <a:pt x="11230" y="0"/>
                    <a:pt x="11147" y="1"/>
                    <a:pt x="11063" y="3"/>
                  </a:cubicBezTo>
                  <a:cubicBezTo>
                    <a:pt x="10980" y="1"/>
                    <a:pt x="10896" y="0"/>
                    <a:pt x="10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4"/>
            <p:cNvSpPr/>
            <p:nvPr/>
          </p:nvSpPr>
          <p:spPr>
            <a:xfrm>
              <a:off x="2325175" y="4496475"/>
              <a:ext cx="508100" cy="597675"/>
            </a:xfrm>
            <a:custGeom>
              <a:avLst/>
              <a:gdLst/>
              <a:ahLst/>
              <a:cxnLst/>
              <a:rect l="l" t="t" r="r" b="b"/>
              <a:pathLst>
                <a:path w="20324" h="23907" fill="none" extrusionOk="0">
                  <a:moveTo>
                    <a:pt x="3157" y="16806"/>
                  </a:moveTo>
                  <a:cubicBezTo>
                    <a:pt x="1069" y="14772"/>
                    <a:pt x="1" y="11948"/>
                    <a:pt x="213" y="9047"/>
                  </a:cubicBezTo>
                  <a:cubicBezTo>
                    <a:pt x="567" y="4203"/>
                    <a:pt x="4489" y="322"/>
                    <a:pt x="9338" y="17"/>
                  </a:cubicBezTo>
                  <a:cubicBezTo>
                    <a:pt x="9531" y="5"/>
                    <a:pt x="9724" y="1"/>
                    <a:pt x="9915" y="1"/>
                  </a:cubicBezTo>
                  <a:lnTo>
                    <a:pt x="10147" y="3"/>
                  </a:lnTo>
                  <a:lnTo>
                    <a:pt x="10410" y="1"/>
                  </a:lnTo>
                  <a:cubicBezTo>
                    <a:pt x="10601" y="1"/>
                    <a:pt x="10793" y="5"/>
                    <a:pt x="10987" y="17"/>
                  </a:cubicBezTo>
                  <a:cubicBezTo>
                    <a:pt x="15835" y="322"/>
                    <a:pt x="19758" y="4203"/>
                    <a:pt x="20111" y="9047"/>
                  </a:cubicBezTo>
                  <a:cubicBezTo>
                    <a:pt x="20324" y="11948"/>
                    <a:pt x="19255" y="14772"/>
                    <a:pt x="17180" y="16794"/>
                  </a:cubicBezTo>
                  <a:cubicBezTo>
                    <a:pt x="17169" y="16803"/>
                    <a:pt x="11985" y="22059"/>
                    <a:pt x="10162" y="23906"/>
                  </a:cubicBezTo>
                  <a:cubicBezTo>
                    <a:pt x="8340" y="22059"/>
                    <a:pt x="3157" y="16806"/>
                    <a:pt x="3157" y="16806"/>
                  </a:cubicBezTo>
                  <a:close/>
                </a:path>
              </a:pathLst>
            </a:custGeom>
            <a:solidFill>
              <a:schemeClr val="lt1"/>
            </a:solidFill>
            <a:ln w="9525"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4" name="Google Shape;2364;p74"/>
          <p:cNvCxnSpPr/>
          <p:nvPr/>
        </p:nvCxnSpPr>
        <p:spPr>
          <a:xfrm>
            <a:off x="3009450" y="1039975"/>
            <a:ext cx="3125100" cy="0"/>
          </a:xfrm>
          <a:prstGeom prst="straightConnector1">
            <a:avLst/>
          </a:prstGeom>
          <a:noFill/>
          <a:ln w="19050" cap="flat" cmpd="sng">
            <a:solidFill>
              <a:schemeClr val="accent3"/>
            </a:solidFill>
            <a:prstDash val="solid"/>
            <a:round/>
            <a:headEnd type="none" w="med" len="med"/>
            <a:tailEnd type="none" w="med" len="med"/>
          </a:ln>
        </p:spPr>
      </p:cxnSp>
      <p:sp>
        <p:nvSpPr>
          <p:cNvPr id="2" name="Google Shape;713;p46">
            <a:extLst>
              <a:ext uri="{FF2B5EF4-FFF2-40B4-BE49-F238E27FC236}">
                <a16:creationId xmlns:a16="http://schemas.microsoft.com/office/drawing/2014/main" id="{D6DEC8FC-7CF5-5256-2941-B1A1D9058B19}"/>
              </a:ext>
            </a:extLst>
          </p:cNvPr>
          <p:cNvSpPr/>
          <p:nvPr/>
        </p:nvSpPr>
        <p:spPr>
          <a:xfrm>
            <a:off x="2173298" y="3827932"/>
            <a:ext cx="1582468" cy="579355"/>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4</a:t>
            </a:r>
            <a:endParaRPr sz="2800" b="1" dirty="0"/>
          </a:p>
        </p:txBody>
      </p:sp>
      <p:sp>
        <p:nvSpPr>
          <p:cNvPr id="4" name="مربع نص 3">
            <a:extLst>
              <a:ext uri="{FF2B5EF4-FFF2-40B4-BE49-F238E27FC236}">
                <a16:creationId xmlns:a16="http://schemas.microsoft.com/office/drawing/2014/main" id="{575E9AF7-3E20-D18F-62BD-16609E20BBC7}"/>
              </a:ext>
            </a:extLst>
          </p:cNvPr>
          <p:cNvSpPr txBox="1"/>
          <p:nvPr/>
        </p:nvSpPr>
        <p:spPr>
          <a:xfrm>
            <a:off x="3949349" y="3074442"/>
            <a:ext cx="4706224" cy="523220"/>
          </a:xfrm>
          <a:prstGeom prst="rect">
            <a:avLst/>
          </a:prstGeom>
          <a:noFill/>
        </p:spPr>
        <p:txBody>
          <a:bodyPr wrap="square">
            <a:spAutoFit/>
          </a:bodyPr>
          <a:lstStyle/>
          <a:p>
            <a:pPr marL="0" lvl="0" indent="0" algn="l" rtl="0">
              <a:spcBef>
                <a:spcPts val="0"/>
              </a:spcBef>
              <a:spcAft>
                <a:spcPts val="0"/>
              </a:spcAft>
              <a:buNone/>
            </a:pPr>
            <a:r>
              <a:rPr lang="en-US" sz="2000" b="1" dirty="0">
                <a:solidFill>
                  <a:srgbClr val="002060"/>
                </a:solidFill>
                <a:latin typeface="Montserrat ExtraBold"/>
                <a:ea typeface="Montserrat ExtraBold"/>
                <a:cs typeface="Montserrat ExtraBold"/>
                <a:sym typeface="Montserrat ExtraBold"/>
              </a:rPr>
              <a:t>—</a:t>
            </a:r>
            <a:r>
              <a:rPr lang="en-US" sz="2000" b="1" dirty="0">
                <a:solidFill>
                  <a:srgbClr val="002060"/>
                </a:solidFill>
              </a:rPr>
              <a:t> </a:t>
            </a:r>
            <a:r>
              <a:rPr lang="en-US" sz="2800" b="1" dirty="0">
                <a:solidFill>
                  <a:srgbClr val="002060"/>
                </a:solidFill>
              </a:rPr>
              <a:t>class</a:t>
            </a:r>
            <a:r>
              <a:rPr lang="en-US" sz="2000" b="1" dirty="0">
                <a:solidFill>
                  <a:srgbClr val="002060"/>
                </a:solidFill>
              </a:rPr>
              <a: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57A9C-DC12-4BA3-BCCD-B70439B5523C}"/>
              </a:ext>
            </a:extLst>
          </p:cNvPr>
          <p:cNvSpPr>
            <a:spLocks noGrp="1"/>
          </p:cNvSpPr>
          <p:nvPr>
            <p:ph type="title"/>
          </p:nvPr>
        </p:nvSpPr>
        <p:spPr>
          <a:xfrm>
            <a:off x="101600" y="0"/>
            <a:ext cx="2743201" cy="479700"/>
          </a:xfrm>
        </p:spPr>
        <p:txBody>
          <a:bodyPr/>
          <a:lstStyle/>
          <a:p>
            <a:r>
              <a:rPr lang="en-US" dirty="0"/>
              <a:t>Flowchart </a:t>
            </a:r>
          </a:p>
        </p:txBody>
      </p:sp>
      <p:pic>
        <p:nvPicPr>
          <p:cNvPr id="3" name="Picture 57">
            <a:extLst>
              <a:ext uri="{FF2B5EF4-FFF2-40B4-BE49-F238E27FC236}">
                <a16:creationId xmlns:a16="http://schemas.microsoft.com/office/drawing/2014/main" id="{9E2B1AE9-4FAC-7F20-337F-4C68B2079C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1677" y="158674"/>
            <a:ext cx="3348369" cy="4887714"/>
          </a:xfrm>
          <a:prstGeom prst="rect">
            <a:avLst/>
          </a:prstGeom>
        </p:spPr>
      </p:pic>
    </p:spTree>
    <p:extLst>
      <p:ext uri="{BB962C8B-B14F-4D97-AF65-F5344CB8AC3E}">
        <p14:creationId xmlns:p14="http://schemas.microsoft.com/office/powerpoint/2010/main" val="1919304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57A9C-DC12-4BA3-BCCD-B70439B5523C}"/>
              </a:ext>
            </a:extLst>
          </p:cNvPr>
          <p:cNvSpPr>
            <a:spLocks noGrp="1"/>
          </p:cNvSpPr>
          <p:nvPr>
            <p:ph type="title"/>
          </p:nvPr>
        </p:nvSpPr>
        <p:spPr>
          <a:xfrm>
            <a:off x="0" y="0"/>
            <a:ext cx="2122311" cy="479700"/>
          </a:xfrm>
        </p:spPr>
        <p:txBody>
          <a:bodyPr/>
          <a:lstStyle/>
          <a:p>
            <a:r>
              <a:rPr lang="en-US" dirty="0"/>
              <a:t>Use case </a:t>
            </a:r>
          </a:p>
        </p:txBody>
      </p:sp>
      <mc:AlternateContent xmlns:mc="http://schemas.openxmlformats.org/markup-compatibility/2006" xmlns:p14="http://schemas.microsoft.com/office/powerpoint/2010/main">
        <mc:Choice Requires="p14">
          <p:contentPart p14:bwMode="auto" r:id="rId2">
            <p14:nvContentPartPr>
              <p14:cNvPr id="3" name="حبر 2">
                <a:extLst>
                  <a:ext uri="{FF2B5EF4-FFF2-40B4-BE49-F238E27FC236}">
                    <a16:creationId xmlns:a16="http://schemas.microsoft.com/office/drawing/2014/main" id="{996DBA1A-15BD-D1D2-5A1A-E929439759C0}"/>
                  </a:ext>
                </a:extLst>
              </p14:cNvPr>
              <p14:cNvContentPartPr/>
              <p14:nvPr/>
            </p14:nvContentPartPr>
            <p14:xfrm>
              <a:off x="4760658" y="2028259"/>
              <a:ext cx="338040" cy="81000"/>
            </p14:xfrm>
          </p:contentPart>
        </mc:Choice>
        <mc:Fallback xmlns="">
          <p:pic>
            <p:nvPicPr>
              <p:cNvPr id="3" name="حبر 2">
                <a:extLst>
                  <a:ext uri="{FF2B5EF4-FFF2-40B4-BE49-F238E27FC236}">
                    <a16:creationId xmlns:a16="http://schemas.microsoft.com/office/drawing/2014/main" id="{996DBA1A-15BD-D1D2-5A1A-E929439759C0}"/>
                  </a:ext>
                </a:extLst>
              </p:cNvPr>
              <p:cNvPicPr/>
              <p:nvPr/>
            </p:nvPicPr>
            <p:blipFill>
              <a:blip r:embed="rId4"/>
              <a:stretch>
                <a:fillRect/>
              </a:stretch>
            </p:blipFill>
            <p:spPr>
              <a:xfrm>
                <a:off x="4752018" y="2019259"/>
                <a:ext cx="3556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حبر 5">
                <a:extLst>
                  <a:ext uri="{FF2B5EF4-FFF2-40B4-BE49-F238E27FC236}">
                    <a16:creationId xmlns:a16="http://schemas.microsoft.com/office/drawing/2014/main" id="{2DECC731-4962-95D3-EF8C-98E7F7D3FEB5}"/>
                  </a:ext>
                </a:extLst>
              </p14:cNvPr>
              <p14:cNvContentPartPr/>
              <p14:nvPr/>
            </p14:nvContentPartPr>
            <p14:xfrm>
              <a:off x="5080366" y="2008343"/>
              <a:ext cx="613800" cy="104400"/>
            </p14:xfrm>
          </p:contentPart>
        </mc:Choice>
        <mc:Fallback xmlns="">
          <p:pic>
            <p:nvPicPr>
              <p:cNvPr id="6" name="حبر 5">
                <a:extLst>
                  <a:ext uri="{FF2B5EF4-FFF2-40B4-BE49-F238E27FC236}">
                    <a16:creationId xmlns:a16="http://schemas.microsoft.com/office/drawing/2014/main" id="{2DECC731-4962-95D3-EF8C-98E7F7D3FEB5}"/>
                  </a:ext>
                </a:extLst>
              </p:cNvPr>
              <p:cNvPicPr/>
              <p:nvPr/>
            </p:nvPicPr>
            <p:blipFill>
              <a:blip r:embed="rId6"/>
              <a:stretch>
                <a:fillRect/>
              </a:stretch>
            </p:blipFill>
            <p:spPr>
              <a:xfrm>
                <a:off x="5071366" y="1999343"/>
                <a:ext cx="631440" cy="122040"/>
              </a:xfrm>
              <a:prstGeom prst="rect">
                <a:avLst/>
              </a:prstGeom>
            </p:spPr>
          </p:pic>
        </mc:Fallback>
      </mc:AlternateContent>
      <p:sp>
        <p:nvSpPr>
          <p:cNvPr id="8" name="مربع نص 7">
            <a:extLst>
              <a:ext uri="{FF2B5EF4-FFF2-40B4-BE49-F238E27FC236}">
                <a16:creationId xmlns:a16="http://schemas.microsoft.com/office/drawing/2014/main" id="{CA3FE10C-C10C-B0C1-3CC8-2131DB1A336E}"/>
              </a:ext>
            </a:extLst>
          </p:cNvPr>
          <p:cNvSpPr txBox="1"/>
          <p:nvPr/>
        </p:nvSpPr>
        <p:spPr>
          <a:xfrm>
            <a:off x="4811423" y="1952821"/>
            <a:ext cx="4603530" cy="215444"/>
          </a:xfrm>
          <a:prstGeom prst="rect">
            <a:avLst/>
          </a:prstGeom>
          <a:noFill/>
        </p:spPr>
        <p:txBody>
          <a:bodyPr wrap="square">
            <a:spAutoFit/>
          </a:bodyPr>
          <a:lstStyle/>
          <a:p>
            <a:r>
              <a:rPr lang="en-US" sz="800" dirty="0">
                <a:latin typeface="Calisto MT" panose="02040603050505030304" pitchFamily="18" charset="0"/>
              </a:rPr>
              <a:t>link the </a:t>
            </a:r>
            <a:r>
              <a:rPr lang="en-US" sz="800" dirty="0">
                <a:latin typeface="+mj-lt"/>
              </a:rPr>
              <a:t>dataset</a:t>
            </a:r>
          </a:p>
        </p:txBody>
      </p:sp>
      <mc:AlternateContent xmlns:mc="http://schemas.openxmlformats.org/markup-compatibility/2006" xmlns:p14="http://schemas.microsoft.com/office/powerpoint/2010/main">
        <mc:Choice Requires="p14">
          <p:contentPart p14:bwMode="auto" r:id="rId7">
            <p14:nvContentPartPr>
              <p14:cNvPr id="10" name="حبر 9">
                <a:extLst>
                  <a:ext uri="{FF2B5EF4-FFF2-40B4-BE49-F238E27FC236}">
                    <a16:creationId xmlns:a16="http://schemas.microsoft.com/office/drawing/2014/main" id="{400E6169-B454-1CDC-3096-F10D35FED6DD}"/>
                  </a:ext>
                </a:extLst>
              </p14:cNvPr>
              <p14:cNvContentPartPr/>
              <p14:nvPr/>
            </p14:nvContentPartPr>
            <p14:xfrm>
              <a:off x="4271551" y="2323315"/>
              <a:ext cx="2134800" cy="97920"/>
            </p14:xfrm>
          </p:contentPart>
        </mc:Choice>
        <mc:Fallback xmlns="">
          <p:pic>
            <p:nvPicPr>
              <p:cNvPr id="10" name="حبر 9">
                <a:extLst>
                  <a:ext uri="{FF2B5EF4-FFF2-40B4-BE49-F238E27FC236}">
                    <a16:creationId xmlns:a16="http://schemas.microsoft.com/office/drawing/2014/main" id="{400E6169-B454-1CDC-3096-F10D35FED6DD}"/>
                  </a:ext>
                </a:extLst>
              </p:cNvPr>
              <p:cNvPicPr/>
              <p:nvPr/>
            </p:nvPicPr>
            <p:blipFill>
              <a:blip r:embed="rId8"/>
              <a:stretch>
                <a:fillRect/>
              </a:stretch>
            </p:blipFill>
            <p:spPr>
              <a:xfrm>
                <a:off x="4262551" y="2314675"/>
                <a:ext cx="2152440" cy="115560"/>
              </a:xfrm>
              <a:prstGeom prst="rect">
                <a:avLst/>
              </a:prstGeom>
            </p:spPr>
          </p:pic>
        </mc:Fallback>
      </mc:AlternateContent>
      <p:sp>
        <p:nvSpPr>
          <p:cNvPr id="11" name="مربع نص 10">
            <a:extLst>
              <a:ext uri="{FF2B5EF4-FFF2-40B4-BE49-F238E27FC236}">
                <a16:creationId xmlns:a16="http://schemas.microsoft.com/office/drawing/2014/main" id="{A152FAC5-0A68-71BE-F420-D6DBF5C8DC84}"/>
              </a:ext>
            </a:extLst>
          </p:cNvPr>
          <p:cNvSpPr txBox="1"/>
          <p:nvPr/>
        </p:nvSpPr>
        <p:spPr>
          <a:xfrm>
            <a:off x="4336951" y="2257829"/>
            <a:ext cx="1877530" cy="215444"/>
          </a:xfrm>
          <a:prstGeom prst="rect">
            <a:avLst/>
          </a:prstGeom>
          <a:noFill/>
        </p:spPr>
        <p:txBody>
          <a:bodyPr wrap="square" rtlCol="0">
            <a:spAutoFit/>
          </a:bodyPr>
          <a:lstStyle/>
          <a:p>
            <a:r>
              <a:rPr lang="en-US" sz="800" dirty="0"/>
              <a:t>Split the image into train /</a:t>
            </a:r>
            <a:r>
              <a:rPr lang="en-US" sz="800" dirty="0" err="1"/>
              <a:t>validata</a:t>
            </a:r>
            <a:endParaRPr lang="en-US" sz="800" dirty="0"/>
          </a:p>
        </p:txBody>
      </p:sp>
      <p:pic>
        <p:nvPicPr>
          <p:cNvPr id="4" name="Picture 31">
            <a:extLst>
              <a:ext uri="{FF2B5EF4-FFF2-40B4-BE49-F238E27FC236}">
                <a16:creationId xmlns:a16="http://schemas.microsoft.com/office/drawing/2014/main" id="{41824B34-3204-0ACA-D867-A20A2925CF5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27564" y="-1"/>
            <a:ext cx="4809506" cy="5046327"/>
          </a:xfrm>
          <a:prstGeom prst="rect">
            <a:avLst/>
          </a:prstGeom>
        </p:spPr>
      </p:pic>
    </p:spTree>
    <p:extLst>
      <p:ext uri="{BB962C8B-B14F-4D97-AF65-F5344CB8AC3E}">
        <p14:creationId xmlns:p14="http://schemas.microsoft.com/office/powerpoint/2010/main" val="2573099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09"/>
        <p:cNvGrpSpPr/>
        <p:nvPr/>
      </p:nvGrpSpPr>
      <p:grpSpPr>
        <a:xfrm>
          <a:off x="0" y="0"/>
          <a:ext cx="0" cy="0"/>
          <a:chOff x="0" y="0"/>
          <a:chExt cx="0" cy="0"/>
        </a:xfrm>
      </p:grpSpPr>
      <p:grpSp>
        <p:nvGrpSpPr>
          <p:cNvPr id="2342" name="Google Shape;2342;p74"/>
          <p:cNvGrpSpPr/>
          <p:nvPr/>
        </p:nvGrpSpPr>
        <p:grpSpPr>
          <a:xfrm>
            <a:off x="251670" y="2555378"/>
            <a:ext cx="8783273" cy="391387"/>
            <a:chOff x="999025" y="2555378"/>
            <a:chExt cx="7145950" cy="391387"/>
          </a:xfrm>
        </p:grpSpPr>
        <p:grpSp>
          <p:nvGrpSpPr>
            <p:cNvPr id="2343" name="Google Shape;2343;p74"/>
            <p:cNvGrpSpPr/>
            <p:nvPr/>
          </p:nvGrpSpPr>
          <p:grpSpPr>
            <a:xfrm>
              <a:off x="7755225" y="2561015"/>
              <a:ext cx="389750" cy="385750"/>
              <a:chOff x="3382475" y="1831100"/>
              <a:chExt cx="389750" cy="385750"/>
            </a:xfrm>
          </p:grpSpPr>
          <p:sp>
            <p:nvSpPr>
              <p:cNvPr id="2344" name="Google Shape;2344;p7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8" name="Google Shape;2348;p74"/>
            <p:cNvGrpSpPr/>
            <p:nvPr/>
          </p:nvGrpSpPr>
          <p:grpSpPr>
            <a:xfrm>
              <a:off x="999025" y="2555378"/>
              <a:ext cx="389750" cy="385750"/>
              <a:chOff x="3382475" y="1831100"/>
              <a:chExt cx="389750" cy="385750"/>
            </a:xfrm>
          </p:grpSpPr>
          <p:sp>
            <p:nvSpPr>
              <p:cNvPr id="2349" name="Google Shape;2349;p7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صورة 2">
            <a:extLst>
              <a:ext uri="{FF2B5EF4-FFF2-40B4-BE49-F238E27FC236}">
                <a16:creationId xmlns:a16="http://schemas.microsoft.com/office/drawing/2014/main" id="{EA10B89A-0296-C21C-61BA-2951BA43BB73}"/>
              </a:ext>
            </a:extLst>
          </p:cNvPr>
          <p:cNvPicPr>
            <a:picLocks noChangeAspect="1"/>
          </p:cNvPicPr>
          <p:nvPr/>
        </p:nvPicPr>
        <p:blipFill rotWithShape="1">
          <a:blip r:embed="rId3"/>
          <a:srcRect l="25504" t="24302" r="26239" b="10132"/>
          <a:stretch/>
        </p:blipFill>
        <p:spPr>
          <a:xfrm>
            <a:off x="794116" y="620784"/>
            <a:ext cx="7696478" cy="4269997"/>
          </a:xfrm>
          <a:prstGeom prst="rect">
            <a:avLst/>
          </a:prstGeom>
        </p:spPr>
      </p:pic>
      <p:sp>
        <p:nvSpPr>
          <p:cNvPr id="4" name="مربع نص 3">
            <a:extLst>
              <a:ext uri="{FF2B5EF4-FFF2-40B4-BE49-F238E27FC236}">
                <a16:creationId xmlns:a16="http://schemas.microsoft.com/office/drawing/2014/main" id="{BBC8F6F3-7DCE-AE70-2598-5FD6B1065D4F}"/>
              </a:ext>
            </a:extLst>
          </p:cNvPr>
          <p:cNvSpPr txBox="1"/>
          <p:nvPr/>
        </p:nvSpPr>
        <p:spPr>
          <a:xfrm>
            <a:off x="251670" y="77799"/>
            <a:ext cx="3347207" cy="523220"/>
          </a:xfrm>
          <a:prstGeom prst="rect">
            <a:avLst/>
          </a:prstGeom>
          <a:noFill/>
        </p:spPr>
        <p:txBody>
          <a:bodyPr wrap="square" rtlCol="0">
            <a:spAutoFit/>
          </a:bodyPr>
          <a:lstStyle/>
          <a:p>
            <a:r>
              <a:rPr lang="en-US" sz="2800" dirty="0">
                <a:solidFill>
                  <a:srgbClr val="002060"/>
                </a:solidFill>
                <a:latin typeface="Amasis MT Pro Black" panose="02040A04050005020304" pitchFamily="18" charset="0"/>
              </a:rPr>
              <a:t>Class diagram</a:t>
            </a:r>
          </a:p>
        </p:txBody>
      </p:sp>
      <mc:AlternateContent xmlns:mc="http://schemas.openxmlformats.org/markup-compatibility/2006" xmlns:p14="http://schemas.microsoft.com/office/powerpoint/2010/main">
        <mc:Choice Requires="p14">
          <p:contentPart p14:bwMode="auto" r:id="rId4">
            <p14:nvContentPartPr>
              <p14:cNvPr id="6" name="حبر 5">
                <a:extLst>
                  <a:ext uri="{FF2B5EF4-FFF2-40B4-BE49-F238E27FC236}">
                    <a16:creationId xmlns:a16="http://schemas.microsoft.com/office/drawing/2014/main" id="{05A08863-464E-4B2E-BCC6-93E094B9D270}"/>
                  </a:ext>
                </a:extLst>
              </p14:cNvPr>
              <p14:cNvContentPartPr/>
              <p14:nvPr/>
            </p14:nvContentPartPr>
            <p14:xfrm>
              <a:off x="-1029524" y="1480201"/>
              <a:ext cx="18000" cy="35640"/>
            </p14:xfrm>
          </p:contentPart>
        </mc:Choice>
        <mc:Fallback xmlns="">
          <p:pic>
            <p:nvPicPr>
              <p:cNvPr id="6" name="حبر 5">
                <a:extLst>
                  <a:ext uri="{FF2B5EF4-FFF2-40B4-BE49-F238E27FC236}">
                    <a16:creationId xmlns:a16="http://schemas.microsoft.com/office/drawing/2014/main" id="{05A08863-464E-4B2E-BCC6-93E094B9D270}"/>
                  </a:ext>
                </a:extLst>
              </p:cNvPr>
              <p:cNvPicPr/>
              <p:nvPr/>
            </p:nvPicPr>
            <p:blipFill>
              <a:blip r:embed="rId7"/>
              <a:stretch>
                <a:fillRect/>
              </a:stretch>
            </p:blipFill>
            <p:spPr>
              <a:xfrm>
                <a:off x="-1033844" y="1475881"/>
                <a:ext cx="266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7" name="حبر 26">
                <a:extLst>
                  <a:ext uri="{FF2B5EF4-FFF2-40B4-BE49-F238E27FC236}">
                    <a16:creationId xmlns:a16="http://schemas.microsoft.com/office/drawing/2014/main" id="{85BD9726-F777-1496-496E-301D3B45969D}"/>
                  </a:ext>
                </a:extLst>
              </p14:cNvPr>
              <p14:cNvContentPartPr/>
              <p14:nvPr/>
            </p14:nvContentPartPr>
            <p14:xfrm>
              <a:off x="9479236" y="1148892"/>
              <a:ext cx="360" cy="360"/>
            </p14:xfrm>
          </p:contentPart>
        </mc:Choice>
        <mc:Fallback xmlns="">
          <p:pic>
            <p:nvPicPr>
              <p:cNvPr id="27" name="حبر 26">
                <a:extLst>
                  <a:ext uri="{FF2B5EF4-FFF2-40B4-BE49-F238E27FC236}">
                    <a16:creationId xmlns:a16="http://schemas.microsoft.com/office/drawing/2014/main" id="{85BD9726-F777-1496-496E-301D3B45969D}"/>
                  </a:ext>
                </a:extLst>
              </p:cNvPr>
              <p:cNvPicPr/>
              <p:nvPr/>
            </p:nvPicPr>
            <p:blipFill>
              <a:blip r:embed="rId9"/>
              <a:stretch>
                <a:fillRect/>
              </a:stretch>
            </p:blipFill>
            <p:spPr>
              <a:xfrm>
                <a:off x="9474916" y="1144572"/>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9" name="حبر 28">
                <a:extLst>
                  <a:ext uri="{FF2B5EF4-FFF2-40B4-BE49-F238E27FC236}">
                    <a16:creationId xmlns:a16="http://schemas.microsoft.com/office/drawing/2014/main" id="{3033DED8-987D-C2F2-AACD-71AA9CA09F0F}"/>
                  </a:ext>
                </a:extLst>
              </p14:cNvPr>
              <p14:cNvContentPartPr/>
              <p14:nvPr/>
            </p14:nvContentPartPr>
            <p14:xfrm>
              <a:off x="7466116" y="948012"/>
              <a:ext cx="360" cy="360"/>
            </p14:xfrm>
          </p:contentPart>
        </mc:Choice>
        <mc:Fallback xmlns="">
          <p:pic>
            <p:nvPicPr>
              <p:cNvPr id="29" name="حبر 28">
                <a:extLst>
                  <a:ext uri="{FF2B5EF4-FFF2-40B4-BE49-F238E27FC236}">
                    <a16:creationId xmlns:a16="http://schemas.microsoft.com/office/drawing/2014/main" id="{3033DED8-987D-C2F2-AACD-71AA9CA09F0F}"/>
                  </a:ext>
                </a:extLst>
              </p:cNvPr>
              <p:cNvPicPr/>
              <p:nvPr/>
            </p:nvPicPr>
            <p:blipFill>
              <a:blip r:embed="rId9"/>
              <a:stretch>
                <a:fillRect/>
              </a:stretch>
            </p:blipFill>
            <p:spPr>
              <a:xfrm>
                <a:off x="7461796" y="943692"/>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0" name="حبر 29">
                <a:extLst>
                  <a:ext uri="{FF2B5EF4-FFF2-40B4-BE49-F238E27FC236}">
                    <a16:creationId xmlns:a16="http://schemas.microsoft.com/office/drawing/2014/main" id="{226456F9-5B5A-81DA-B1EC-2511BF68AD3A}"/>
                  </a:ext>
                </a:extLst>
              </p14:cNvPr>
              <p14:cNvContentPartPr/>
              <p14:nvPr/>
            </p14:nvContentPartPr>
            <p14:xfrm>
              <a:off x="6963916" y="912372"/>
              <a:ext cx="690120" cy="95040"/>
            </p14:xfrm>
          </p:contentPart>
        </mc:Choice>
        <mc:Fallback xmlns="">
          <p:pic>
            <p:nvPicPr>
              <p:cNvPr id="30" name="حبر 29">
                <a:extLst>
                  <a:ext uri="{FF2B5EF4-FFF2-40B4-BE49-F238E27FC236}">
                    <a16:creationId xmlns:a16="http://schemas.microsoft.com/office/drawing/2014/main" id="{226456F9-5B5A-81DA-B1EC-2511BF68AD3A}"/>
                  </a:ext>
                </a:extLst>
              </p:cNvPr>
              <p:cNvPicPr/>
              <p:nvPr/>
            </p:nvPicPr>
            <p:blipFill>
              <a:blip r:embed="rId12"/>
              <a:stretch>
                <a:fillRect/>
              </a:stretch>
            </p:blipFill>
            <p:spPr>
              <a:xfrm>
                <a:off x="6959596" y="908052"/>
                <a:ext cx="6987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1" name="حبر 30">
                <a:extLst>
                  <a:ext uri="{FF2B5EF4-FFF2-40B4-BE49-F238E27FC236}">
                    <a16:creationId xmlns:a16="http://schemas.microsoft.com/office/drawing/2014/main" id="{DE9773CF-94FE-B0AB-65A8-06ACD43362CF}"/>
                  </a:ext>
                </a:extLst>
              </p14:cNvPr>
              <p14:cNvContentPartPr/>
              <p14:nvPr/>
            </p14:nvContentPartPr>
            <p14:xfrm>
              <a:off x="6911716" y="929292"/>
              <a:ext cx="948240" cy="111240"/>
            </p14:xfrm>
          </p:contentPart>
        </mc:Choice>
        <mc:Fallback xmlns="">
          <p:pic>
            <p:nvPicPr>
              <p:cNvPr id="31" name="حبر 30">
                <a:extLst>
                  <a:ext uri="{FF2B5EF4-FFF2-40B4-BE49-F238E27FC236}">
                    <a16:creationId xmlns:a16="http://schemas.microsoft.com/office/drawing/2014/main" id="{DE9773CF-94FE-B0AB-65A8-06ACD43362CF}"/>
                  </a:ext>
                </a:extLst>
              </p:cNvPr>
              <p:cNvPicPr/>
              <p:nvPr/>
            </p:nvPicPr>
            <p:blipFill>
              <a:blip r:embed="rId14"/>
              <a:stretch>
                <a:fillRect/>
              </a:stretch>
            </p:blipFill>
            <p:spPr>
              <a:xfrm>
                <a:off x="6907396" y="924972"/>
                <a:ext cx="9568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حبر 31">
                <a:extLst>
                  <a:ext uri="{FF2B5EF4-FFF2-40B4-BE49-F238E27FC236}">
                    <a16:creationId xmlns:a16="http://schemas.microsoft.com/office/drawing/2014/main" id="{717953B4-F86A-7A5C-2D8E-29910A36A43B}"/>
                  </a:ext>
                </a:extLst>
              </p14:cNvPr>
              <p14:cNvContentPartPr/>
              <p14:nvPr/>
            </p14:nvContentPartPr>
            <p14:xfrm>
              <a:off x="7440916" y="1971241"/>
              <a:ext cx="360" cy="360"/>
            </p14:xfrm>
          </p:contentPart>
        </mc:Choice>
        <mc:Fallback xmlns="">
          <p:pic>
            <p:nvPicPr>
              <p:cNvPr id="32" name="حبر 31">
                <a:extLst>
                  <a:ext uri="{FF2B5EF4-FFF2-40B4-BE49-F238E27FC236}">
                    <a16:creationId xmlns:a16="http://schemas.microsoft.com/office/drawing/2014/main" id="{717953B4-F86A-7A5C-2D8E-29910A36A43B}"/>
                  </a:ext>
                </a:extLst>
              </p:cNvPr>
              <p:cNvPicPr/>
              <p:nvPr/>
            </p:nvPicPr>
            <p:blipFill>
              <a:blip r:embed="rId9"/>
              <a:stretch>
                <a:fillRect/>
              </a:stretch>
            </p:blipFill>
            <p:spPr>
              <a:xfrm>
                <a:off x="7436596" y="196692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3" name="حبر 32">
                <a:extLst>
                  <a:ext uri="{FF2B5EF4-FFF2-40B4-BE49-F238E27FC236}">
                    <a16:creationId xmlns:a16="http://schemas.microsoft.com/office/drawing/2014/main" id="{698B26D6-6450-3D85-12B0-A2FAEBA8FBC7}"/>
                  </a:ext>
                </a:extLst>
              </p14:cNvPr>
              <p14:cNvContentPartPr/>
              <p14:nvPr/>
            </p14:nvContentPartPr>
            <p14:xfrm>
              <a:off x="7709116" y="2155921"/>
              <a:ext cx="360" cy="360"/>
            </p14:xfrm>
          </p:contentPart>
        </mc:Choice>
        <mc:Fallback xmlns="">
          <p:pic>
            <p:nvPicPr>
              <p:cNvPr id="33" name="حبر 32">
                <a:extLst>
                  <a:ext uri="{FF2B5EF4-FFF2-40B4-BE49-F238E27FC236}">
                    <a16:creationId xmlns:a16="http://schemas.microsoft.com/office/drawing/2014/main" id="{698B26D6-6450-3D85-12B0-A2FAEBA8FBC7}"/>
                  </a:ext>
                </a:extLst>
              </p:cNvPr>
              <p:cNvPicPr/>
              <p:nvPr/>
            </p:nvPicPr>
            <p:blipFill>
              <a:blip r:embed="rId9"/>
              <a:stretch>
                <a:fillRect/>
              </a:stretch>
            </p:blipFill>
            <p:spPr>
              <a:xfrm>
                <a:off x="7704796" y="2151601"/>
                <a:ext cx="9000" cy="9000"/>
              </a:xfrm>
              <a:prstGeom prst="rect">
                <a:avLst/>
              </a:prstGeom>
            </p:spPr>
          </p:pic>
        </mc:Fallback>
      </mc:AlternateContent>
      <p:grpSp>
        <p:nvGrpSpPr>
          <p:cNvPr id="36" name="مجموعة 35">
            <a:extLst>
              <a:ext uri="{FF2B5EF4-FFF2-40B4-BE49-F238E27FC236}">
                <a16:creationId xmlns:a16="http://schemas.microsoft.com/office/drawing/2014/main" id="{8027A72A-CF3F-FE03-658D-FDE50C175813}"/>
              </a:ext>
            </a:extLst>
          </p:cNvPr>
          <p:cNvGrpSpPr/>
          <p:nvPr/>
        </p:nvGrpSpPr>
        <p:grpSpPr>
          <a:xfrm>
            <a:off x="7247956" y="1684321"/>
            <a:ext cx="340920" cy="371160"/>
            <a:chOff x="7247956" y="1684321"/>
            <a:chExt cx="340920" cy="371160"/>
          </a:xfrm>
        </p:grpSpPr>
        <mc:AlternateContent xmlns:mc="http://schemas.openxmlformats.org/markup-compatibility/2006" xmlns:p14="http://schemas.microsoft.com/office/powerpoint/2010/main">
          <mc:Choice Requires="p14">
            <p:contentPart p14:bwMode="auto" r:id="rId17">
              <p14:nvContentPartPr>
                <p14:cNvPr id="34" name="حبر 33">
                  <a:extLst>
                    <a:ext uri="{FF2B5EF4-FFF2-40B4-BE49-F238E27FC236}">
                      <a16:creationId xmlns:a16="http://schemas.microsoft.com/office/drawing/2014/main" id="{07F49F44-8A98-B9FE-640D-D00028994600}"/>
                    </a:ext>
                  </a:extLst>
                </p14:cNvPr>
                <p14:cNvContentPartPr/>
                <p14:nvPr/>
              </p14:nvContentPartPr>
              <p14:xfrm>
                <a:off x="7247956" y="2055121"/>
                <a:ext cx="360" cy="360"/>
              </p14:xfrm>
            </p:contentPart>
          </mc:Choice>
          <mc:Fallback xmlns="">
            <p:pic>
              <p:nvPicPr>
                <p:cNvPr id="34" name="حبر 33">
                  <a:extLst>
                    <a:ext uri="{FF2B5EF4-FFF2-40B4-BE49-F238E27FC236}">
                      <a16:creationId xmlns:a16="http://schemas.microsoft.com/office/drawing/2014/main" id="{07F49F44-8A98-B9FE-640D-D00028994600}"/>
                    </a:ext>
                  </a:extLst>
                </p:cNvPr>
                <p:cNvPicPr/>
                <p:nvPr/>
              </p:nvPicPr>
              <p:blipFill>
                <a:blip r:embed="rId9"/>
                <a:stretch>
                  <a:fillRect/>
                </a:stretch>
              </p:blipFill>
              <p:spPr>
                <a:xfrm>
                  <a:off x="7243636" y="205080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حبر 34">
                  <a:extLst>
                    <a:ext uri="{FF2B5EF4-FFF2-40B4-BE49-F238E27FC236}">
                      <a16:creationId xmlns:a16="http://schemas.microsoft.com/office/drawing/2014/main" id="{FA1C8B08-338A-A01C-7DD6-F740255CFBF5}"/>
                    </a:ext>
                  </a:extLst>
                </p14:cNvPr>
                <p14:cNvContentPartPr/>
                <p14:nvPr/>
              </p14:nvContentPartPr>
              <p14:xfrm>
                <a:off x="7247956" y="1684321"/>
                <a:ext cx="340920" cy="371160"/>
              </p14:xfrm>
            </p:contentPart>
          </mc:Choice>
          <mc:Fallback xmlns="">
            <p:pic>
              <p:nvPicPr>
                <p:cNvPr id="35" name="حبر 34">
                  <a:extLst>
                    <a:ext uri="{FF2B5EF4-FFF2-40B4-BE49-F238E27FC236}">
                      <a16:creationId xmlns:a16="http://schemas.microsoft.com/office/drawing/2014/main" id="{FA1C8B08-338A-A01C-7DD6-F740255CFBF5}"/>
                    </a:ext>
                  </a:extLst>
                </p:cNvPr>
                <p:cNvPicPr/>
                <p:nvPr/>
              </p:nvPicPr>
              <p:blipFill>
                <a:blip r:embed="rId19"/>
                <a:stretch>
                  <a:fillRect/>
                </a:stretch>
              </p:blipFill>
              <p:spPr>
                <a:xfrm>
                  <a:off x="7243636" y="1680001"/>
                  <a:ext cx="349560" cy="37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37" name="حبر 36">
                <a:extLst>
                  <a:ext uri="{FF2B5EF4-FFF2-40B4-BE49-F238E27FC236}">
                    <a16:creationId xmlns:a16="http://schemas.microsoft.com/office/drawing/2014/main" id="{7B23EC58-6F94-7E71-6C19-D79EE3B8F86C}"/>
                  </a:ext>
                </a:extLst>
              </p14:cNvPr>
              <p14:cNvContentPartPr/>
              <p14:nvPr/>
            </p14:nvContentPartPr>
            <p14:xfrm>
              <a:off x="2482636" y="293281"/>
              <a:ext cx="360" cy="360"/>
            </p14:xfrm>
          </p:contentPart>
        </mc:Choice>
        <mc:Fallback xmlns="">
          <p:pic>
            <p:nvPicPr>
              <p:cNvPr id="37" name="حبر 36">
                <a:extLst>
                  <a:ext uri="{FF2B5EF4-FFF2-40B4-BE49-F238E27FC236}">
                    <a16:creationId xmlns:a16="http://schemas.microsoft.com/office/drawing/2014/main" id="{7B23EC58-6F94-7E71-6C19-D79EE3B8F86C}"/>
                  </a:ext>
                </a:extLst>
              </p:cNvPr>
              <p:cNvPicPr/>
              <p:nvPr/>
            </p:nvPicPr>
            <p:blipFill>
              <a:blip r:embed="rId9"/>
              <a:stretch>
                <a:fillRect/>
              </a:stretch>
            </p:blipFill>
            <p:spPr>
              <a:xfrm>
                <a:off x="2478316" y="288961"/>
                <a:ext cx="9000" cy="9000"/>
              </a:xfrm>
              <a:prstGeom prst="rect">
                <a:avLst/>
              </a:prstGeom>
            </p:spPr>
          </p:pic>
        </mc:Fallback>
      </mc:AlternateContent>
      <p:sp>
        <p:nvSpPr>
          <p:cNvPr id="2316" name="مربع نص 2315">
            <a:extLst>
              <a:ext uri="{FF2B5EF4-FFF2-40B4-BE49-F238E27FC236}">
                <a16:creationId xmlns:a16="http://schemas.microsoft.com/office/drawing/2014/main" id="{D46B63FA-B648-ED04-FC0B-64EE7D229C65}"/>
              </a:ext>
            </a:extLst>
          </p:cNvPr>
          <p:cNvSpPr txBox="1"/>
          <p:nvPr/>
        </p:nvSpPr>
        <p:spPr>
          <a:xfrm>
            <a:off x="6941805" y="832596"/>
            <a:ext cx="1048622" cy="230832"/>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900" b="1" dirty="0">
                <a:solidFill>
                  <a:srgbClr val="FF0000"/>
                </a:solidFill>
              </a:rPr>
              <a:t>dataset</a:t>
            </a:r>
          </a:p>
        </p:txBody>
      </p:sp>
    </p:spTree>
    <p:extLst>
      <p:ext uri="{BB962C8B-B14F-4D97-AF65-F5344CB8AC3E}">
        <p14:creationId xmlns:p14="http://schemas.microsoft.com/office/powerpoint/2010/main" val="2355182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09"/>
        <p:cNvGrpSpPr/>
        <p:nvPr/>
      </p:nvGrpSpPr>
      <p:grpSpPr>
        <a:xfrm>
          <a:off x="0" y="0"/>
          <a:ext cx="0" cy="0"/>
          <a:chOff x="0" y="0"/>
          <a:chExt cx="0" cy="0"/>
        </a:xfrm>
      </p:grpSpPr>
      <p:grpSp>
        <p:nvGrpSpPr>
          <p:cNvPr id="2342" name="Google Shape;2342;p74"/>
          <p:cNvGrpSpPr/>
          <p:nvPr/>
        </p:nvGrpSpPr>
        <p:grpSpPr>
          <a:xfrm>
            <a:off x="251670" y="2555378"/>
            <a:ext cx="8783273" cy="391387"/>
            <a:chOff x="999025" y="2555378"/>
            <a:chExt cx="7145950" cy="391387"/>
          </a:xfrm>
        </p:grpSpPr>
        <p:grpSp>
          <p:nvGrpSpPr>
            <p:cNvPr id="2343" name="Google Shape;2343;p74"/>
            <p:cNvGrpSpPr/>
            <p:nvPr/>
          </p:nvGrpSpPr>
          <p:grpSpPr>
            <a:xfrm>
              <a:off x="7755225" y="2561015"/>
              <a:ext cx="389750" cy="385750"/>
              <a:chOff x="3382475" y="1831100"/>
              <a:chExt cx="389750" cy="385750"/>
            </a:xfrm>
          </p:grpSpPr>
          <p:sp>
            <p:nvSpPr>
              <p:cNvPr id="2344" name="Google Shape;2344;p7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8" name="Google Shape;2348;p74"/>
            <p:cNvGrpSpPr/>
            <p:nvPr/>
          </p:nvGrpSpPr>
          <p:grpSpPr>
            <a:xfrm>
              <a:off x="999025" y="2555378"/>
              <a:ext cx="389750" cy="385750"/>
              <a:chOff x="3382475" y="1831100"/>
              <a:chExt cx="389750" cy="385750"/>
            </a:xfrm>
          </p:grpSpPr>
          <p:sp>
            <p:nvSpPr>
              <p:cNvPr id="2349" name="Google Shape;2349;p7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مربع نص 4">
            <a:extLst>
              <a:ext uri="{FF2B5EF4-FFF2-40B4-BE49-F238E27FC236}">
                <a16:creationId xmlns:a16="http://schemas.microsoft.com/office/drawing/2014/main" id="{572ED9DB-3C1D-399E-56DB-89D1F191BBA0}"/>
              </a:ext>
            </a:extLst>
          </p:cNvPr>
          <p:cNvSpPr txBox="1"/>
          <p:nvPr/>
        </p:nvSpPr>
        <p:spPr>
          <a:xfrm>
            <a:off x="251670" y="0"/>
            <a:ext cx="4572000" cy="461665"/>
          </a:xfrm>
          <a:prstGeom prst="rect">
            <a:avLst/>
          </a:prstGeom>
          <a:noFill/>
        </p:spPr>
        <p:txBody>
          <a:bodyPr wrap="square">
            <a:spAutoFit/>
          </a:bodyPr>
          <a:lstStyle/>
          <a:p>
            <a:r>
              <a:rPr lang="en-US" sz="2400" dirty="0">
                <a:solidFill>
                  <a:srgbClr val="002060"/>
                </a:solidFill>
                <a:latin typeface="Amasis MT Pro Black" panose="02040A04050005020304" pitchFamily="18" charset="0"/>
              </a:rPr>
              <a:t>Class diagram</a:t>
            </a:r>
          </a:p>
        </p:txBody>
      </p:sp>
      <p:pic>
        <p:nvPicPr>
          <p:cNvPr id="2" name="صورة 1">
            <a:extLst>
              <a:ext uri="{FF2B5EF4-FFF2-40B4-BE49-F238E27FC236}">
                <a16:creationId xmlns:a16="http://schemas.microsoft.com/office/drawing/2014/main" id="{6774AF7D-F10D-3E0E-D6B3-8AD382D8C1B5}"/>
              </a:ext>
            </a:extLst>
          </p:cNvPr>
          <p:cNvPicPr>
            <a:picLocks noChangeAspect="1"/>
          </p:cNvPicPr>
          <p:nvPr/>
        </p:nvPicPr>
        <p:blipFill rotWithShape="1">
          <a:blip r:embed="rId3"/>
          <a:srcRect l="10092" t="9422" r="7003" b="2140"/>
          <a:stretch/>
        </p:blipFill>
        <p:spPr>
          <a:xfrm>
            <a:off x="810600" y="461665"/>
            <a:ext cx="7580895" cy="4548794"/>
          </a:xfrm>
          <a:prstGeom prst="rect">
            <a:avLst/>
          </a:prstGeom>
        </p:spPr>
      </p:pic>
    </p:spTree>
    <p:extLst>
      <p:ext uri="{BB962C8B-B14F-4D97-AF65-F5344CB8AC3E}">
        <p14:creationId xmlns:p14="http://schemas.microsoft.com/office/powerpoint/2010/main" val="2235430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60862-9B7B-4C1C-8363-12868B347334}"/>
              </a:ext>
            </a:extLst>
          </p:cNvPr>
          <p:cNvSpPr>
            <a:spLocks noGrp="1"/>
          </p:cNvSpPr>
          <p:nvPr>
            <p:ph type="title"/>
          </p:nvPr>
        </p:nvSpPr>
        <p:spPr>
          <a:xfrm>
            <a:off x="720000" y="0"/>
            <a:ext cx="7704000" cy="479700"/>
          </a:xfrm>
        </p:spPr>
        <p:txBody>
          <a:bodyPr/>
          <a:lstStyle/>
          <a:p>
            <a:r>
              <a:rPr lang="en-US" dirty="0"/>
              <a:t>Sequence for register </a:t>
            </a:r>
          </a:p>
        </p:txBody>
      </p:sp>
      <p:pic>
        <p:nvPicPr>
          <p:cNvPr id="4" name="Picture 3">
            <a:extLst>
              <a:ext uri="{FF2B5EF4-FFF2-40B4-BE49-F238E27FC236}">
                <a16:creationId xmlns:a16="http://schemas.microsoft.com/office/drawing/2014/main" id="{4F5FC62C-AA67-45B2-9BE2-5646BA80DEF8}"/>
              </a:ext>
            </a:extLst>
          </p:cNvPr>
          <p:cNvPicPr>
            <a:picLocks noChangeAspect="1"/>
          </p:cNvPicPr>
          <p:nvPr/>
        </p:nvPicPr>
        <p:blipFill>
          <a:blip r:embed="rId2"/>
          <a:stretch>
            <a:fillRect/>
          </a:stretch>
        </p:blipFill>
        <p:spPr>
          <a:xfrm>
            <a:off x="720000" y="771788"/>
            <a:ext cx="7704000" cy="3976382"/>
          </a:xfrm>
          <a:prstGeom prst="rect">
            <a:avLst/>
          </a:prstGeom>
        </p:spPr>
      </p:pic>
    </p:spTree>
    <p:extLst>
      <p:ext uri="{BB962C8B-B14F-4D97-AF65-F5344CB8AC3E}">
        <p14:creationId xmlns:p14="http://schemas.microsoft.com/office/powerpoint/2010/main" val="2488298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60862-9B7B-4C1C-8363-12868B347334}"/>
              </a:ext>
            </a:extLst>
          </p:cNvPr>
          <p:cNvSpPr>
            <a:spLocks noGrp="1"/>
          </p:cNvSpPr>
          <p:nvPr>
            <p:ph type="title"/>
          </p:nvPr>
        </p:nvSpPr>
        <p:spPr>
          <a:xfrm>
            <a:off x="720000" y="0"/>
            <a:ext cx="7704000" cy="479700"/>
          </a:xfrm>
        </p:spPr>
        <p:txBody>
          <a:bodyPr/>
          <a:lstStyle/>
          <a:p>
            <a:r>
              <a:rPr lang="en-US" dirty="0"/>
              <a:t>Sequence for login </a:t>
            </a:r>
          </a:p>
        </p:txBody>
      </p:sp>
      <p:pic>
        <p:nvPicPr>
          <p:cNvPr id="4" name="Picture 3">
            <a:extLst>
              <a:ext uri="{FF2B5EF4-FFF2-40B4-BE49-F238E27FC236}">
                <a16:creationId xmlns:a16="http://schemas.microsoft.com/office/drawing/2014/main" id="{4F5FC62C-AA67-45B2-9BE2-5646BA80DEF8}"/>
              </a:ext>
            </a:extLst>
          </p:cNvPr>
          <p:cNvPicPr>
            <a:picLocks noChangeAspect="1"/>
          </p:cNvPicPr>
          <p:nvPr/>
        </p:nvPicPr>
        <p:blipFill>
          <a:blip r:embed="rId2"/>
          <a:stretch>
            <a:fillRect/>
          </a:stretch>
        </p:blipFill>
        <p:spPr>
          <a:xfrm>
            <a:off x="720000" y="666044"/>
            <a:ext cx="7635435" cy="3905956"/>
          </a:xfrm>
          <a:prstGeom prst="rect">
            <a:avLst/>
          </a:prstGeom>
        </p:spPr>
      </p:pic>
    </p:spTree>
    <p:extLst>
      <p:ext uri="{BB962C8B-B14F-4D97-AF65-F5344CB8AC3E}">
        <p14:creationId xmlns:p14="http://schemas.microsoft.com/office/powerpoint/2010/main" val="837348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60862-9B7B-4C1C-8363-12868B347334}"/>
              </a:ext>
            </a:extLst>
          </p:cNvPr>
          <p:cNvSpPr>
            <a:spLocks noGrp="1"/>
          </p:cNvSpPr>
          <p:nvPr>
            <p:ph type="title"/>
          </p:nvPr>
        </p:nvSpPr>
        <p:spPr>
          <a:xfrm>
            <a:off x="720000" y="0"/>
            <a:ext cx="7704000" cy="479700"/>
          </a:xfrm>
        </p:spPr>
        <p:txBody>
          <a:bodyPr/>
          <a:lstStyle/>
          <a:p>
            <a:r>
              <a:rPr lang="en-US" dirty="0"/>
              <a:t>Sequence for adding image </a:t>
            </a:r>
          </a:p>
        </p:txBody>
      </p:sp>
      <p:pic>
        <p:nvPicPr>
          <p:cNvPr id="4" name="Picture 3">
            <a:extLst>
              <a:ext uri="{FF2B5EF4-FFF2-40B4-BE49-F238E27FC236}">
                <a16:creationId xmlns:a16="http://schemas.microsoft.com/office/drawing/2014/main" id="{4F5FC62C-AA67-45B2-9BE2-5646BA80DEF8}"/>
              </a:ext>
            </a:extLst>
          </p:cNvPr>
          <p:cNvPicPr>
            <a:picLocks noChangeAspect="1"/>
          </p:cNvPicPr>
          <p:nvPr/>
        </p:nvPicPr>
        <p:blipFill>
          <a:blip r:embed="rId2"/>
          <a:stretch>
            <a:fillRect/>
          </a:stretch>
        </p:blipFill>
        <p:spPr>
          <a:xfrm>
            <a:off x="612396" y="666044"/>
            <a:ext cx="7811604" cy="4132459"/>
          </a:xfrm>
          <a:prstGeom prst="rect">
            <a:avLst/>
          </a:prstGeom>
        </p:spPr>
      </p:pic>
    </p:spTree>
    <p:extLst>
      <p:ext uri="{BB962C8B-B14F-4D97-AF65-F5344CB8AC3E}">
        <p14:creationId xmlns:p14="http://schemas.microsoft.com/office/powerpoint/2010/main" val="3458584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4"/>
          <p:cNvSpPr txBox="1">
            <a:spLocks noGrp="1"/>
          </p:cNvSpPr>
          <p:nvPr>
            <p:ph type="title"/>
          </p:nvPr>
        </p:nvSpPr>
        <p:spPr>
          <a:xfrm>
            <a:off x="724607" y="87099"/>
            <a:ext cx="7704000" cy="479700"/>
          </a:xfrm>
          <a:prstGeom prst="rect">
            <a:avLst/>
          </a:prstGeom>
        </p:spPr>
        <p:txBody>
          <a:bodyPr spcFirstLastPara="1" wrap="square" lIns="91425" tIns="91425" rIns="91425" bIns="91425" anchor="t" anchorCtr="0">
            <a:noAutofit/>
          </a:bodyPr>
          <a:lstStyle/>
          <a:p>
            <a:r>
              <a:rPr lang="en-US" dirty="0"/>
              <a:t>conclusion </a:t>
            </a:r>
            <a:endParaRPr dirty="0"/>
          </a:p>
        </p:txBody>
      </p:sp>
      <p:grpSp>
        <p:nvGrpSpPr>
          <p:cNvPr id="589" name="Google Shape;589;p44"/>
          <p:cNvGrpSpPr/>
          <p:nvPr/>
        </p:nvGrpSpPr>
        <p:grpSpPr>
          <a:xfrm>
            <a:off x="5393366" y="1724236"/>
            <a:ext cx="3035241" cy="2884253"/>
            <a:chOff x="4426200" y="1867075"/>
            <a:chExt cx="1412200" cy="1341950"/>
          </a:xfrm>
        </p:grpSpPr>
        <p:sp>
          <p:nvSpPr>
            <p:cNvPr id="590" name="Google Shape;590;p44"/>
            <p:cNvSpPr/>
            <p:nvPr/>
          </p:nvSpPr>
          <p:spPr>
            <a:xfrm>
              <a:off x="4558975" y="2729725"/>
              <a:ext cx="755475" cy="479300"/>
            </a:xfrm>
            <a:custGeom>
              <a:avLst/>
              <a:gdLst/>
              <a:ahLst/>
              <a:cxnLst/>
              <a:rect l="l" t="t" r="r" b="b"/>
              <a:pathLst>
                <a:path w="30219" h="19172" extrusionOk="0">
                  <a:moveTo>
                    <a:pt x="8895" y="0"/>
                  </a:moveTo>
                  <a:cubicBezTo>
                    <a:pt x="8895" y="0"/>
                    <a:pt x="1949" y="2600"/>
                    <a:pt x="0" y="19171"/>
                  </a:cubicBezTo>
                  <a:lnTo>
                    <a:pt x="30218" y="19171"/>
                  </a:lnTo>
                  <a:cubicBezTo>
                    <a:pt x="27781" y="8449"/>
                    <a:pt x="23661" y="2324"/>
                    <a:pt x="23661" y="2324"/>
                  </a:cubicBezTo>
                  <a:lnTo>
                    <a:pt x="8895" y="0"/>
                  </a:ln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1" name="Google Shape;591;p44"/>
            <p:cNvSpPr/>
            <p:nvPr/>
          </p:nvSpPr>
          <p:spPr>
            <a:xfrm>
              <a:off x="4558975" y="2729725"/>
              <a:ext cx="755475" cy="479300"/>
            </a:xfrm>
            <a:custGeom>
              <a:avLst/>
              <a:gdLst/>
              <a:ahLst/>
              <a:cxnLst/>
              <a:rect l="l" t="t" r="r" b="b"/>
              <a:pathLst>
                <a:path w="30219" h="19172" fill="none" extrusionOk="0">
                  <a:moveTo>
                    <a:pt x="8895" y="0"/>
                  </a:moveTo>
                  <a:cubicBezTo>
                    <a:pt x="8895" y="0"/>
                    <a:pt x="1949" y="2600"/>
                    <a:pt x="0" y="19171"/>
                  </a:cubicBezTo>
                  <a:lnTo>
                    <a:pt x="30218" y="19171"/>
                  </a:lnTo>
                  <a:cubicBezTo>
                    <a:pt x="27781" y="8449"/>
                    <a:pt x="23661" y="2324"/>
                    <a:pt x="23661" y="232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2" name="Google Shape;592;p44"/>
            <p:cNvSpPr/>
            <p:nvPr/>
          </p:nvSpPr>
          <p:spPr>
            <a:xfrm>
              <a:off x="4646375" y="1991875"/>
              <a:ext cx="570925" cy="728575"/>
            </a:xfrm>
            <a:custGeom>
              <a:avLst/>
              <a:gdLst/>
              <a:ahLst/>
              <a:cxnLst/>
              <a:rect l="l" t="t" r="r" b="b"/>
              <a:pathLst>
                <a:path w="22837" h="29143" extrusionOk="0">
                  <a:moveTo>
                    <a:pt x="11840" y="0"/>
                  </a:moveTo>
                  <a:cubicBezTo>
                    <a:pt x="9188" y="0"/>
                    <a:pt x="8160" y="2382"/>
                    <a:pt x="8160" y="2382"/>
                  </a:cubicBezTo>
                  <a:lnTo>
                    <a:pt x="9237" y="4941"/>
                  </a:lnTo>
                  <a:cubicBezTo>
                    <a:pt x="9237" y="4941"/>
                    <a:pt x="9219" y="4940"/>
                    <a:pt x="9188" y="4940"/>
                  </a:cubicBezTo>
                  <a:cubicBezTo>
                    <a:pt x="8824" y="4940"/>
                    <a:pt x="6565" y="5054"/>
                    <a:pt x="6813" y="7903"/>
                  </a:cubicBezTo>
                  <a:cubicBezTo>
                    <a:pt x="7082" y="11000"/>
                    <a:pt x="8698" y="13559"/>
                    <a:pt x="8698" y="13559"/>
                  </a:cubicBezTo>
                  <a:lnTo>
                    <a:pt x="7082" y="14097"/>
                  </a:lnTo>
                  <a:cubicBezTo>
                    <a:pt x="7082" y="14097"/>
                    <a:pt x="6408" y="11674"/>
                    <a:pt x="4255" y="10192"/>
                  </a:cubicBezTo>
                  <a:cubicBezTo>
                    <a:pt x="3773" y="10040"/>
                    <a:pt x="3324" y="9969"/>
                    <a:pt x="2914" y="9969"/>
                  </a:cubicBezTo>
                  <a:cubicBezTo>
                    <a:pt x="1144" y="9969"/>
                    <a:pt x="73" y="11284"/>
                    <a:pt x="41" y="13087"/>
                  </a:cubicBezTo>
                  <a:cubicBezTo>
                    <a:pt x="0" y="15309"/>
                    <a:pt x="1469" y="16083"/>
                    <a:pt x="1469" y="16083"/>
                  </a:cubicBezTo>
                  <a:cubicBezTo>
                    <a:pt x="4255" y="18540"/>
                    <a:pt x="5399" y="26366"/>
                    <a:pt x="5399" y="26366"/>
                  </a:cubicBezTo>
                  <a:lnTo>
                    <a:pt x="5399" y="26548"/>
                  </a:lnTo>
                  <a:cubicBezTo>
                    <a:pt x="5399" y="26548"/>
                    <a:pt x="8428" y="27696"/>
                    <a:pt x="11505" y="28218"/>
                  </a:cubicBezTo>
                  <a:cubicBezTo>
                    <a:pt x="13929" y="28628"/>
                    <a:pt x="16103" y="28774"/>
                    <a:pt x="16103" y="28774"/>
                  </a:cubicBezTo>
                  <a:lnTo>
                    <a:pt x="16565" y="29143"/>
                  </a:lnTo>
                  <a:cubicBezTo>
                    <a:pt x="16565" y="29143"/>
                    <a:pt x="16507" y="28639"/>
                    <a:pt x="16320" y="26440"/>
                  </a:cubicBezTo>
                  <a:cubicBezTo>
                    <a:pt x="16133" y="24241"/>
                    <a:pt x="14892" y="23254"/>
                    <a:pt x="15977" y="21879"/>
                  </a:cubicBezTo>
                  <a:cubicBezTo>
                    <a:pt x="17062" y="20506"/>
                    <a:pt x="18931" y="20695"/>
                    <a:pt x="20483" y="20213"/>
                  </a:cubicBezTo>
                  <a:cubicBezTo>
                    <a:pt x="22036" y="19731"/>
                    <a:pt x="22836" y="18810"/>
                    <a:pt x="22677" y="17720"/>
                  </a:cubicBezTo>
                  <a:cubicBezTo>
                    <a:pt x="22518" y="16632"/>
                    <a:pt x="21625" y="15847"/>
                    <a:pt x="21594" y="15131"/>
                  </a:cubicBezTo>
                  <a:cubicBezTo>
                    <a:pt x="21565" y="14413"/>
                    <a:pt x="21490" y="14097"/>
                    <a:pt x="21128" y="13840"/>
                  </a:cubicBezTo>
                  <a:cubicBezTo>
                    <a:pt x="21069" y="13798"/>
                    <a:pt x="20958" y="13780"/>
                    <a:pt x="20814" y="13780"/>
                  </a:cubicBezTo>
                  <a:cubicBezTo>
                    <a:pt x="20088" y="13780"/>
                    <a:pt x="18527" y="14231"/>
                    <a:pt x="18527" y="14231"/>
                  </a:cubicBezTo>
                  <a:cubicBezTo>
                    <a:pt x="18527" y="14231"/>
                    <a:pt x="20278" y="13289"/>
                    <a:pt x="20530" y="12647"/>
                  </a:cubicBezTo>
                  <a:cubicBezTo>
                    <a:pt x="20783" y="12005"/>
                    <a:pt x="20412" y="11942"/>
                    <a:pt x="20113" y="11491"/>
                  </a:cubicBezTo>
                  <a:cubicBezTo>
                    <a:pt x="19814" y="11039"/>
                    <a:pt x="19605" y="10461"/>
                    <a:pt x="19605" y="10461"/>
                  </a:cubicBezTo>
                  <a:cubicBezTo>
                    <a:pt x="20412" y="10057"/>
                    <a:pt x="20682" y="9653"/>
                    <a:pt x="21210" y="8969"/>
                  </a:cubicBezTo>
                  <a:cubicBezTo>
                    <a:pt x="21737" y="8283"/>
                    <a:pt x="20165" y="7501"/>
                    <a:pt x="20165" y="7501"/>
                  </a:cubicBezTo>
                  <a:cubicBezTo>
                    <a:pt x="20165" y="7501"/>
                    <a:pt x="18124" y="6422"/>
                    <a:pt x="16934" y="3989"/>
                  </a:cubicBezTo>
                  <a:cubicBezTo>
                    <a:pt x="15745" y="1557"/>
                    <a:pt x="13533" y="291"/>
                    <a:pt x="13533" y="291"/>
                  </a:cubicBezTo>
                  <a:cubicBezTo>
                    <a:pt x="12907" y="87"/>
                    <a:pt x="12344" y="0"/>
                    <a:pt x="11840" y="0"/>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3" name="Google Shape;593;p44"/>
            <p:cNvSpPr/>
            <p:nvPr/>
          </p:nvSpPr>
          <p:spPr>
            <a:xfrm>
              <a:off x="4426200" y="1869275"/>
              <a:ext cx="571675" cy="700200"/>
            </a:xfrm>
            <a:custGeom>
              <a:avLst/>
              <a:gdLst/>
              <a:ahLst/>
              <a:cxnLst/>
              <a:rect l="l" t="t" r="r" b="b"/>
              <a:pathLst>
                <a:path w="22867" h="28008" extrusionOk="0">
                  <a:moveTo>
                    <a:pt x="18631" y="0"/>
                  </a:moveTo>
                  <a:cubicBezTo>
                    <a:pt x="18571" y="0"/>
                    <a:pt x="18510" y="1"/>
                    <a:pt x="18448" y="3"/>
                  </a:cubicBezTo>
                  <a:cubicBezTo>
                    <a:pt x="14004" y="149"/>
                    <a:pt x="13620" y="1944"/>
                    <a:pt x="10580" y="2932"/>
                  </a:cubicBezTo>
                  <a:cubicBezTo>
                    <a:pt x="7540" y="3920"/>
                    <a:pt x="5345" y="4149"/>
                    <a:pt x="2403" y="7805"/>
                  </a:cubicBezTo>
                  <a:cubicBezTo>
                    <a:pt x="0" y="11730"/>
                    <a:pt x="1885" y="13615"/>
                    <a:pt x="1678" y="16189"/>
                  </a:cubicBezTo>
                  <a:cubicBezTo>
                    <a:pt x="2020" y="21020"/>
                    <a:pt x="3235" y="22681"/>
                    <a:pt x="6532" y="24274"/>
                  </a:cubicBezTo>
                  <a:cubicBezTo>
                    <a:pt x="8618" y="25060"/>
                    <a:pt x="9426" y="24925"/>
                    <a:pt x="10525" y="26728"/>
                  </a:cubicBezTo>
                  <a:cubicBezTo>
                    <a:pt x="10525" y="26728"/>
                    <a:pt x="11626" y="28007"/>
                    <a:pt x="13324" y="28007"/>
                  </a:cubicBezTo>
                  <a:cubicBezTo>
                    <a:pt x="13393" y="28007"/>
                    <a:pt x="13463" y="28005"/>
                    <a:pt x="13534" y="28001"/>
                  </a:cubicBezTo>
                  <a:cubicBezTo>
                    <a:pt x="13534" y="28001"/>
                    <a:pt x="12613" y="24094"/>
                    <a:pt x="10638" y="21155"/>
                  </a:cubicBezTo>
                  <a:cubicBezTo>
                    <a:pt x="9156" y="20751"/>
                    <a:pt x="8527" y="18221"/>
                    <a:pt x="9044" y="16591"/>
                  </a:cubicBezTo>
                  <a:cubicBezTo>
                    <a:pt x="9340" y="15657"/>
                    <a:pt x="10482" y="14847"/>
                    <a:pt x="11758" y="14847"/>
                  </a:cubicBezTo>
                  <a:cubicBezTo>
                    <a:pt x="12711" y="14847"/>
                    <a:pt x="13737" y="15298"/>
                    <a:pt x="14543" y="16487"/>
                  </a:cubicBezTo>
                  <a:cubicBezTo>
                    <a:pt x="15485" y="17655"/>
                    <a:pt x="15889" y="18866"/>
                    <a:pt x="15889" y="18866"/>
                  </a:cubicBezTo>
                  <a:lnTo>
                    <a:pt x="17505" y="18462"/>
                  </a:lnTo>
                  <a:cubicBezTo>
                    <a:pt x="17505" y="18462"/>
                    <a:pt x="15874" y="15819"/>
                    <a:pt x="15591" y="13029"/>
                  </a:cubicBezTo>
                  <a:cubicBezTo>
                    <a:pt x="15350" y="10652"/>
                    <a:pt x="18044" y="9710"/>
                    <a:pt x="18044" y="9710"/>
                  </a:cubicBezTo>
                  <a:lnTo>
                    <a:pt x="16966" y="7286"/>
                  </a:lnTo>
                  <a:cubicBezTo>
                    <a:pt x="16966" y="7286"/>
                    <a:pt x="17961" y="4903"/>
                    <a:pt x="20843" y="4903"/>
                  </a:cubicBezTo>
                  <a:cubicBezTo>
                    <a:pt x="21211" y="4903"/>
                    <a:pt x="21610" y="4942"/>
                    <a:pt x="22042" y="5030"/>
                  </a:cubicBezTo>
                  <a:cubicBezTo>
                    <a:pt x="22042" y="5030"/>
                    <a:pt x="22867" y="0"/>
                    <a:pt x="1863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4" name="Google Shape;594;p44"/>
            <p:cNvSpPr/>
            <p:nvPr/>
          </p:nvSpPr>
          <p:spPr>
            <a:xfrm>
              <a:off x="4764025" y="2643875"/>
              <a:ext cx="406150" cy="213800"/>
            </a:xfrm>
            <a:custGeom>
              <a:avLst/>
              <a:gdLst/>
              <a:ahLst/>
              <a:cxnLst/>
              <a:rect l="l" t="t" r="r" b="b"/>
              <a:pathLst>
                <a:path w="16246" h="8552" extrusionOk="0">
                  <a:moveTo>
                    <a:pt x="626" y="1"/>
                  </a:moveTo>
                  <a:lnTo>
                    <a:pt x="114" y="146"/>
                  </a:lnTo>
                  <a:cubicBezTo>
                    <a:pt x="43" y="205"/>
                    <a:pt x="1" y="288"/>
                    <a:pt x="19" y="406"/>
                  </a:cubicBezTo>
                  <a:cubicBezTo>
                    <a:pt x="44" y="554"/>
                    <a:pt x="514" y="3166"/>
                    <a:pt x="514" y="3166"/>
                  </a:cubicBezTo>
                  <a:cubicBezTo>
                    <a:pt x="514" y="3166"/>
                    <a:pt x="587" y="3519"/>
                    <a:pt x="1010" y="3646"/>
                  </a:cubicBezTo>
                  <a:cubicBezTo>
                    <a:pt x="5338" y="5656"/>
                    <a:pt x="12677" y="8552"/>
                    <a:pt x="12677" y="8552"/>
                  </a:cubicBezTo>
                  <a:lnTo>
                    <a:pt x="11801" y="5656"/>
                  </a:lnTo>
                  <a:lnTo>
                    <a:pt x="14764" y="6734"/>
                  </a:lnTo>
                  <a:lnTo>
                    <a:pt x="14764" y="6734"/>
                  </a:lnTo>
                  <a:lnTo>
                    <a:pt x="14630" y="5522"/>
                  </a:lnTo>
                  <a:lnTo>
                    <a:pt x="14630" y="5522"/>
                  </a:lnTo>
                  <a:lnTo>
                    <a:pt x="16245" y="5925"/>
                  </a:lnTo>
                  <a:lnTo>
                    <a:pt x="16245" y="5925"/>
                  </a:lnTo>
                  <a:lnTo>
                    <a:pt x="14495" y="3098"/>
                  </a:lnTo>
                  <a:lnTo>
                    <a:pt x="14360" y="2694"/>
                  </a:lnTo>
                  <a:cubicBezTo>
                    <a:pt x="14227" y="2585"/>
                    <a:pt x="13926" y="2490"/>
                    <a:pt x="13582" y="2402"/>
                  </a:cubicBezTo>
                  <a:cubicBezTo>
                    <a:pt x="12610" y="2155"/>
                    <a:pt x="11802" y="1886"/>
                    <a:pt x="11801" y="1886"/>
                  </a:cubicBezTo>
                  <a:lnTo>
                    <a:pt x="11801" y="1886"/>
                  </a:lnTo>
                  <a:lnTo>
                    <a:pt x="11869" y="3166"/>
                  </a:lnTo>
                  <a:cubicBezTo>
                    <a:pt x="11869" y="3166"/>
                    <a:pt x="11575" y="2755"/>
                    <a:pt x="11372" y="2755"/>
                  </a:cubicBezTo>
                  <a:cubicBezTo>
                    <a:pt x="11357" y="2755"/>
                    <a:pt x="11343" y="2757"/>
                    <a:pt x="11330" y="2762"/>
                  </a:cubicBezTo>
                  <a:cubicBezTo>
                    <a:pt x="11320" y="2765"/>
                    <a:pt x="11302" y="2766"/>
                    <a:pt x="11275" y="2766"/>
                  </a:cubicBezTo>
                  <a:cubicBezTo>
                    <a:pt x="10724" y="2766"/>
                    <a:pt x="6676" y="2136"/>
                    <a:pt x="4973" y="1751"/>
                  </a:cubicBezTo>
                  <a:cubicBezTo>
                    <a:pt x="3184" y="1348"/>
                    <a:pt x="722" y="406"/>
                    <a:pt x="722" y="406"/>
                  </a:cubicBezTo>
                  <a:lnTo>
                    <a:pt x="626" y="1"/>
                  </a:ln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5" name="Google Shape;595;p44"/>
            <p:cNvSpPr/>
            <p:nvPr/>
          </p:nvSpPr>
          <p:spPr>
            <a:xfrm>
              <a:off x="4878100" y="1992800"/>
              <a:ext cx="351475" cy="528850"/>
            </a:xfrm>
            <a:custGeom>
              <a:avLst/>
              <a:gdLst/>
              <a:ahLst/>
              <a:cxnLst/>
              <a:rect l="l" t="t" r="r" b="b"/>
              <a:pathLst>
                <a:path w="14059" h="21154" fill="none" extrusionOk="0">
                  <a:moveTo>
                    <a:pt x="3790" y="0"/>
                  </a:moveTo>
                  <a:cubicBezTo>
                    <a:pt x="5021" y="603"/>
                    <a:pt x="6730" y="1895"/>
                    <a:pt x="8014" y="4644"/>
                  </a:cubicBezTo>
                  <a:cubicBezTo>
                    <a:pt x="8665" y="6040"/>
                    <a:pt x="10428" y="7150"/>
                    <a:pt x="11547" y="7900"/>
                  </a:cubicBezTo>
                  <a:cubicBezTo>
                    <a:pt x="12336" y="8427"/>
                    <a:pt x="11920" y="9015"/>
                    <a:pt x="11734" y="9294"/>
                  </a:cubicBezTo>
                  <a:cubicBezTo>
                    <a:pt x="11362" y="9852"/>
                    <a:pt x="10292" y="10457"/>
                    <a:pt x="10292" y="10457"/>
                  </a:cubicBezTo>
                  <a:cubicBezTo>
                    <a:pt x="10292" y="10457"/>
                    <a:pt x="10597" y="11228"/>
                    <a:pt x="10990" y="11619"/>
                  </a:cubicBezTo>
                  <a:cubicBezTo>
                    <a:pt x="11455" y="12085"/>
                    <a:pt x="11386" y="12387"/>
                    <a:pt x="11222" y="12689"/>
                  </a:cubicBezTo>
                  <a:cubicBezTo>
                    <a:pt x="10896" y="13294"/>
                    <a:pt x="9269" y="14178"/>
                    <a:pt x="9269" y="14178"/>
                  </a:cubicBezTo>
                  <a:cubicBezTo>
                    <a:pt x="9269" y="14178"/>
                    <a:pt x="10617" y="13852"/>
                    <a:pt x="11175" y="13758"/>
                  </a:cubicBezTo>
                  <a:cubicBezTo>
                    <a:pt x="11734" y="13666"/>
                    <a:pt x="12292" y="13758"/>
                    <a:pt x="12314" y="14769"/>
                  </a:cubicBezTo>
                  <a:cubicBezTo>
                    <a:pt x="12199" y="16084"/>
                    <a:pt x="14059" y="16921"/>
                    <a:pt x="13175" y="18827"/>
                  </a:cubicBezTo>
                  <a:cubicBezTo>
                    <a:pt x="12153" y="20874"/>
                    <a:pt x="5921" y="21153"/>
                    <a:pt x="2851" y="20781"/>
                  </a:cubicBezTo>
                  <a:cubicBezTo>
                    <a:pt x="1876" y="20663"/>
                    <a:pt x="891" y="20131"/>
                    <a:pt x="1" y="1946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6" name="Google Shape;596;p44"/>
            <p:cNvSpPr/>
            <p:nvPr/>
          </p:nvSpPr>
          <p:spPr>
            <a:xfrm>
              <a:off x="4628500" y="1974175"/>
              <a:ext cx="348750" cy="468400"/>
            </a:xfrm>
            <a:custGeom>
              <a:avLst/>
              <a:gdLst/>
              <a:ahLst/>
              <a:cxnLst/>
              <a:rect l="l" t="t" r="r" b="b"/>
              <a:pathLst>
                <a:path w="13950" h="18736" fill="none" extrusionOk="0">
                  <a:moveTo>
                    <a:pt x="6605" y="16690"/>
                  </a:moveTo>
                  <a:cubicBezTo>
                    <a:pt x="6605" y="16690"/>
                    <a:pt x="1861" y="18736"/>
                    <a:pt x="931" y="14923"/>
                  </a:cubicBezTo>
                  <a:cubicBezTo>
                    <a:pt x="0" y="11109"/>
                    <a:pt x="2977" y="10179"/>
                    <a:pt x="4930" y="10923"/>
                  </a:cubicBezTo>
                  <a:cubicBezTo>
                    <a:pt x="4930" y="10923"/>
                    <a:pt x="6557" y="11527"/>
                    <a:pt x="7860" y="14690"/>
                  </a:cubicBezTo>
                  <a:lnTo>
                    <a:pt x="9348" y="14318"/>
                  </a:lnTo>
                  <a:cubicBezTo>
                    <a:pt x="9348" y="14318"/>
                    <a:pt x="7581" y="10970"/>
                    <a:pt x="7487" y="8645"/>
                  </a:cubicBezTo>
                  <a:cubicBezTo>
                    <a:pt x="7394" y="6319"/>
                    <a:pt x="9999" y="5575"/>
                    <a:pt x="9999" y="5575"/>
                  </a:cubicBezTo>
                  <a:lnTo>
                    <a:pt x="8883" y="3157"/>
                  </a:lnTo>
                  <a:cubicBezTo>
                    <a:pt x="8883" y="3157"/>
                    <a:pt x="10089" y="1"/>
                    <a:pt x="13950" y="83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7" name="Google Shape;597;p44"/>
            <p:cNvSpPr/>
            <p:nvPr/>
          </p:nvSpPr>
          <p:spPr>
            <a:xfrm>
              <a:off x="4671750" y="2269325"/>
              <a:ext cx="92800" cy="123250"/>
            </a:xfrm>
            <a:custGeom>
              <a:avLst/>
              <a:gdLst/>
              <a:ahLst/>
              <a:cxnLst/>
              <a:rect l="l" t="t" r="r" b="b"/>
              <a:pathLst>
                <a:path w="3712" h="4930" fill="none" extrusionOk="0">
                  <a:moveTo>
                    <a:pt x="3247" y="930"/>
                  </a:moveTo>
                  <a:cubicBezTo>
                    <a:pt x="3247" y="930"/>
                    <a:pt x="1758" y="0"/>
                    <a:pt x="1015" y="1209"/>
                  </a:cubicBezTo>
                  <a:cubicBezTo>
                    <a:pt x="1" y="2858"/>
                    <a:pt x="2224" y="4930"/>
                    <a:pt x="3712" y="3163"/>
                  </a:cubicBezTo>
                  <a:lnTo>
                    <a:pt x="3433" y="2233"/>
                  </a:lnTo>
                  <a:cubicBezTo>
                    <a:pt x="3433" y="2233"/>
                    <a:pt x="2688" y="1861"/>
                    <a:pt x="1758" y="223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8" name="Google Shape;598;p44"/>
            <p:cNvSpPr/>
            <p:nvPr/>
          </p:nvSpPr>
          <p:spPr>
            <a:xfrm>
              <a:off x="5014000" y="2508825"/>
              <a:ext cx="97025" cy="214200"/>
            </a:xfrm>
            <a:custGeom>
              <a:avLst/>
              <a:gdLst/>
              <a:ahLst/>
              <a:cxnLst/>
              <a:rect l="l" t="t" r="r" b="b"/>
              <a:pathLst>
                <a:path w="3881" h="8568" fill="none" extrusionOk="0">
                  <a:moveTo>
                    <a:pt x="3880" y="0"/>
                  </a:moveTo>
                  <a:cubicBezTo>
                    <a:pt x="3880" y="0"/>
                    <a:pt x="0" y="263"/>
                    <a:pt x="1063" y="3450"/>
                  </a:cubicBezTo>
                  <a:cubicBezTo>
                    <a:pt x="1735" y="5470"/>
                    <a:pt x="1600" y="6009"/>
                    <a:pt x="1735" y="7220"/>
                  </a:cubicBezTo>
                  <a:lnTo>
                    <a:pt x="1870" y="8568"/>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599" name="Google Shape;599;p44"/>
            <p:cNvSpPr/>
            <p:nvPr/>
          </p:nvSpPr>
          <p:spPr>
            <a:xfrm>
              <a:off x="5080775" y="2227475"/>
              <a:ext cx="30250" cy="32600"/>
            </a:xfrm>
            <a:custGeom>
              <a:avLst/>
              <a:gdLst/>
              <a:ahLst/>
              <a:cxnLst/>
              <a:rect l="l" t="t" r="r" b="b"/>
              <a:pathLst>
                <a:path w="1210" h="1304" fill="none" extrusionOk="0">
                  <a:moveTo>
                    <a:pt x="1209" y="1303"/>
                  </a:moveTo>
                  <a:cubicBezTo>
                    <a:pt x="1209" y="1303"/>
                    <a:pt x="0" y="1303"/>
                    <a:pt x="279"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0" name="Google Shape;600;p44"/>
            <p:cNvSpPr/>
            <p:nvPr/>
          </p:nvSpPr>
          <p:spPr>
            <a:xfrm>
              <a:off x="4432050" y="1867075"/>
              <a:ext cx="567350" cy="706875"/>
            </a:xfrm>
            <a:custGeom>
              <a:avLst/>
              <a:gdLst/>
              <a:ahLst/>
              <a:cxnLst/>
              <a:rect l="l" t="t" r="r" b="b"/>
              <a:pathLst>
                <a:path w="22694" h="28275" fill="none" extrusionOk="0">
                  <a:moveTo>
                    <a:pt x="21763" y="5116"/>
                  </a:moveTo>
                  <a:cubicBezTo>
                    <a:pt x="21763" y="5116"/>
                    <a:pt x="22693" y="187"/>
                    <a:pt x="18415" y="94"/>
                  </a:cubicBezTo>
                  <a:cubicBezTo>
                    <a:pt x="14136" y="0"/>
                    <a:pt x="12184" y="2791"/>
                    <a:pt x="9207" y="3349"/>
                  </a:cubicBezTo>
                  <a:cubicBezTo>
                    <a:pt x="6997" y="3763"/>
                    <a:pt x="0" y="6884"/>
                    <a:pt x="1023" y="12929"/>
                  </a:cubicBezTo>
                  <a:cubicBezTo>
                    <a:pt x="2046" y="18974"/>
                    <a:pt x="744" y="22601"/>
                    <a:pt x="7998" y="25019"/>
                  </a:cubicBezTo>
                  <a:cubicBezTo>
                    <a:pt x="7998" y="25019"/>
                    <a:pt x="9115" y="25205"/>
                    <a:pt x="10045" y="26507"/>
                  </a:cubicBezTo>
                  <a:cubicBezTo>
                    <a:pt x="10975" y="27810"/>
                    <a:pt x="12555" y="28274"/>
                    <a:pt x="13300" y="2808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1" name="Google Shape;601;p44"/>
            <p:cNvSpPr/>
            <p:nvPr/>
          </p:nvSpPr>
          <p:spPr>
            <a:xfrm>
              <a:off x="4690700" y="2397925"/>
              <a:ext cx="91375" cy="256075"/>
            </a:xfrm>
            <a:custGeom>
              <a:avLst/>
              <a:gdLst/>
              <a:ahLst/>
              <a:cxnLst/>
              <a:rect l="l" t="t" r="r" b="b"/>
              <a:pathLst>
                <a:path w="3655" h="10243" fill="none" extrusionOk="0">
                  <a:moveTo>
                    <a:pt x="0" y="1"/>
                  </a:moveTo>
                  <a:cubicBezTo>
                    <a:pt x="0" y="1"/>
                    <a:pt x="2312" y="2787"/>
                    <a:pt x="3424" y="8818"/>
                  </a:cubicBezTo>
                  <a:cubicBezTo>
                    <a:pt x="3508" y="9274"/>
                    <a:pt x="3586" y="9749"/>
                    <a:pt x="3655" y="1024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2" name="Google Shape;602;p44"/>
            <p:cNvSpPr/>
            <p:nvPr/>
          </p:nvSpPr>
          <p:spPr>
            <a:xfrm>
              <a:off x="5115625" y="2227475"/>
              <a:ext cx="34900" cy="20950"/>
            </a:xfrm>
            <a:custGeom>
              <a:avLst/>
              <a:gdLst/>
              <a:ahLst/>
              <a:cxnLst/>
              <a:rect l="l" t="t" r="r" b="b"/>
              <a:pathLst>
                <a:path w="1396" h="838" fill="none" extrusionOk="0">
                  <a:moveTo>
                    <a:pt x="559" y="744"/>
                  </a:moveTo>
                  <a:cubicBezTo>
                    <a:pt x="559" y="744"/>
                    <a:pt x="1" y="838"/>
                    <a:pt x="280" y="465"/>
                  </a:cubicBezTo>
                  <a:cubicBezTo>
                    <a:pt x="559" y="93"/>
                    <a:pt x="1023" y="1"/>
                    <a:pt x="1395" y="93"/>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3" name="Google Shape;603;p44"/>
            <p:cNvSpPr/>
            <p:nvPr/>
          </p:nvSpPr>
          <p:spPr>
            <a:xfrm>
              <a:off x="4764500" y="2645575"/>
              <a:ext cx="282775" cy="67350"/>
            </a:xfrm>
            <a:custGeom>
              <a:avLst/>
              <a:gdLst/>
              <a:ahLst/>
              <a:cxnLst/>
              <a:rect l="l" t="t" r="r" b="b"/>
              <a:pathLst>
                <a:path w="11311" h="2694" fill="none" extrusionOk="0">
                  <a:moveTo>
                    <a:pt x="539" y="0"/>
                  </a:moveTo>
                  <a:lnTo>
                    <a:pt x="0" y="135"/>
                  </a:lnTo>
                  <a:cubicBezTo>
                    <a:pt x="5253" y="2289"/>
                    <a:pt x="11311" y="2694"/>
                    <a:pt x="11311" y="269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4" name="Google Shape;604;p44"/>
            <p:cNvSpPr/>
            <p:nvPr/>
          </p:nvSpPr>
          <p:spPr>
            <a:xfrm>
              <a:off x="4764500" y="2648925"/>
              <a:ext cx="370325" cy="208750"/>
            </a:xfrm>
            <a:custGeom>
              <a:avLst/>
              <a:gdLst/>
              <a:ahLst/>
              <a:cxnLst/>
              <a:rect l="l" t="t" r="r" b="b"/>
              <a:pathLst>
                <a:path w="14813" h="8350" fill="none" extrusionOk="0">
                  <a:moveTo>
                    <a:pt x="0" y="1"/>
                  </a:moveTo>
                  <a:lnTo>
                    <a:pt x="539" y="3232"/>
                  </a:lnTo>
                  <a:cubicBezTo>
                    <a:pt x="5118" y="5387"/>
                    <a:pt x="12658" y="8350"/>
                    <a:pt x="12658" y="8350"/>
                  </a:cubicBezTo>
                  <a:lnTo>
                    <a:pt x="11311" y="3906"/>
                  </a:lnTo>
                  <a:cubicBezTo>
                    <a:pt x="11311" y="3906"/>
                    <a:pt x="10622" y="1508"/>
                    <a:pt x="11985" y="3097"/>
                  </a:cubicBezTo>
                  <a:cubicBezTo>
                    <a:pt x="12793" y="4040"/>
                    <a:pt x="14813" y="6599"/>
                    <a:pt x="14813" y="6599"/>
                  </a:cubicBezTo>
                  <a:lnTo>
                    <a:pt x="14274" y="2425"/>
                  </a:lnTo>
                  <a:lnTo>
                    <a:pt x="11715" y="1616"/>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5" name="Google Shape;605;p44"/>
            <p:cNvSpPr/>
            <p:nvPr/>
          </p:nvSpPr>
          <p:spPr>
            <a:xfrm>
              <a:off x="5121325" y="2709525"/>
              <a:ext cx="50525" cy="84175"/>
            </a:xfrm>
            <a:custGeom>
              <a:avLst/>
              <a:gdLst/>
              <a:ahLst/>
              <a:cxnLst/>
              <a:rect l="l" t="t" r="r" b="b"/>
              <a:pathLst>
                <a:path w="2021" h="3367" fill="none" extrusionOk="0">
                  <a:moveTo>
                    <a:pt x="1" y="1"/>
                  </a:moveTo>
                  <a:lnTo>
                    <a:pt x="2021" y="3367"/>
                  </a:lnTo>
                  <a:lnTo>
                    <a:pt x="377" y="2913"/>
                  </a:lnTo>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6" name="Google Shape;606;p44"/>
            <p:cNvSpPr/>
            <p:nvPr/>
          </p:nvSpPr>
          <p:spPr>
            <a:xfrm>
              <a:off x="5392750" y="2456275"/>
              <a:ext cx="41450" cy="58425"/>
            </a:xfrm>
            <a:custGeom>
              <a:avLst/>
              <a:gdLst/>
              <a:ahLst/>
              <a:cxnLst/>
              <a:rect l="l" t="t" r="r" b="b"/>
              <a:pathLst>
                <a:path w="1658" h="2337" extrusionOk="0">
                  <a:moveTo>
                    <a:pt x="620" y="1"/>
                  </a:moveTo>
                  <a:cubicBezTo>
                    <a:pt x="351" y="1"/>
                    <a:pt x="246" y="31"/>
                    <a:pt x="246" y="31"/>
                  </a:cubicBezTo>
                  <a:cubicBezTo>
                    <a:pt x="243" y="29"/>
                    <a:pt x="239" y="28"/>
                    <a:pt x="236" y="28"/>
                  </a:cubicBezTo>
                  <a:cubicBezTo>
                    <a:pt x="115" y="28"/>
                    <a:pt x="0" y="934"/>
                    <a:pt x="0" y="934"/>
                  </a:cubicBezTo>
                  <a:lnTo>
                    <a:pt x="935" y="2336"/>
                  </a:lnTo>
                  <a:cubicBezTo>
                    <a:pt x="935" y="2336"/>
                    <a:pt x="1657" y="169"/>
                    <a:pt x="1130" y="28"/>
                  </a:cubicBezTo>
                  <a:cubicBezTo>
                    <a:pt x="917" y="8"/>
                    <a:pt x="749" y="1"/>
                    <a:pt x="620" y="1"/>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7" name="Google Shape;607;p44"/>
            <p:cNvSpPr/>
            <p:nvPr/>
          </p:nvSpPr>
          <p:spPr>
            <a:xfrm>
              <a:off x="5392750" y="2455375"/>
              <a:ext cx="41450" cy="59325"/>
            </a:xfrm>
            <a:custGeom>
              <a:avLst/>
              <a:gdLst/>
              <a:ahLst/>
              <a:cxnLst/>
              <a:rect l="l" t="t" r="r" b="b"/>
              <a:pathLst>
                <a:path w="1658" h="2373" fill="none" extrusionOk="0">
                  <a:moveTo>
                    <a:pt x="1130" y="64"/>
                  </a:moveTo>
                  <a:cubicBezTo>
                    <a:pt x="475" y="0"/>
                    <a:pt x="246" y="67"/>
                    <a:pt x="246" y="67"/>
                  </a:cubicBezTo>
                  <a:cubicBezTo>
                    <a:pt x="122" y="12"/>
                    <a:pt x="0" y="970"/>
                    <a:pt x="0" y="970"/>
                  </a:cubicBezTo>
                  <a:lnTo>
                    <a:pt x="935" y="2372"/>
                  </a:lnTo>
                  <a:cubicBezTo>
                    <a:pt x="935" y="2372"/>
                    <a:pt x="1657" y="205"/>
                    <a:pt x="1130" y="6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8" name="Google Shape;608;p44"/>
            <p:cNvSpPr/>
            <p:nvPr/>
          </p:nvSpPr>
          <p:spPr>
            <a:xfrm>
              <a:off x="5305025" y="2392150"/>
              <a:ext cx="157700" cy="199225"/>
            </a:xfrm>
            <a:custGeom>
              <a:avLst/>
              <a:gdLst/>
              <a:ahLst/>
              <a:cxnLst/>
              <a:rect l="l" t="t" r="r" b="b"/>
              <a:pathLst>
                <a:path w="6308" h="7969" extrusionOk="0">
                  <a:moveTo>
                    <a:pt x="639" y="1"/>
                  </a:moveTo>
                  <a:cubicBezTo>
                    <a:pt x="420" y="1"/>
                    <a:pt x="190" y="103"/>
                    <a:pt x="0" y="422"/>
                  </a:cubicBezTo>
                  <a:cubicBezTo>
                    <a:pt x="0" y="422"/>
                    <a:pt x="353" y="1283"/>
                    <a:pt x="583" y="2090"/>
                  </a:cubicBezTo>
                  <a:cubicBezTo>
                    <a:pt x="813" y="2896"/>
                    <a:pt x="1923" y="5358"/>
                    <a:pt x="2430" y="5861"/>
                  </a:cubicBezTo>
                  <a:cubicBezTo>
                    <a:pt x="2938" y="6363"/>
                    <a:pt x="5227" y="7782"/>
                    <a:pt x="6308" y="7968"/>
                  </a:cubicBezTo>
                  <a:lnTo>
                    <a:pt x="1394" y="342"/>
                  </a:lnTo>
                  <a:cubicBezTo>
                    <a:pt x="1394" y="342"/>
                    <a:pt x="1036" y="1"/>
                    <a:pt x="639" y="1"/>
                  </a:cubicBez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09" name="Google Shape;609;p44"/>
            <p:cNvSpPr/>
            <p:nvPr/>
          </p:nvSpPr>
          <p:spPr>
            <a:xfrm>
              <a:off x="5305025" y="2380200"/>
              <a:ext cx="157700" cy="211175"/>
            </a:xfrm>
            <a:custGeom>
              <a:avLst/>
              <a:gdLst/>
              <a:ahLst/>
              <a:cxnLst/>
              <a:rect l="l" t="t" r="r" b="b"/>
              <a:pathLst>
                <a:path w="6308" h="8447" fill="none" extrusionOk="0">
                  <a:moveTo>
                    <a:pt x="1394" y="820"/>
                  </a:moveTo>
                  <a:cubicBezTo>
                    <a:pt x="1394" y="820"/>
                    <a:pt x="536" y="1"/>
                    <a:pt x="0" y="900"/>
                  </a:cubicBezTo>
                  <a:cubicBezTo>
                    <a:pt x="0" y="900"/>
                    <a:pt x="353" y="1761"/>
                    <a:pt x="583" y="2568"/>
                  </a:cubicBezTo>
                  <a:cubicBezTo>
                    <a:pt x="813" y="3374"/>
                    <a:pt x="1923" y="5836"/>
                    <a:pt x="2430" y="6339"/>
                  </a:cubicBezTo>
                  <a:cubicBezTo>
                    <a:pt x="2938" y="6841"/>
                    <a:pt x="5227" y="8260"/>
                    <a:pt x="6308" y="844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0" name="Google Shape;610;p44"/>
            <p:cNvSpPr/>
            <p:nvPr/>
          </p:nvSpPr>
          <p:spPr>
            <a:xfrm>
              <a:off x="5338150" y="2490750"/>
              <a:ext cx="168350" cy="120550"/>
            </a:xfrm>
            <a:custGeom>
              <a:avLst/>
              <a:gdLst/>
              <a:ahLst/>
              <a:cxnLst/>
              <a:rect l="l" t="t" r="r" b="b"/>
              <a:pathLst>
                <a:path w="6734" h="4822" extrusionOk="0">
                  <a:moveTo>
                    <a:pt x="91" y="0"/>
                  </a:moveTo>
                  <a:cubicBezTo>
                    <a:pt x="0" y="564"/>
                    <a:pt x="644" y="2427"/>
                    <a:pt x="908" y="2834"/>
                  </a:cubicBezTo>
                  <a:cubicBezTo>
                    <a:pt x="1170" y="3242"/>
                    <a:pt x="1788" y="3510"/>
                    <a:pt x="3077" y="3923"/>
                  </a:cubicBezTo>
                  <a:cubicBezTo>
                    <a:pt x="4366" y="4336"/>
                    <a:pt x="5230" y="4711"/>
                    <a:pt x="5778" y="4802"/>
                  </a:cubicBezTo>
                  <a:cubicBezTo>
                    <a:pt x="5859" y="4815"/>
                    <a:pt x="5936" y="4821"/>
                    <a:pt x="6010" y="4821"/>
                  </a:cubicBezTo>
                  <a:cubicBezTo>
                    <a:pt x="6437" y="4821"/>
                    <a:pt x="6733" y="4629"/>
                    <a:pt x="6733" y="4629"/>
                  </a:cubicBezTo>
                  <a:lnTo>
                    <a:pt x="91" y="0"/>
                  </a:lnTo>
                  <a:close/>
                </a:path>
              </a:pathLst>
            </a:custGeom>
            <a:solidFill>
              <a:schemeClr val="dk2"/>
            </a:solidFill>
            <a:ln>
              <a:noFill/>
            </a:ln>
          </p:spPr>
          <p:txBody>
            <a:bodyPr spcFirstLastPara="1" wrap="square" lIns="91425" tIns="91425" rIns="91425" bIns="91425" anchor="ctr" anchorCtr="0">
              <a:noAutofit/>
            </a:bodyPr>
            <a:lstStyle/>
            <a:p>
              <a:pPr defTabSz="914378"/>
              <a:endParaRPr/>
            </a:p>
          </p:txBody>
        </p:sp>
        <p:sp>
          <p:nvSpPr>
            <p:cNvPr id="611" name="Google Shape;611;p44"/>
            <p:cNvSpPr/>
            <p:nvPr/>
          </p:nvSpPr>
          <p:spPr>
            <a:xfrm>
              <a:off x="5338150" y="2490750"/>
              <a:ext cx="168350" cy="122350"/>
            </a:xfrm>
            <a:custGeom>
              <a:avLst/>
              <a:gdLst/>
              <a:ahLst/>
              <a:cxnLst/>
              <a:rect l="l" t="t" r="r" b="b"/>
              <a:pathLst>
                <a:path w="6734" h="4894" fill="none" extrusionOk="0">
                  <a:moveTo>
                    <a:pt x="6733" y="4629"/>
                  </a:moveTo>
                  <a:cubicBezTo>
                    <a:pt x="6733" y="4629"/>
                    <a:pt x="6326" y="4893"/>
                    <a:pt x="5778" y="4802"/>
                  </a:cubicBezTo>
                  <a:cubicBezTo>
                    <a:pt x="5230" y="4711"/>
                    <a:pt x="4366" y="4336"/>
                    <a:pt x="3077" y="3923"/>
                  </a:cubicBezTo>
                  <a:cubicBezTo>
                    <a:pt x="1788" y="3510"/>
                    <a:pt x="1170" y="3242"/>
                    <a:pt x="908" y="2834"/>
                  </a:cubicBezTo>
                  <a:cubicBezTo>
                    <a:pt x="644" y="2427"/>
                    <a:pt x="0" y="564"/>
                    <a:pt x="91"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2" name="Google Shape;612;p44"/>
            <p:cNvSpPr/>
            <p:nvPr/>
          </p:nvSpPr>
          <p:spPr>
            <a:xfrm>
              <a:off x="5362525" y="2474650"/>
              <a:ext cx="47450" cy="27550"/>
            </a:xfrm>
            <a:custGeom>
              <a:avLst/>
              <a:gdLst/>
              <a:ahLst/>
              <a:cxnLst/>
              <a:rect l="l" t="t" r="r" b="b"/>
              <a:pathLst>
                <a:path w="1898" h="1102" fill="none" extrusionOk="0">
                  <a:moveTo>
                    <a:pt x="1897" y="1102"/>
                  </a:moveTo>
                  <a:cubicBezTo>
                    <a:pt x="1897" y="1102"/>
                    <a:pt x="1257" y="90"/>
                    <a:pt x="832" y="53"/>
                  </a:cubicBezTo>
                  <a:cubicBezTo>
                    <a:pt x="233" y="0"/>
                    <a:pt x="0" y="279"/>
                    <a:pt x="0" y="27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3" name="Google Shape;613;p44"/>
            <p:cNvSpPr/>
            <p:nvPr/>
          </p:nvSpPr>
          <p:spPr>
            <a:xfrm>
              <a:off x="5368950" y="2447800"/>
              <a:ext cx="18450" cy="29425"/>
            </a:xfrm>
            <a:custGeom>
              <a:avLst/>
              <a:gdLst/>
              <a:ahLst/>
              <a:cxnLst/>
              <a:rect l="l" t="t" r="r" b="b"/>
              <a:pathLst>
                <a:path w="738" h="1177" fill="none" extrusionOk="0">
                  <a:moveTo>
                    <a:pt x="737" y="1177"/>
                  </a:moveTo>
                  <a:cubicBezTo>
                    <a:pt x="737" y="1177"/>
                    <a:pt x="339" y="152"/>
                    <a:pt x="1"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4" name="Google Shape;614;p44"/>
            <p:cNvSpPr/>
            <p:nvPr/>
          </p:nvSpPr>
          <p:spPr>
            <a:xfrm>
              <a:off x="5607025" y="2355625"/>
              <a:ext cx="14225" cy="71500"/>
            </a:xfrm>
            <a:custGeom>
              <a:avLst/>
              <a:gdLst/>
              <a:ahLst/>
              <a:cxnLst/>
              <a:rect l="l" t="t" r="r" b="b"/>
              <a:pathLst>
                <a:path w="569" h="2860" fill="none" extrusionOk="0">
                  <a:moveTo>
                    <a:pt x="569" y="0"/>
                  </a:moveTo>
                  <a:cubicBezTo>
                    <a:pt x="569" y="0"/>
                    <a:pt x="0" y="771"/>
                    <a:pt x="415" y="285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5" name="Google Shape;615;p44"/>
            <p:cNvSpPr/>
            <p:nvPr/>
          </p:nvSpPr>
          <p:spPr>
            <a:xfrm>
              <a:off x="5627425" y="2344675"/>
              <a:ext cx="20125" cy="54675"/>
            </a:xfrm>
            <a:custGeom>
              <a:avLst/>
              <a:gdLst/>
              <a:ahLst/>
              <a:cxnLst/>
              <a:rect l="l" t="t" r="r" b="b"/>
              <a:pathLst>
                <a:path w="805" h="2187" fill="none" extrusionOk="0">
                  <a:moveTo>
                    <a:pt x="804" y="0"/>
                  </a:moveTo>
                  <a:cubicBezTo>
                    <a:pt x="804" y="0"/>
                    <a:pt x="1" y="683"/>
                    <a:pt x="81" y="218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6" name="Google Shape;616;p44"/>
            <p:cNvSpPr/>
            <p:nvPr/>
          </p:nvSpPr>
          <p:spPr>
            <a:xfrm>
              <a:off x="5658075" y="2274700"/>
              <a:ext cx="118375" cy="188350"/>
            </a:xfrm>
            <a:custGeom>
              <a:avLst/>
              <a:gdLst/>
              <a:ahLst/>
              <a:cxnLst/>
              <a:rect l="l" t="t" r="r" b="b"/>
              <a:pathLst>
                <a:path w="4735" h="7534" extrusionOk="0">
                  <a:moveTo>
                    <a:pt x="2928" y="0"/>
                  </a:moveTo>
                  <a:lnTo>
                    <a:pt x="1103" y="823"/>
                  </a:lnTo>
                  <a:cubicBezTo>
                    <a:pt x="1103" y="823"/>
                    <a:pt x="0" y="2272"/>
                    <a:pt x="220" y="4130"/>
                  </a:cubicBezTo>
                  <a:cubicBezTo>
                    <a:pt x="510" y="6585"/>
                    <a:pt x="3034" y="7534"/>
                    <a:pt x="3034" y="7534"/>
                  </a:cubicBezTo>
                  <a:lnTo>
                    <a:pt x="4735" y="6657"/>
                  </a:lnTo>
                  <a:cubicBezTo>
                    <a:pt x="4735" y="6657"/>
                    <a:pt x="2459" y="5815"/>
                    <a:pt x="2007" y="4151"/>
                  </a:cubicBezTo>
                  <a:cubicBezTo>
                    <a:pt x="1468" y="2168"/>
                    <a:pt x="2928" y="1"/>
                    <a:pt x="2928"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7" name="Google Shape;617;p44"/>
            <p:cNvSpPr/>
            <p:nvPr/>
          </p:nvSpPr>
          <p:spPr>
            <a:xfrm>
              <a:off x="5692475" y="2197650"/>
              <a:ext cx="145925" cy="252875"/>
            </a:xfrm>
            <a:custGeom>
              <a:avLst/>
              <a:gdLst/>
              <a:ahLst/>
              <a:cxnLst/>
              <a:rect l="l" t="t" r="r" b="b"/>
              <a:pathLst>
                <a:path w="5837" h="10115" extrusionOk="0">
                  <a:moveTo>
                    <a:pt x="5836" y="0"/>
                  </a:moveTo>
                  <a:lnTo>
                    <a:pt x="1450" y="2437"/>
                  </a:lnTo>
                  <a:cubicBezTo>
                    <a:pt x="1450" y="2437"/>
                    <a:pt x="0" y="4284"/>
                    <a:pt x="531" y="6687"/>
                  </a:cubicBezTo>
                  <a:cubicBezTo>
                    <a:pt x="1207" y="9748"/>
                    <a:pt x="4224" y="10114"/>
                    <a:pt x="4224" y="10114"/>
                  </a:cubicBezTo>
                  <a:lnTo>
                    <a:pt x="5836" y="9261"/>
                  </a:lnTo>
                  <a:lnTo>
                    <a:pt x="5836"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8" name="Google Shape;618;p44"/>
            <p:cNvSpPr/>
            <p:nvPr/>
          </p:nvSpPr>
          <p:spPr>
            <a:xfrm>
              <a:off x="5692475" y="2197650"/>
              <a:ext cx="145925" cy="252875"/>
            </a:xfrm>
            <a:custGeom>
              <a:avLst/>
              <a:gdLst/>
              <a:ahLst/>
              <a:cxnLst/>
              <a:rect l="l" t="t" r="r" b="b"/>
              <a:pathLst>
                <a:path w="5837" h="10115" fill="none" extrusionOk="0">
                  <a:moveTo>
                    <a:pt x="5836" y="0"/>
                  </a:moveTo>
                  <a:lnTo>
                    <a:pt x="1450" y="2437"/>
                  </a:lnTo>
                  <a:cubicBezTo>
                    <a:pt x="1450" y="2437"/>
                    <a:pt x="0" y="4284"/>
                    <a:pt x="531" y="6687"/>
                  </a:cubicBezTo>
                  <a:cubicBezTo>
                    <a:pt x="1207" y="9748"/>
                    <a:pt x="4224" y="10114"/>
                    <a:pt x="4224" y="10114"/>
                  </a:cubicBezTo>
                  <a:lnTo>
                    <a:pt x="5836" y="9261"/>
                  </a:lnTo>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19" name="Google Shape;619;p44"/>
            <p:cNvSpPr/>
            <p:nvPr/>
          </p:nvSpPr>
          <p:spPr>
            <a:xfrm>
              <a:off x="5393250" y="2400475"/>
              <a:ext cx="19650" cy="35775"/>
            </a:xfrm>
            <a:custGeom>
              <a:avLst/>
              <a:gdLst/>
              <a:ahLst/>
              <a:cxnLst/>
              <a:rect l="l" t="t" r="r" b="b"/>
              <a:pathLst>
                <a:path w="786" h="1431" fill="none" extrusionOk="0">
                  <a:moveTo>
                    <a:pt x="785" y="1"/>
                  </a:moveTo>
                  <a:cubicBezTo>
                    <a:pt x="785" y="1"/>
                    <a:pt x="305" y="388"/>
                    <a:pt x="0" y="143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0" name="Google Shape;620;p44"/>
            <p:cNvSpPr/>
            <p:nvPr/>
          </p:nvSpPr>
          <p:spPr>
            <a:xfrm>
              <a:off x="5382225" y="2401700"/>
              <a:ext cx="18075" cy="26100"/>
            </a:xfrm>
            <a:custGeom>
              <a:avLst/>
              <a:gdLst/>
              <a:ahLst/>
              <a:cxnLst/>
              <a:rect l="l" t="t" r="r" b="b"/>
              <a:pathLst>
                <a:path w="723" h="1044" fill="none" extrusionOk="0">
                  <a:moveTo>
                    <a:pt x="723" y="0"/>
                  </a:moveTo>
                  <a:cubicBezTo>
                    <a:pt x="723" y="0"/>
                    <a:pt x="199" y="248"/>
                    <a:pt x="1" y="104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1" name="Google Shape;621;p44"/>
            <p:cNvSpPr/>
            <p:nvPr/>
          </p:nvSpPr>
          <p:spPr>
            <a:xfrm>
              <a:off x="5167250" y="2268075"/>
              <a:ext cx="166575" cy="150950"/>
            </a:xfrm>
            <a:custGeom>
              <a:avLst/>
              <a:gdLst/>
              <a:ahLst/>
              <a:cxnLst/>
              <a:rect l="l" t="t" r="r" b="b"/>
              <a:pathLst>
                <a:path w="6663" h="6038" extrusionOk="0">
                  <a:moveTo>
                    <a:pt x="189" y="1"/>
                  </a:moveTo>
                  <a:lnTo>
                    <a:pt x="0" y="159"/>
                  </a:lnTo>
                  <a:lnTo>
                    <a:pt x="6663" y="6038"/>
                  </a:lnTo>
                  <a:lnTo>
                    <a:pt x="6663" y="6038"/>
                  </a:lnTo>
                  <a:lnTo>
                    <a:pt x="6570" y="5653"/>
                  </a:lnTo>
                  <a:lnTo>
                    <a:pt x="189" y="1"/>
                  </a:lnTo>
                  <a:close/>
                </a:path>
              </a:pathLst>
            </a:custGeom>
            <a:solidFill>
              <a:schemeClr val="accen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2" name="Google Shape;622;p44"/>
            <p:cNvSpPr/>
            <p:nvPr/>
          </p:nvSpPr>
          <p:spPr>
            <a:xfrm>
              <a:off x="5135225" y="2238250"/>
              <a:ext cx="36950" cy="33800"/>
            </a:xfrm>
            <a:custGeom>
              <a:avLst/>
              <a:gdLst/>
              <a:ahLst/>
              <a:cxnLst/>
              <a:rect l="l" t="t" r="r" b="b"/>
              <a:pathLst>
                <a:path w="1478" h="1352" extrusionOk="0">
                  <a:moveTo>
                    <a:pt x="325" y="1"/>
                  </a:moveTo>
                  <a:cubicBezTo>
                    <a:pt x="113" y="1"/>
                    <a:pt x="1" y="180"/>
                    <a:pt x="84" y="392"/>
                  </a:cubicBezTo>
                  <a:cubicBezTo>
                    <a:pt x="293" y="923"/>
                    <a:pt x="1281" y="1352"/>
                    <a:pt x="1281" y="1352"/>
                  </a:cubicBezTo>
                  <a:lnTo>
                    <a:pt x="1478" y="1171"/>
                  </a:lnTo>
                  <a:cubicBezTo>
                    <a:pt x="1331" y="904"/>
                    <a:pt x="1106" y="535"/>
                    <a:pt x="862" y="290"/>
                  </a:cubicBezTo>
                  <a:cubicBezTo>
                    <a:pt x="657" y="82"/>
                    <a:pt x="468" y="1"/>
                    <a:pt x="325"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3" name="Google Shape;623;p44"/>
            <p:cNvSpPr/>
            <p:nvPr/>
          </p:nvSpPr>
          <p:spPr>
            <a:xfrm>
              <a:off x="5390300" y="2489700"/>
              <a:ext cx="107975" cy="96850"/>
            </a:xfrm>
            <a:custGeom>
              <a:avLst/>
              <a:gdLst/>
              <a:ahLst/>
              <a:cxnLst/>
              <a:rect l="l" t="t" r="r" b="b"/>
              <a:pathLst>
                <a:path w="4319" h="3874" extrusionOk="0">
                  <a:moveTo>
                    <a:pt x="2613" y="1"/>
                  </a:moveTo>
                  <a:lnTo>
                    <a:pt x="1024" y="320"/>
                  </a:lnTo>
                  <a:lnTo>
                    <a:pt x="0" y="1613"/>
                  </a:lnTo>
                  <a:lnTo>
                    <a:pt x="2613" y="3874"/>
                  </a:lnTo>
                  <a:lnTo>
                    <a:pt x="4319" y="2539"/>
                  </a:lnTo>
                  <a:lnTo>
                    <a:pt x="2613" y="1"/>
                  </a:lnTo>
                  <a:close/>
                </a:path>
              </a:pathLst>
            </a:custGeom>
            <a:solidFill>
              <a:schemeClr val="dk2"/>
            </a:solidFill>
            <a:ln>
              <a:noFill/>
            </a:ln>
          </p:spPr>
          <p:txBody>
            <a:bodyPr spcFirstLastPara="1" wrap="square" lIns="91425" tIns="91425" rIns="91425" bIns="91425" anchor="ctr" anchorCtr="0">
              <a:noAutofit/>
            </a:bodyPr>
            <a:lstStyle/>
            <a:p>
              <a:pPr defTabSz="914378"/>
              <a:endParaRPr/>
            </a:p>
          </p:txBody>
        </p:sp>
        <p:sp>
          <p:nvSpPr>
            <p:cNvPr id="624" name="Google Shape;624;p44"/>
            <p:cNvSpPr/>
            <p:nvPr/>
          </p:nvSpPr>
          <p:spPr>
            <a:xfrm>
              <a:off x="5424675" y="2489150"/>
              <a:ext cx="17625" cy="26800"/>
            </a:xfrm>
            <a:custGeom>
              <a:avLst/>
              <a:gdLst/>
              <a:ahLst/>
              <a:cxnLst/>
              <a:rect l="l" t="t" r="r" b="b"/>
              <a:pathLst>
                <a:path w="705" h="1072" fill="none" extrusionOk="0">
                  <a:moveTo>
                    <a:pt x="1" y="1071"/>
                  </a:moveTo>
                  <a:cubicBezTo>
                    <a:pt x="1" y="1071"/>
                    <a:pt x="93" y="267"/>
                    <a:pt x="704" y="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5" name="Google Shape;625;p44"/>
            <p:cNvSpPr/>
            <p:nvPr/>
          </p:nvSpPr>
          <p:spPr>
            <a:xfrm>
              <a:off x="5326125" y="2323075"/>
              <a:ext cx="390625" cy="287575"/>
            </a:xfrm>
            <a:custGeom>
              <a:avLst/>
              <a:gdLst/>
              <a:ahLst/>
              <a:cxnLst/>
              <a:rect l="l" t="t" r="r" b="b"/>
              <a:pathLst>
                <a:path w="15625" h="11503" extrusionOk="0">
                  <a:moveTo>
                    <a:pt x="13898" y="0"/>
                  </a:moveTo>
                  <a:lnTo>
                    <a:pt x="13898" y="0"/>
                  </a:lnTo>
                  <a:cubicBezTo>
                    <a:pt x="13897" y="0"/>
                    <a:pt x="12761" y="1267"/>
                    <a:pt x="11558" y="1332"/>
                  </a:cubicBezTo>
                  <a:cubicBezTo>
                    <a:pt x="11483" y="1336"/>
                    <a:pt x="11406" y="1338"/>
                    <a:pt x="11327" y="1338"/>
                  </a:cubicBezTo>
                  <a:cubicBezTo>
                    <a:pt x="10854" y="1338"/>
                    <a:pt x="10312" y="1275"/>
                    <a:pt x="9665" y="1275"/>
                  </a:cubicBezTo>
                  <a:cubicBezTo>
                    <a:pt x="8696" y="1275"/>
                    <a:pt x="7493" y="1416"/>
                    <a:pt x="5932" y="2119"/>
                  </a:cubicBezTo>
                  <a:cubicBezTo>
                    <a:pt x="4662" y="2692"/>
                    <a:pt x="3941" y="3147"/>
                    <a:pt x="2875" y="3147"/>
                  </a:cubicBezTo>
                  <a:cubicBezTo>
                    <a:pt x="2410" y="3147"/>
                    <a:pt x="1879" y="3060"/>
                    <a:pt x="1208" y="2858"/>
                  </a:cubicBezTo>
                  <a:cubicBezTo>
                    <a:pt x="1208" y="2858"/>
                    <a:pt x="1139" y="2843"/>
                    <a:pt x="1037" y="2843"/>
                  </a:cubicBezTo>
                  <a:cubicBezTo>
                    <a:pt x="820" y="2843"/>
                    <a:pt x="451" y="2910"/>
                    <a:pt x="269" y="3331"/>
                  </a:cubicBezTo>
                  <a:cubicBezTo>
                    <a:pt x="0" y="3947"/>
                    <a:pt x="1144" y="5031"/>
                    <a:pt x="2787" y="5304"/>
                  </a:cubicBezTo>
                  <a:cubicBezTo>
                    <a:pt x="3068" y="5351"/>
                    <a:pt x="3305" y="5370"/>
                    <a:pt x="3508" y="5370"/>
                  </a:cubicBezTo>
                  <a:cubicBezTo>
                    <a:pt x="4415" y="5370"/>
                    <a:pt x="4636" y="4988"/>
                    <a:pt x="5021" y="4988"/>
                  </a:cubicBezTo>
                  <a:cubicBezTo>
                    <a:pt x="5054" y="4988"/>
                    <a:pt x="5087" y="4991"/>
                    <a:pt x="5122" y="4997"/>
                  </a:cubicBezTo>
                  <a:cubicBezTo>
                    <a:pt x="5671" y="5088"/>
                    <a:pt x="5118" y="6023"/>
                    <a:pt x="4780" y="6464"/>
                  </a:cubicBezTo>
                  <a:cubicBezTo>
                    <a:pt x="4442" y="6903"/>
                    <a:pt x="4528" y="7381"/>
                    <a:pt x="4667" y="7735"/>
                  </a:cubicBezTo>
                  <a:lnTo>
                    <a:pt x="5858" y="11412"/>
                  </a:lnTo>
                  <a:cubicBezTo>
                    <a:pt x="5858" y="11412"/>
                    <a:pt x="6104" y="11502"/>
                    <a:pt x="6482" y="11502"/>
                  </a:cubicBezTo>
                  <a:cubicBezTo>
                    <a:pt x="6920" y="11502"/>
                    <a:pt x="7536" y="11382"/>
                    <a:pt x="8154" y="10864"/>
                  </a:cubicBezTo>
                  <a:cubicBezTo>
                    <a:pt x="9307" y="9897"/>
                    <a:pt x="12201" y="7630"/>
                    <a:pt x="13301" y="6786"/>
                  </a:cubicBezTo>
                  <a:cubicBezTo>
                    <a:pt x="14401" y="5942"/>
                    <a:pt x="15624" y="5153"/>
                    <a:pt x="15624" y="5153"/>
                  </a:cubicBezTo>
                  <a:cubicBezTo>
                    <a:pt x="15624" y="5153"/>
                    <a:pt x="12344" y="3581"/>
                    <a:pt x="13898" y="0"/>
                  </a:cubicBezTo>
                  <a:close/>
                </a:path>
              </a:pathLst>
            </a:custGeom>
            <a:solidFill>
              <a:schemeClr val="dk2"/>
            </a:solidFill>
            <a:ln>
              <a:noFill/>
            </a:ln>
          </p:spPr>
          <p:txBody>
            <a:bodyPr spcFirstLastPara="1" wrap="square" lIns="91425" tIns="91425" rIns="91425" bIns="91425" anchor="ctr" anchorCtr="0">
              <a:noAutofit/>
            </a:bodyPr>
            <a:lstStyle/>
            <a:p>
              <a:pPr defTabSz="914378"/>
              <a:endParaRPr/>
            </a:p>
          </p:txBody>
        </p:sp>
        <p:sp>
          <p:nvSpPr>
            <p:cNvPr id="626" name="Google Shape;626;p44"/>
            <p:cNvSpPr/>
            <p:nvPr/>
          </p:nvSpPr>
          <p:spPr>
            <a:xfrm>
              <a:off x="5326125" y="2323075"/>
              <a:ext cx="390625" cy="295775"/>
            </a:xfrm>
            <a:custGeom>
              <a:avLst/>
              <a:gdLst/>
              <a:ahLst/>
              <a:cxnLst/>
              <a:rect l="l" t="t" r="r" b="b"/>
              <a:pathLst>
                <a:path w="15625" h="11831" fill="none" extrusionOk="0">
                  <a:moveTo>
                    <a:pt x="5858" y="11412"/>
                  </a:moveTo>
                  <a:cubicBezTo>
                    <a:pt x="5858" y="11412"/>
                    <a:pt x="7000" y="11831"/>
                    <a:pt x="8154" y="10864"/>
                  </a:cubicBezTo>
                  <a:cubicBezTo>
                    <a:pt x="9307" y="9897"/>
                    <a:pt x="12201" y="7630"/>
                    <a:pt x="13301" y="6786"/>
                  </a:cubicBezTo>
                  <a:cubicBezTo>
                    <a:pt x="14401" y="5942"/>
                    <a:pt x="15624" y="5153"/>
                    <a:pt x="15624" y="5153"/>
                  </a:cubicBezTo>
                  <a:cubicBezTo>
                    <a:pt x="15624" y="5153"/>
                    <a:pt x="12344" y="3581"/>
                    <a:pt x="13898" y="0"/>
                  </a:cubicBezTo>
                  <a:cubicBezTo>
                    <a:pt x="13898" y="0"/>
                    <a:pt x="12761" y="1267"/>
                    <a:pt x="11558" y="1332"/>
                  </a:cubicBezTo>
                  <a:cubicBezTo>
                    <a:pt x="10356" y="1397"/>
                    <a:pt x="8709" y="868"/>
                    <a:pt x="5932" y="2119"/>
                  </a:cubicBezTo>
                  <a:cubicBezTo>
                    <a:pt x="4107" y="2942"/>
                    <a:pt x="3415" y="3522"/>
                    <a:pt x="1208" y="2858"/>
                  </a:cubicBezTo>
                  <a:cubicBezTo>
                    <a:pt x="1208" y="2858"/>
                    <a:pt x="537" y="2712"/>
                    <a:pt x="269" y="3331"/>
                  </a:cubicBezTo>
                  <a:cubicBezTo>
                    <a:pt x="0" y="3947"/>
                    <a:pt x="1144" y="5031"/>
                    <a:pt x="2787" y="5304"/>
                  </a:cubicBezTo>
                  <a:cubicBezTo>
                    <a:pt x="4430" y="5577"/>
                    <a:pt x="4575" y="4906"/>
                    <a:pt x="5122" y="4997"/>
                  </a:cubicBezTo>
                  <a:cubicBezTo>
                    <a:pt x="5671" y="5088"/>
                    <a:pt x="5118" y="6023"/>
                    <a:pt x="4780" y="6464"/>
                  </a:cubicBezTo>
                  <a:cubicBezTo>
                    <a:pt x="4442" y="6903"/>
                    <a:pt x="4528" y="7381"/>
                    <a:pt x="4667" y="7735"/>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7" name="Google Shape;627;p44"/>
            <p:cNvSpPr/>
            <p:nvPr/>
          </p:nvSpPr>
          <p:spPr>
            <a:xfrm>
              <a:off x="5393275" y="2490500"/>
              <a:ext cx="41825" cy="30175"/>
            </a:xfrm>
            <a:custGeom>
              <a:avLst/>
              <a:gdLst/>
              <a:ahLst/>
              <a:cxnLst/>
              <a:rect l="l" t="t" r="r" b="b"/>
              <a:pathLst>
                <a:path w="1673" h="1207" fill="none" extrusionOk="0">
                  <a:moveTo>
                    <a:pt x="1673" y="141"/>
                  </a:moveTo>
                  <a:cubicBezTo>
                    <a:pt x="740" y="1"/>
                    <a:pt x="1" y="1206"/>
                    <a:pt x="1" y="1206"/>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28" name="Google Shape;628;p44"/>
            <p:cNvSpPr/>
            <p:nvPr/>
          </p:nvSpPr>
          <p:spPr>
            <a:xfrm>
              <a:off x="5057375" y="2783575"/>
              <a:ext cx="77450" cy="30350"/>
            </a:xfrm>
            <a:custGeom>
              <a:avLst/>
              <a:gdLst/>
              <a:ahLst/>
              <a:cxnLst/>
              <a:rect l="l" t="t" r="r" b="b"/>
              <a:pathLst>
                <a:path w="3098" h="1214" fill="none" extrusionOk="0">
                  <a:moveTo>
                    <a:pt x="3098" y="1213"/>
                  </a:moveTo>
                  <a:lnTo>
                    <a:pt x="0" y="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grpSp>
      <p:grpSp>
        <p:nvGrpSpPr>
          <p:cNvPr id="629" name="Google Shape;629;p44"/>
          <p:cNvGrpSpPr/>
          <p:nvPr/>
        </p:nvGrpSpPr>
        <p:grpSpPr>
          <a:xfrm>
            <a:off x="7180530" y="1362435"/>
            <a:ext cx="880927" cy="880985"/>
            <a:chOff x="1322675" y="613125"/>
            <a:chExt cx="570475" cy="570475"/>
          </a:xfrm>
        </p:grpSpPr>
        <p:sp>
          <p:nvSpPr>
            <p:cNvPr id="630" name="Google Shape;630;p44"/>
            <p:cNvSpPr/>
            <p:nvPr/>
          </p:nvSpPr>
          <p:spPr>
            <a:xfrm>
              <a:off x="1322675" y="613125"/>
              <a:ext cx="570475" cy="570475"/>
            </a:xfrm>
            <a:custGeom>
              <a:avLst/>
              <a:gdLst/>
              <a:ahLst/>
              <a:cxnLst/>
              <a:rect l="l" t="t" r="r" b="b"/>
              <a:pathLst>
                <a:path w="22819" h="22819" extrusionOk="0">
                  <a:moveTo>
                    <a:pt x="11410" y="0"/>
                  </a:moveTo>
                  <a:cubicBezTo>
                    <a:pt x="8383" y="0"/>
                    <a:pt x="5482" y="1202"/>
                    <a:pt x="3342" y="3341"/>
                  </a:cubicBezTo>
                  <a:cubicBezTo>
                    <a:pt x="1202" y="5482"/>
                    <a:pt x="0" y="8383"/>
                    <a:pt x="0" y="11409"/>
                  </a:cubicBezTo>
                  <a:cubicBezTo>
                    <a:pt x="0" y="14434"/>
                    <a:pt x="1202" y="17337"/>
                    <a:pt x="3342" y="19476"/>
                  </a:cubicBezTo>
                  <a:cubicBezTo>
                    <a:pt x="5482" y="21615"/>
                    <a:pt x="8383" y="22818"/>
                    <a:pt x="11410" y="22818"/>
                  </a:cubicBezTo>
                  <a:cubicBezTo>
                    <a:pt x="14435" y="22818"/>
                    <a:pt x="17337" y="21615"/>
                    <a:pt x="19477" y="19476"/>
                  </a:cubicBezTo>
                  <a:cubicBezTo>
                    <a:pt x="21616" y="17337"/>
                    <a:pt x="22818" y="14434"/>
                    <a:pt x="22818" y="11409"/>
                  </a:cubicBezTo>
                  <a:cubicBezTo>
                    <a:pt x="22818" y="8383"/>
                    <a:pt x="21616" y="5482"/>
                    <a:pt x="19477" y="3341"/>
                  </a:cubicBezTo>
                  <a:cubicBezTo>
                    <a:pt x="17337" y="1202"/>
                    <a:pt x="14435" y="0"/>
                    <a:pt x="11410" y="0"/>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1" name="Google Shape;631;p44"/>
            <p:cNvSpPr/>
            <p:nvPr/>
          </p:nvSpPr>
          <p:spPr>
            <a:xfrm>
              <a:off x="1488575" y="789625"/>
              <a:ext cx="228050" cy="217425"/>
            </a:xfrm>
            <a:custGeom>
              <a:avLst/>
              <a:gdLst/>
              <a:ahLst/>
              <a:cxnLst/>
              <a:rect l="l" t="t" r="r" b="b"/>
              <a:pathLst>
                <a:path w="9122" h="8697" extrusionOk="0">
                  <a:moveTo>
                    <a:pt x="4773" y="1"/>
                  </a:moveTo>
                  <a:cubicBezTo>
                    <a:pt x="3660" y="1"/>
                    <a:pt x="2548" y="426"/>
                    <a:pt x="1699" y="1275"/>
                  </a:cubicBezTo>
                  <a:cubicBezTo>
                    <a:pt x="0" y="2972"/>
                    <a:pt x="0" y="5726"/>
                    <a:pt x="1699" y="7424"/>
                  </a:cubicBezTo>
                  <a:cubicBezTo>
                    <a:pt x="2514" y="8239"/>
                    <a:pt x="3620" y="8697"/>
                    <a:pt x="4774" y="8697"/>
                  </a:cubicBezTo>
                  <a:cubicBezTo>
                    <a:pt x="5926" y="8697"/>
                    <a:pt x="7032" y="8239"/>
                    <a:pt x="7848" y="7424"/>
                  </a:cubicBezTo>
                  <a:cubicBezTo>
                    <a:pt x="8663" y="6608"/>
                    <a:pt x="9122" y="5502"/>
                    <a:pt x="9122" y="4349"/>
                  </a:cubicBezTo>
                  <a:cubicBezTo>
                    <a:pt x="9122" y="3195"/>
                    <a:pt x="8663" y="2090"/>
                    <a:pt x="7848" y="1275"/>
                  </a:cubicBezTo>
                  <a:cubicBezTo>
                    <a:pt x="6999" y="426"/>
                    <a:pt x="5886" y="1"/>
                    <a:pt x="4773" y="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2" name="Google Shape;632;p44"/>
            <p:cNvSpPr/>
            <p:nvPr/>
          </p:nvSpPr>
          <p:spPr>
            <a:xfrm>
              <a:off x="1595125" y="655150"/>
              <a:ext cx="25575" cy="25575"/>
            </a:xfrm>
            <a:custGeom>
              <a:avLst/>
              <a:gdLst/>
              <a:ahLst/>
              <a:cxnLst/>
              <a:rect l="l" t="t" r="r" b="b"/>
              <a:pathLst>
                <a:path w="1023" h="1023" extrusionOk="0">
                  <a:moveTo>
                    <a:pt x="1022" y="512"/>
                  </a:moveTo>
                  <a:cubicBezTo>
                    <a:pt x="1022" y="794"/>
                    <a:pt x="793" y="1022"/>
                    <a:pt x="512" y="1022"/>
                  </a:cubicBezTo>
                  <a:cubicBezTo>
                    <a:pt x="229" y="1022"/>
                    <a:pt x="0" y="794"/>
                    <a:pt x="0" y="512"/>
                  </a:cubicBezTo>
                  <a:cubicBezTo>
                    <a:pt x="0" y="229"/>
                    <a:pt x="229" y="1"/>
                    <a:pt x="512" y="1"/>
                  </a:cubicBezTo>
                  <a:cubicBezTo>
                    <a:pt x="793" y="1"/>
                    <a:pt x="1022" y="229"/>
                    <a:pt x="1022" y="512"/>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3" name="Google Shape;633;p44"/>
            <p:cNvSpPr/>
            <p:nvPr/>
          </p:nvSpPr>
          <p:spPr>
            <a:xfrm>
              <a:off x="1595125" y="1115975"/>
              <a:ext cx="25575" cy="25575"/>
            </a:xfrm>
            <a:custGeom>
              <a:avLst/>
              <a:gdLst/>
              <a:ahLst/>
              <a:cxnLst/>
              <a:rect l="l" t="t" r="r" b="b"/>
              <a:pathLst>
                <a:path w="1023" h="1023" extrusionOk="0">
                  <a:moveTo>
                    <a:pt x="1022" y="511"/>
                  </a:moveTo>
                  <a:cubicBezTo>
                    <a:pt x="1022" y="793"/>
                    <a:pt x="793" y="1023"/>
                    <a:pt x="512" y="1023"/>
                  </a:cubicBezTo>
                  <a:cubicBezTo>
                    <a:pt x="229" y="1023"/>
                    <a:pt x="0" y="793"/>
                    <a:pt x="0" y="511"/>
                  </a:cubicBezTo>
                  <a:cubicBezTo>
                    <a:pt x="0" y="230"/>
                    <a:pt x="229" y="0"/>
                    <a:pt x="512" y="0"/>
                  </a:cubicBezTo>
                  <a:cubicBezTo>
                    <a:pt x="793" y="0"/>
                    <a:pt x="1022" y="230"/>
                    <a:pt x="1022"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4" name="Google Shape;634;p44"/>
            <p:cNvSpPr/>
            <p:nvPr/>
          </p:nvSpPr>
          <p:spPr>
            <a:xfrm>
              <a:off x="1831050" y="871850"/>
              <a:ext cx="25575" cy="25600"/>
            </a:xfrm>
            <a:custGeom>
              <a:avLst/>
              <a:gdLst/>
              <a:ahLst/>
              <a:cxnLst/>
              <a:rect l="l" t="t" r="r" b="b"/>
              <a:pathLst>
                <a:path w="1023" h="1024" extrusionOk="0">
                  <a:moveTo>
                    <a:pt x="1022" y="511"/>
                  </a:moveTo>
                  <a:cubicBezTo>
                    <a:pt x="1022" y="794"/>
                    <a:pt x="793" y="1023"/>
                    <a:pt x="511" y="1023"/>
                  </a:cubicBezTo>
                  <a:cubicBezTo>
                    <a:pt x="229" y="1023"/>
                    <a:pt x="0" y="794"/>
                    <a:pt x="0" y="511"/>
                  </a:cubicBezTo>
                  <a:cubicBezTo>
                    <a:pt x="0" y="230"/>
                    <a:pt x="229" y="1"/>
                    <a:pt x="511" y="1"/>
                  </a:cubicBezTo>
                  <a:cubicBezTo>
                    <a:pt x="793" y="1"/>
                    <a:pt x="1022" y="230"/>
                    <a:pt x="1022"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5" name="Google Shape;635;p44"/>
            <p:cNvSpPr/>
            <p:nvPr/>
          </p:nvSpPr>
          <p:spPr>
            <a:xfrm>
              <a:off x="1374325" y="884625"/>
              <a:ext cx="25575" cy="25575"/>
            </a:xfrm>
            <a:custGeom>
              <a:avLst/>
              <a:gdLst/>
              <a:ahLst/>
              <a:cxnLst/>
              <a:rect l="l" t="t" r="r" b="b"/>
              <a:pathLst>
                <a:path w="1023" h="1023" extrusionOk="0">
                  <a:moveTo>
                    <a:pt x="1022" y="512"/>
                  </a:moveTo>
                  <a:cubicBezTo>
                    <a:pt x="1022" y="793"/>
                    <a:pt x="793" y="1023"/>
                    <a:pt x="511" y="1023"/>
                  </a:cubicBezTo>
                  <a:cubicBezTo>
                    <a:pt x="229" y="1023"/>
                    <a:pt x="0" y="793"/>
                    <a:pt x="0" y="512"/>
                  </a:cubicBezTo>
                  <a:cubicBezTo>
                    <a:pt x="0" y="230"/>
                    <a:pt x="229" y="0"/>
                    <a:pt x="511" y="0"/>
                  </a:cubicBezTo>
                  <a:cubicBezTo>
                    <a:pt x="793" y="0"/>
                    <a:pt x="1022" y="230"/>
                    <a:pt x="1022" y="512"/>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6" name="Google Shape;636;p44"/>
            <p:cNvSpPr/>
            <p:nvPr/>
          </p:nvSpPr>
          <p:spPr>
            <a:xfrm>
              <a:off x="1760775" y="1056900"/>
              <a:ext cx="25600" cy="25600"/>
            </a:xfrm>
            <a:custGeom>
              <a:avLst/>
              <a:gdLst/>
              <a:ahLst/>
              <a:cxnLst/>
              <a:rect l="l" t="t" r="r" b="b"/>
              <a:pathLst>
                <a:path w="1024" h="1024" extrusionOk="0">
                  <a:moveTo>
                    <a:pt x="1023" y="513"/>
                  </a:moveTo>
                  <a:cubicBezTo>
                    <a:pt x="1023" y="795"/>
                    <a:pt x="794" y="1023"/>
                    <a:pt x="511" y="1023"/>
                  </a:cubicBezTo>
                  <a:cubicBezTo>
                    <a:pt x="229" y="1023"/>
                    <a:pt x="1" y="795"/>
                    <a:pt x="1" y="513"/>
                  </a:cubicBezTo>
                  <a:cubicBezTo>
                    <a:pt x="1" y="230"/>
                    <a:pt x="229" y="1"/>
                    <a:pt x="511" y="1"/>
                  </a:cubicBezTo>
                  <a:cubicBezTo>
                    <a:pt x="794" y="1"/>
                    <a:pt x="1023" y="230"/>
                    <a:pt x="1023" y="513"/>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7" name="Google Shape;637;p44"/>
            <p:cNvSpPr/>
            <p:nvPr/>
          </p:nvSpPr>
          <p:spPr>
            <a:xfrm>
              <a:off x="1441375" y="1056900"/>
              <a:ext cx="25600" cy="25600"/>
            </a:xfrm>
            <a:custGeom>
              <a:avLst/>
              <a:gdLst/>
              <a:ahLst/>
              <a:cxnLst/>
              <a:rect l="l" t="t" r="r" b="b"/>
              <a:pathLst>
                <a:path w="1024" h="1024" extrusionOk="0">
                  <a:moveTo>
                    <a:pt x="1023" y="513"/>
                  </a:moveTo>
                  <a:cubicBezTo>
                    <a:pt x="1023" y="795"/>
                    <a:pt x="794" y="1023"/>
                    <a:pt x="511" y="1023"/>
                  </a:cubicBezTo>
                  <a:cubicBezTo>
                    <a:pt x="230" y="1023"/>
                    <a:pt x="1" y="795"/>
                    <a:pt x="1" y="513"/>
                  </a:cubicBezTo>
                  <a:cubicBezTo>
                    <a:pt x="1" y="230"/>
                    <a:pt x="230" y="1"/>
                    <a:pt x="511" y="1"/>
                  </a:cubicBezTo>
                  <a:cubicBezTo>
                    <a:pt x="794" y="1"/>
                    <a:pt x="1023" y="230"/>
                    <a:pt x="1023" y="513"/>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8" name="Google Shape;638;p44"/>
            <p:cNvSpPr/>
            <p:nvPr/>
          </p:nvSpPr>
          <p:spPr>
            <a:xfrm>
              <a:off x="1760775" y="732750"/>
              <a:ext cx="25600" cy="25575"/>
            </a:xfrm>
            <a:custGeom>
              <a:avLst/>
              <a:gdLst/>
              <a:ahLst/>
              <a:cxnLst/>
              <a:rect l="l" t="t" r="r" b="b"/>
              <a:pathLst>
                <a:path w="1024" h="1023" extrusionOk="0">
                  <a:moveTo>
                    <a:pt x="1023" y="511"/>
                  </a:moveTo>
                  <a:cubicBezTo>
                    <a:pt x="1023" y="794"/>
                    <a:pt x="794" y="1023"/>
                    <a:pt x="511" y="1023"/>
                  </a:cubicBezTo>
                  <a:cubicBezTo>
                    <a:pt x="229" y="1023"/>
                    <a:pt x="1" y="794"/>
                    <a:pt x="1" y="511"/>
                  </a:cubicBezTo>
                  <a:cubicBezTo>
                    <a:pt x="1" y="230"/>
                    <a:pt x="229" y="1"/>
                    <a:pt x="511" y="1"/>
                  </a:cubicBezTo>
                  <a:cubicBezTo>
                    <a:pt x="794" y="1"/>
                    <a:pt x="1023" y="230"/>
                    <a:pt x="1023"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39" name="Google Shape;639;p44"/>
            <p:cNvSpPr/>
            <p:nvPr/>
          </p:nvSpPr>
          <p:spPr>
            <a:xfrm>
              <a:off x="1428625" y="732750"/>
              <a:ext cx="25550" cy="25575"/>
            </a:xfrm>
            <a:custGeom>
              <a:avLst/>
              <a:gdLst/>
              <a:ahLst/>
              <a:cxnLst/>
              <a:rect l="l" t="t" r="r" b="b"/>
              <a:pathLst>
                <a:path w="1022" h="1023" extrusionOk="0">
                  <a:moveTo>
                    <a:pt x="1021" y="511"/>
                  </a:moveTo>
                  <a:cubicBezTo>
                    <a:pt x="1021" y="794"/>
                    <a:pt x="793" y="1023"/>
                    <a:pt x="511" y="1023"/>
                  </a:cubicBezTo>
                  <a:cubicBezTo>
                    <a:pt x="228" y="1023"/>
                    <a:pt x="0" y="794"/>
                    <a:pt x="0" y="511"/>
                  </a:cubicBezTo>
                  <a:cubicBezTo>
                    <a:pt x="0" y="230"/>
                    <a:pt x="228" y="1"/>
                    <a:pt x="511" y="1"/>
                  </a:cubicBezTo>
                  <a:cubicBezTo>
                    <a:pt x="793" y="1"/>
                    <a:pt x="1021" y="230"/>
                    <a:pt x="1021" y="51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40" name="Google Shape;640;p44"/>
            <p:cNvSpPr/>
            <p:nvPr/>
          </p:nvSpPr>
          <p:spPr>
            <a:xfrm>
              <a:off x="1607900" y="731075"/>
              <a:ext cx="172050" cy="167275"/>
            </a:xfrm>
            <a:custGeom>
              <a:avLst/>
              <a:gdLst/>
              <a:ahLst/>
              <a:cxnLst/>
              <a:rect l="l" t="t" r="r" b="b"/>
              <a:pathLst>
                <a:path w="6882" h="6691" fill="none" extrusionOk="0">
                  <a:moveTo>
                    <a:pt x="1" y="0"/>
                  </a:moveTo>
                  <a:lnTo>
                    <a:pt x="1" y="6691"/>
                  </a:lnTo>
                  <a:lnTo>
                    <a:pt x="6882" y="6691"/>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41" name="Google Shape;641;p44"/>
            <p:cNvSpPr/>
            <p:nvPr/>
          </p:nvSpPr>
          <p:spPr>
            <a:xfrm>
              <a:off x="1590175" y="880625"/>
              <a:ext cx="35450" cy="35450"/>
            </a:xfrm>
            <a:custGeom>
              <a:avLst/>
              <a:gdLst/>
              <a:ahLst/>
              <a:cxnLst/>
              <a:rect l="l" t="t" r="r" b="b"/>
              <a:pathLst>
                <a:path w="1418" h="1418" extrusionOk="0">
                  <a:moveTo>
                    <a:pt x="710" y="1"/>
                  </a:moveTo>
                  <a:cubicBezTo>
                    <a:pt x="319" y="1"/>
                    <a:pt x="1" y="318"/>
                    <a:pt x="1" y="709"/>
                  </a:cubicBezTo>
                  <a:cubicBezTo>
                    <a:pt x="1" y="1100"/>
                    <a:pt x="319" y="1418"/>
                    <a:pt x="710" y="1418"/>
                  </a:cubicBezTo>
                  <a:cubicBezTo>
                    <a:pt x="1101" y="1418"/>
                    <a:pt x="1418" y="1100"/>
                    <a:pt x="1418" y="709"/>
                  </a:cubicBezTo>
                  <a:cubicBezTo>
                    <a:pt x="1418" y="318"/>
                    <a:pt x="1101" y="1"/>
                    <a:pt x="710" y="1"/>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42" name="Google Shape;642;p44"/>
            <p:cNvSpPr/>
            <p:nvPr/>
          </p:nvSpPr>
          <p:spPr>
            <a:xfrm>
              <a:off x="1588625" y="704925"/>
              <a:ext cx="38575" cy="33400"/>
            </a:xfrm>
            <a:custGeom>
              <a:avLst/>
              <a:gdLst/>
              <a:ahLst/>
              <a:cxnLst/>
              <a:rect l="l" t="t" r="r" b="b"/>
              <a:pathLst>
                <a:path w="1543" h="1336" extrusionOk="0">
                  <a:moveTo>
                    <a:pt x="772" y="1336"/>
                  </a:moveTo>
                  <a:lnTo>
                    <a:pt x="0" y="1336"/>
                  </a:lnTo>
                  <a:lnTo>
                    <a:pt x="385" y="668"/>
                  </a:lnTo>
                  <a:lnTo>
                    <a:pt x="772" y="0"/>
                  </a:lnTo>
                  <a:lnTo>
                    <a:pt x="1157" y="668"/>
                  </a:lnTo>
                  <a:lnTo>
                    <a:pt x="1542" y="1336"/>
                  </a:lnTo>
                  <a:close/>
                </a:path>
              </a:pathLst>
            </a:custGeom>
            <a:solidFill>
              <a:srgbClr val="41266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43" name="Google Shape;643;p44"/>
            <p:cNvSpPr/>
            <p:nvPr/>
          </p:nvSpPr>
          <p:spPr>
            <a:xfrm>
              <a:off x="1761575" y="880625"/>
              <a:ext cx="33425" cy="38600"/>
            </a:xfrm>
            <a:custGeom>
              <a:avLst/>
              <a:gdLst/>
              <a:ahLst/>
              <a:cxnLst/>
              <a:rect l="l" t="t" r="r" b="b"/>
              <a:pathLst>
                <a:path w="1337" h="1544" extrusionOk="0">
                  <a:moveTo>
                    <a:pt x="1" y="771"/>
                  </a:moveTo>
                  <a:lnTo>
                    <a:pt x="1" y="1543"/>
                  </a:lnTo>
                  <a:lnTo>
                    <a:pt x="668" y="1157"/>
                  </a:lnTo>
                  <a:lnTo>
                    <a:pt x="1336" y="771"/>
                  </a:lnTo>
                  <a:lnTo>
                    <a:pt x="668" y="386"/>
                  </a:lnTo>
                  <a:lnTo>
                    <a:pt x="1" y="1"/>
                  </a:lnTo>
                  <a:close/>
                </a:path>
              </a:pathLst>
            </a:custGeom>
            <a:solidFill>
              <a:srgbClr val="41266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grpSp>
      <p:sp>
        <p:nvSpPr>
          <p:cNvPr id="644" name="Google Shape;644;p44"/>
          <p:cNvSpPr/>
          <p:nvPr/>
        </p:nvSpPr>
        <p:spPr>
          <a:xfrm>
            <a:off x="166316" y="138157"/>
            <a:ext cx="663711" cy="749426"/>
          </a:xfrm>
          <a:custGeom>
            <a:avLst/>
            <a:gdLst/>
            <a:ahLst/>
            <a:cxnLst/>
            <a:rect l="l" t="t" r="r" b="b"/>
            <a:pathLst>
              <a:path w="16501" h="18632" extrusionOk="0">
                <a:moveTo>
                  <a:pt x="6075" y="1"/>
                </a:moveTo>
                <a:cubicBezTo>
                  <a:pt x="5555" y="1"/>
                  <a:pt x="5094" y="336"/>
                  <a:pt x="4920" y="1196"/>
                </a:cubicBezTo>
                <a:cubicBezTo>
                  <a:pt x="4824" y="1673"/>
                  <a:pt x="4897" y="2165"/>
                  <a:pt x="4916" y="2651"/>
                </a:cubicBezTo>
                <a:cubicBezTo>
                  <a:pt x="4982" y="4400"/>
                  <a:pt x="4345" y="6178"/>
                  <a:pt x="3000" y="7309"/>
                </a:cubicBezTo>
                <a:cubicBezTo>
                  <a:pt x="2346" y="7859"/>
                  <a:pt x="0" y="8827"/>
                  <a:pt x="386" y="9984"/>
                </a:cubicBezTo>
                <a:lnTo>
                  <a:pt x="3090" y="18022"/>
                </a:lnTo>
                <a:cubicBezTo>
                  <a:pt x="3215" y="18395"/>
                  <a:pt x="3563" y="18632"/>
                  <a:pt x="3937" y="18632"/>
                </a:cubicBezTo>
                <a:cubicBezTo>
                  <a:pt x="4029" y="18632"/>
                  <a:pt x="4123" y="18617"/>
                  <a:pt x="4216" y="18587"/>
                </a:cubicBezTo>
                <a:cubicBezTo>
                  <a:pt x="7937" y="17368"/>
                  <a:pt x="11663" y="16171"/>
                  <a:pt x="15374" y="14923"/>
                </a:cubicBezTo>
                <a:cubicBezTo>
                  <a:pt x="16072" y="14688"/>
                  <a:pt x="16500" y="13944"/>
                  <a:pt x="16286" y="13240"/>
                </a:cubicBezTo>
                <a:cubicBezTo>
                  <a:pt x="16109" y="12656"/>
                  <a:pt x="15575" y="12284"/>
                  <a:pt x="15000" y="12284"/>
                </a:cubicBezTo>
                <a:cubicBezTo>
                  <a:pt x="14858" y="12284"/>
                  <a:pt x="14713" y="12307"/>
                  <a:pt x="14570" y="12355"/>
                </a:cubicBezTo>
                <a:cubicBezTo>
                  <a:pt x="15275" y="12117"/>
                  <a:pt x="15653" y="11355"/>
                  <a:pt x="15416" y="10651"/>
                </a:cubicBezTo>
                <a:cubicBezTo>
                  <a:pt x="15227" y="10089"/>
                  <a:pt x="14703" y="9734"/>
                  <a:pt x="14142" y="9734"/>
                </a:cubicBezTo>
                <a:cubicBezTo>
                  <a:pt x="13999" y="9734"/>
                  <a:pt x="13855" y="9756"/>
                  <a:pt x="13712" y="9804"/>
                </a:cubicBezTo>
                <a:cubicBezTo>
                  <a:pt x="14417" y="9567"/>
                  <a:pt x="14795" y="8805"/>
                  <a:pt x="14558" y="8100"/>
                </a:cubicBezTo>
                <a:cubicBezTo>
                  <a:pt x="14372" y="7545"/>
                  <a:pt x="13856" y="7194"/>
                  <a:pt x="13302" y="7185"/>
                </a:cubicBezTo>
                <a:cubicBezTo>
                  <a:pt x="13778" y="6813"/>
                  <a:pt x="13970" y="6145"/>
                  <a:pt x="13690" y="5548"/>
                </a:cubicBezTo>
                <a:cubicBezTo>
                  <a:pt x="13464" y="5067"/>
                  <a:pt x="12971" y="4791"/>
                  <a:pt x="12457" y="4791"/>
                </a:cubicBezTo>
                <a:cubicBezTo>
                  <a:pt x="12305" y="4791"/>
                  <a:pt x="12150" y="4815"/>
                  <a:pt x="12001" y="4865"/>
                </a:cubicBezTo>
                <a:lnTo>
                  <a:pt x="7880" y="6252"/>
                </a:lnTo>
                <a:cubicBezTo>
                  <a:pt x="7852" y="6261"/>
                  <a:pt x="7825" y="6265"/>
                  <a:pt x="7799" y="6265"/>
                </a:cubicBezTo>
                <a:cubicBezTo>
                  <a:pt x="7637" y="6265"/>
                  <a:pt x="7508" y="6104"/>
                  <a:pt x="7567" y="5935"/>
                </a:cubicBezTo>
                <a:cubicBezTo>
                  <a:pt x="8119" y="4347"/>
                  <a:pt x="8282" y="3902"/>
                  <a:pt x="8077" y="1790"/>
                </a:cubicBezTo>
                <a:cubicBezTo>
                  <a:pt x="7873" y="848"/>
                  <a:pt x="6900" y="1"/>
                  <a:pt x="6075" y="1"/>
                </a:cubicBez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sp>
        <p:nvSpPr>
          <p:cNvPr id="645" name="Google Shape;645;p44"/>
          <p:cNvSpPr/>
          <p:nvPr/>
        </p:nvSpPr>
        <p:spPr>
          <a:xfrm>
            <a:off x="4651325" y="3117276"/>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defTabSz="914378"/>
            <a:endParaRPr/>
          </a:p>
        </p:txBody>
      </p:sp>
      <p:grpSp>
        <p:nvGrpSpPr>
          <p:cNvPr id="646" name="Google Shape;646;p44"/>
          <p:cNvGrpSpPr/>
          <p:nvPr/>
        </p:nvGrpSpPr>
        <p:grpSpPr>
          <a:xfrm>
            <a:off x="1032014" y="362101"/>
            <a:ext cx="7059075" cy="3842900"/>
            <a:chOff x="1032013" y="362100"/>
            <a:chExt cx="7059075" cy="3842900"/>
          </a:xfrm>
        </p:grpSpPr>
        <p:grpSp>
          <p:nvGrpSpPr>
            <p:cNvPr id="647" name="Google Shape;647;p44"/>
            <p:cNvGrpSpPr/>
            <p:nvPr/>
          </p:nvGrpSpPr>
          <p:grpSpPr>
            <a:xfrm>
              <a:off x="1032013" y="362100"/>
              <a:ext cx="389750" cy="385750"/>
              <a:chOff x="3382475" y="1831100"/>
              <a:chExt cx="389750" cy="385750"/>
            </a:xfrm>
          </p:grpSpPr>
          <p:sp>
            <p:nvSpPr>
              <p:cNvPr id="648" name="Google Shape;648;p4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a:p>
            </p:txBody>
          </p:sp>
          <p:sp>
            <p:nvSpPr>
              <p:cNvPr id="649" name="Google Shape;649;p4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a:p>
            </p:txBody>
          </p:sp>
          <p:sp>
            <p:nvSpPr>
              <p:cNvPr id="650" name="Google Shape;650;p4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a:p>
            </p:txBody>
          </p:sp>
          <p:sp>
            <p:nvSpPr>
              <p:cNvPr id="651" name="Google Shape;651;p4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a:p>
            </p:txBody>
          </p:sp>
        </p:grpSp>
        <p:grpSp>
          <p:nvGrpSpPr>
            <p:cNvPr id="652" name="Google Shape;652;p44"/>
            <p:cNvGrpSpPr/>
            <p:nvPr/>
          </p:nvGrpSpPr>
          <p:grpSpPr>
            <a:xfrm>
              <a:off x="7701338" y="3819250"/>
              <a:ext cx="389750" cy="385750"/>
              <a:chOff x="3382475" y="1831100"/>
              <a:chExt cx="389750" cy="385750"/>
            </a:xfrm>
          </p:grpSpPr>
          <p:sp>
            <p:nvSpPr>
              <p:cNvPr id="653" name="Google Shape;653;p4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a:p>
            </p:txBody>
          </p:sp>
          <p:sp>
            <p:nvSpPr>
              <p:cNvPr id="654" name="Google Shape;654;p4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dirty="0"/>
              </a:p>
            </p:txBody>
          </p:sp>
          <p:sp>
            <p:nvSpPr>
              <p:cNvPr id="655" name="Google Shape;655;p4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a:p>
            </p:txBody>
          </p:sp>
          <p:sp>
            <p:nvSpPr>
              <p:cNvPr id="656" name="Google Shape;656;p4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defTabSz="914378"/>
                <a:endParaRPr dirty="0"/>
              </a:p>
            </p:txBody>
          </p:sp>
        </p:grpSp>
        <p:grpSp>
          <p:nvGrpSpPr>
            <p:cNvPr id="657" name="Google Shape;657;p44"/>
            <p:cNvGrpSpPr/>
            <p:nvPr/>
          </p:nvGrpSpPr>
          <p:grpSpPr>
            <a:xfrm>
              <a:off x="4716413" y="1705250"/>
              <a:ext cx="389750" cy="385750"/>
              <a:chOff x="3382475" y="1831100"/>
              <a:chExt cx="389750" cy="385750"/>
            </a:xfrm>
          </p:grpSpPr>
          <p:sp>
            <p:nvSpPr>
              <p:cNvPr id="658" name="Google Shape;658;p44"/>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defTabSz="914378"/>
                <a:endParaRPr/>
              </a:p>
            </p:txBody>
          </p:sp>
          <p:sp>
            <p:nvSpPr>
              <p:cNvPr id="659" name="Google Shape;659;p44"/>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defTabSz="914378"/>
                <a:endParaRPr/>
              </a:p>
            </p:txBody>
          </p:sp>
          <p:sp>
            <p:nvSpPr>
              <p:cNvPr id="660" name="Google Shape;660;p44"/>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defTabSz="914378"/>
                <a:endParaRPr/>
              </a:p>
            </p:txBody>
          </p:sp>
          <p:sp>
            <p:nvSpPr>
              <p:cNvPr id="661" name="Google Shape;661;p44"/>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defTabSz="914378"/>
                <a:endParaRPr/>
              </a:p>
            </p:txBody>
          </p:sp>
        </p:grpSp>
      </p:grpSp>
      <p:grpSp>
        <p:nvGrpSpPr>
          <p:cNvPr id="662" name="Google Shape;662;p44"/>
          <p:cNvGrpSpPr/>
          <p:nvPr/>
        </p:nvGrpSpPr>
        <p:grpSpPr>
          <a:xfrm>
            <a:off x="4555592" y="4665458"/>
            <a:ext cx="705593" cy="362075"/>
            <a:chOff x="2339625" y="3726250"/>
            <a:chExt cx="850625" cy="362075"/>
          </a:xfrm>
        </p:grpSpPr>
        <p:sp>
          <p:nvSpPr>
            <p:cNvPr id="663" name="Google Shape;663;p44"/>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defTabSz="914378"/>
              <a:endParaRPr/>
            </a:p>
          </p:txBody>
        </p:sp>
        <p:sp>
          <p:nvSpPr>
            <p:cNvPr id="664" name="Google Shape;664;p44"/>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defTabSz="914378"/>
              <a:endParaRPr/>
            </a:p>
          </p:txBody>
        </p:sp>
      </p:grpSp>
      <p:sp>
        <p:nvSpPr>
          <p:cNvPr id="665" name="Google Shape;665;p44"/>
          <p:cNvSpPr txBox="1">
            <a:spLocks noGrp="1"/>
          </p:cNvSpPr>
          <p:nvPr>
            <p:ph type="body" idx="1"/>
          </p:nvPr>
        </p:nvSpPr>
        <p:spPr>
          <a:xfrm>
            <a:off x="282971" y="852761"/>
            <a:ext cx="4442894" cy="3825146"/>
          </a:xfrm>
          <a:prstGeom prst="rect">
            <a:avLst/>
          </a:prstGeom>
        </p:spPr>
        <p:txBody>
          <a:bodyPr spcFirstLastPara="1" wrap="square" lIns="91425" tIns="91425" rIns="91425" bIns="91425" anchor="t" anchorCtr="0">
            <a:noAutofit/>
          </a:bodyPr>
          <a:lstStyle/>
          <a:p>
            <a:pPr marL="0" indent="0">
              <a:lnSpc>
                <a:spcPct val="150000"/>
              </a:lnSpc>
              <a:buNone/>
            </a:pPr>
            <a:r>
              <a:rPr lang="en-GB" sz="2000" dirty="0">
                <a:solidFill>
                  <a:srgbClr val="002060"/>
                </a:solidFill>
              </a:rPr>
              <a:t>In the end</a:t>
            </a:r>
            <a:r>
              <a:rPr lang="en-US" sz="2000" dirty="0">
                <a:solidFill>
                  <a:srgbClr val="002060"/>
                </a:solidFill>
              </a:rPr>
              <a:t>, our project aims to use </a:t>
            </a:r>
            <a:r>
              <a:rPr lang="en-US" sz="2000" dirty="0" err="1">
                <a:solidFill>
                  <a:srgbClr val="002060"/>
                </a:solidFill>
              </a:rPr>
              <a:t>technology,especially</a:t>
            </a:r>
            <a:r>
              <a:rPr lang="ar-SA" sz="2000" dirty="0">
                <a:solidFill>
                  <a:srgbClr val="002060"/>
                </a:solidFill>
              </a:rPr>
              <a:t> </a:t>
            </a:r>
            <a:r>
              <a:rPr lang="en-US" sz="2000" dirty="0">
                <a:solidFill>
                  <a:srgbClr val="002060"/>
                </a:solidFill>
              </a:rPr>
              <a:t>artificial intelligence, to deal with the current diseases, and we hope that our project helps, even with a small thing, in building a safe world free of deadly diseases, asking God to protect us and you from it.</a:t>
            </a:r>
            <a:endParaRPr sz="2000" dirty="0">
              <a:solidFill>
                <a:srgbClr val="002060"/>
              </a:solidFill>
            </a:endParaRPr>
          </a:p>
        </p:txBody>
      </p:sp>
      <p:cxnSp>
        <p:nvCxnSpPr>
          <p:cNvPr id="666" name="Google Shape;666;p44"/>
          <p:cNvCxnSpPr/>
          <p:nvPr/>
        </p:nvCxnSpPr>
        <p:spPr>
          <a:xfrm>
            <a:off x="1657350" y="671479"/>
            <a:ext cx="5829300" cy="0"/>
          </a:xfrm>
          <a:prstGeom prst="straightConnector1">
            <a:avLst/>
          </a:prstGeom>
          <a:noFill/>
          <a:ln w="19050" cap="flat" cmpd="sng">
            <a:solidFill>
              <a:schemeClr val="accent3"/>
            </a:solidFill>
            <a:prstDash val="solid"/>
            <a:round/>
            <a:headEnd type="none" w="med" len="med"/>
            <a:tailEnd type="none" w="med" len="med"/>
          </a:ln>
        </p:spPr>
      </p:cxnSp>
      <p:sp>
        <p:nvSpPr>
          <p:cNvPr id="2" name="Google Shape;714;p46">
            <a:extLst>
              <a:ext uri="{FF2B5EF4-FFF2-40B4-BE49-F238E27FC236}">
                <a16:creationId xmlns:a16="http://schemas.microsoft.com/office/drawing/2014/main" id="{A02DD2E1-570B-4550-E1DB-DFCA65A7E520}"/>
              </a:ext>
            </a:extLst>
          </p:cNvPr>
          <p:cNvSpPr/>
          <p:nvPr/>
        </p:nvSpPr>
        <p:spPr>
          <a:xfrm>
            <a:off x="1980055" y="50855"/>
            <a:ext cx="1181100" cy="593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b="1" dirty="0"/>
              <a:t>04</a:t>
            </a:r>
            <a:endParaRPr sz="2400" b="1" dirty="0"/>
          </a:p>
        </p:txBody>
      </p:sp>
    </p:spTree>
    <p:extLst>
      <p:ext uri="{BB962C8B-B14F-4D97-AF65-F5344CB8AC3E}">
        <p14:creationId xmlns:p14="http://schemas.microsoft.com/office/powerpoint/2010/main" val="2860857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97"/>
        <p:cNvGrpSpPr/>
        <p:nvPr/>
      </p:nvGrpSpPr>
      <p:grpSpPr>
        <a:xfrm>
          <a:off x="0" y="0"/>
          <a:ext cx="0" cy="0"/>
          <a:chOff x="0" y="0"/>
          <a:chExt cx="0" cy="0"/>
        </a:xfrm>
      </p:grpSpPr>
      <p:sp>
        <p:nvSpPr>
          <p:cNvPr id="2399" name="Google Shape;2399;p76"/>
          <p:cNvSpPr txBox="1">
            <a:spLocks noGrp="1"/>
          </p:cNvSpPr>
          <p:nvPr>
            <p:ph type="ctrTitle"/>
          </p:nvPr>
        </p:nvSpPr>
        <p:spPr>
          <a:xfrm>
            <a:off x="2396096" y="1778810"/>
            <a:ext cx="4328400" cy="1075200"/>
          </a:xfrm>
          <a:prstGeom prst="rect">
            <a:avLst/>
          </a:prstGeom>
          <a:noFill/>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cxnSp>
        <p:nvCxnSpPr>
          <p:cNvPr id="2418" name="Google Shape;2418;p76"/>
          <p:cNvCxnSpPr/>
          <p:nvPr/>
        </p:nvCxnSpPr>
        <p:spPr>
          <a:xfrm>
            <a:off x="2733947" y="3044610"/>
            <a:ext cx="3629100" cy="0"/>
          </a:xfrm>
          <a:prstGeom prst="straightConnector1">
            <a:avLst/>
          </a:prstGeom>
          <a:noFill/>
          <a:ln w="19050" cap="flat" cmpd="sng">
            <a:solidFill>
              <a:schemeClr val="accent3"/>
            </a:solidFill>
            <a:prstDash val="solid"/>
            <a:round/>
            <a:headEnd type="none" w="med" len="med"/>
            <a:tailEnd type="none" w="med" len="med"/>
          </a:ln>
        </p:spPr>
      </p:cxnSp>
      <p:grpSp>
        <p:nvGrpSpPr>
          <p:cNvPr id="2419" name="Google Shape;2419;p76"/>
          <p:cNvGrpSpPr/>
          <p:nvPr/>
        </p:nvGrpSpPr>
        <p:grpSpPr>
          <a:xfrm rot="-591212">
            <a:off x="6758593" y="1454778"/>
            <a:ext cx="1566814" cy="2519398"/>
            <a:chOff x="6968258" y="1202563"/>
            <a:chExt cx="1350097" cy="2170922"/>
          </a:xfrm>
        </p:grpSpPr>
        <p:sp>
          <p:nvSpPr>
            <p:cNvPr id="2420" name="Google Shape;2420;p76"/>
            <p:cNvSpPr/>
            <p:nvPr/>
          </p:nvSpPr>
          <p:spPr>
            <a:xfrm rot="1761569">
              <a:off x="7559055" y="1406629"/>
              <a:ext cx="402845" cy="958010"/>
            </a:xfrm>
            <a:custGeom>
              <a:avLst/>
              <a:gdLst/>
              <a:ahLst/>
              <a:cxnLst/>
              <a:rect l="l" t="t" r="r" b="b"/>
              <a:pathLst>
                <a:path w="8926" h="21227" extrusionOk="0">
                  <a:moveTo>
                    <a:pt x="44" y="0"/>
                  </a:moveTo>
                  <a:cubicBezTo>
                    <a:pt x="11" y="0"/>
                    <a:pt x="1" y="22"/>
                    <a:pt x="1" y="22"/>
                  </a:cubicBezTo>
                  <a:lnTo>
                    <a:pt x="154" y="49"/>
                  </a:lnTo>
                  <a:lnTo>
                    <a:pt x="154" y="49"/>
                  </a:lnTo>
                  <a:cubicBezTo>
                    <a:pt x="103" y="11"/>
                    <a:pt x="68" y="0"/>
                    <a:pt x="44" y="0"/>
                  </a:cubicBezTo>
                  <a:close/>
                  <a:moveTo>
                    <a:pt x="154" y="49"/>
                  </a:moveTo>
                  <a:cubicBezTo>
                    <a:pt x="200" y="84"/>
                    <a:pt x="259" y="140"/>
                    <a:pt x="334" y="230"/>
                  </a:cubicBezTo>
                  <a:cubicBezTo>
                    <a:pt x="608" y="557"/>
                    <a:pt x="758" y="839"/>
                    <a:pt x="758" y="839"/>
                  </a:cubicBezTo>
                  <a:lnTo>
                    <a:pt x="5706" y="14794"/>
                  </a:lnTo>
                  <a:lnTo>
                    <a:pt x="6003" y="15096"/>
                  </a:lnTo>
                  <a:lnTo>
                    <a:pt x="6289" y="15417"/>
                  </a:lnTo>
                  <a:lnTo>
                    <a:pt x="7008" y="17633"/>
                  </a:lnTo>
                  <a:lnTo>
                    <a:pt x="7389" y="18104"/>
                  </a:lnTo>
                  <a:lnTo>
                    <a:pt x="8685" y="21227"/>
                  </a:lnTo>
                  <a:lnTo>
                    <a:pt x="8925" y="20988"/>
                  </a:lnTo>
                  <a:lnTo>
                    <a:pt x="7756" y="18040"/>
                  </a:lnTo>
                  <a:lnTo>
                    <a:pt x="7727" y="17394"/>
                  </a:lnTo>
                  <a:lnTo>
                    <a:pt x="6887" y="15152"/>
                  </a:lnTo>
                  <a:lnTo>
                    <a:pt x="6809" y="14490"/>
                  </a:lnTo>
                  <a:lnTo>
                    <a:pt x="1657" y="321"/>
                  </a:lnTo>
                  <a:lnTo>
                    <a:pt x="154" y="49"/>
                  </a:lnTo>
                  <a:close/>
                </a:path>
              </a:pathLst>
            </a:custGeom>
            <a:solidFill>
              <a:schemeClr val="dk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76"/>
            <p:cNvSpPr/>
            <p:nvPr/>
          </p:nvSpPr>
          <p:spPr>
            <a:xfrm rot="1761588">
              <a:off x="7429537" y="1922668"/>
              <a:ext cx="279545" cy="1070612"/>
            </a:xfrm>
            <a:custGeom>
              <a:avLst/>
              <a:gdLst/>
              <a:ahLst/>
              <a:cxnLst/>
              <a:rect l="l" t="t" r="r" b="b"/>
              <a:pathLst>
                <a:path w="6194" h="23722" extrusionOk="0">
                  <a:moveTo>
                    <a:pt x="2158" y="1"/>
                  </a:moveTo>
                  <a:cubicBezTo>
                    <a:pt x="2102" y="3"/>
                    <a:pt x="2691" y="1676"/>
                    <a:pt x="2636" y="1678"/>
                  </a:cubicBezTo>
                  <a:cubicBezTo>
                    <a:pt x="1887" y="1678"/>
                    <a:pt x="1678" y="1678"/>
                    <a:pt x="1270" y="1484"/>
                  </a:cubicBezTo>
                  <a:cubicBezTo>
                    <a:pt x="1049" y="907"/>
                    <a:pt x="830" y="276"/>
                    <a:pt x="830" y="276"/>
                  </a:cubicBezTo>
                  <a:cubicBezTo>
                    <a:pt x="1" y="546"/>
                    <a:pt x="1" y="1198"/>
                    <a:pt x="1" y="1198"/>
                  </a:cubicBezTo>
                  <a:lnTo>
                    <a:pt x="1" y="22763"/>
                  </a:lnTo>
                  <a:cubicBezTo>
                    <a:pt x="241" y="23242"/>
                    <a:pt x="720" y="23722"/>
                    <a:pt x="3116" y="23722"/>
                  </a:cubicBezTo>
                  <a:cubicBezTo>
                    <a:pt x="5512" y="23722"/>
                    <a:pt x="6092" y="23094"/>
                    <a:pt x="6092" y="23094"/>
                  </a:cubicBezTo>
                  <a:cubicBezTo>
                    <a:pt x="6092" y="23094"/>
                    <a:pt x="5992" y="3355"/>
                    <a:pt x="6092" y="1965"/>
                  </a:cubicBezTo>
                  <a:cubicBezTo>
                    <a:pt x="6194" y="576"/>
                    <a:pt x="5512" y="479"/>
                    <a:pt x="5512" y="479"/>
                  </a:cubicBezTo>
                  <a:cubicBezTo>
                    <a:pt x="5512" y="479"/>
                    <a:pt x="5033" y="1"/>
                    <a:pt x="2158"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76"/>
            <p:cNvSpPr/>
            <p:nvPr/>
          </p:nvSpPr>
          <p:spPr>
            <a:xfrm rot="1761588">
              <a:off x="7143354" y="2940828"/>
              <a:ext cx="136117" cy="25770"/>
            </a:xfrm>
            <a:custGeom>
              <a:avLst/>
              <a:gdLst/>
              <a:ahLst/>
              <a:cxnLst/>
              <a:rect l="l" t="t" r="r" b="b"/>
              <a:pathLst>
                <a:path w="3016" h="571"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76"/>
            <p:cNvSpPr/>
            <p:nvPr/>
          </p:nvSpPr>
          <p:spPr>
            <a:xfrm rot="1761588">
              <a:off x="7067303" y="2859766"/>
              <a:ext cx="276657" cy="476500"/>
            </a:xfrm>
            <a:custGeom>
              <a:avLst/>
              <a:gdLst/>
              <a:ahLst/>
              <a:cxnLst/>
              <a:rect l="l" t="t" r="r" b="b"/>
              <a:pathLst>
                <a:path w="6130" h="10558" extrusionOk="0">
                  <a:moveTo>
                    <a:pt x="5829" y="0"/>
                  </a:moveTo>
                  <a:lnTo>
                    <a:pt x="202" y="201"/>
                  </a:lnTo>
                  <a:lnTo>
                    <a:pt x="1" y="2614"/>
                  </a:lnTo>
                  <a:lnTo>
                    <a:pt x="1988" y="9627"/>
                  </a:lnTo>
                  <a:cubicBezTo>
                    <a:pt x="1988" y="9627"/>
                    <a:pt x="2245" y="10452"/>
                    <a:pt x="3032" y="10552"/>
                  </a:cubicBezTo>
                  <a:cubicBezTo>
                    <a:pt x="3062" y="10556"/>
                    <a:pt x="3091" y="10558"/>
                    <a:pt x="3120" y="10558"/>
                  </a:cubicBezTo>
                  <a:cubicBezTo>
                    <a:pt x="3853" y="10558"/>
                    <a:pt x="4274" y="9364"/>
                    <a:pt x="4274" y="9364"/>
                  </a:cubicBezTo>
                  <a:lnTo>
                    <a:pt x="6130" y="2798"/>
                  </a:lnTo>
                  <a:lnTo>
                    <a:pt x="6130" y="201"/>
                  </a:lnTo>
                  <a:lnTo>
                    <a:pt x="5829" y="0"/>
                  </a:ln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76"/>
            <p:cNvSpPr/>
            <p:nvPr/>
          </p:nvSpPr>
          <p:spPr>
            <a:xfrm rot="1761588">
              <a:off x="7428005" y="2434825"/>
              <a:ext cx="136117" cy="25770"/>
            </a:xfrm>
            <a:custGeom>
              <a:avLst/>
              <a:gdLst/>
              <a:ahLst/>
              <a:cxnLst/>
              <a:rect l="l" t="t" r="r" b="b"/>
              <a:pathLst>
                <a:path w="3016" h="571" fill="none" extrusionOk="0">
                  <a:moveTo>
                    <a:pt x="0" y="1"/>
                  </a:moveTo>
                  <a:cubicBezTo>
                    <a:pt x="0" y="1"/>
                    <a:pt x="1005" y="571"/>
                    <a:pt x="3015" y="57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76"/>
            <p:cNvSpPr/>
            <p:nvPr/>
          </p:nvSpPr>
          <p:spPr>
            <a:xfrm rot="1761588">
              <a:off x="7392423" y="2498120"/>
              <a:ext cx="136117" cy="25680"/>
            </a:xfrm>
            <a:custGeom>
              <a:avLst/>
              <a:gdLst/>
              <a:ahLst/>
              <a:cxnLst/>
              <a:rect l="l" t="t" r="r" b="b"/>
              <a:pathLst>
                <a:path w="3016" h="569" fill="none" extrusionOk="0">
                  <a:moveTo>
                    <a:pt x="0" y="1"/>
                  </a:moveTo>
                  <a:cubicBezTo>
                    <a:pt x="0" y="1"/>
                    <a:pt x="1005" y="569"/>
                    <a:pt x="3015" y="56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76"/>
            <p:cNvSpPr/>
            <p:nvPr/>
          </p:nvSpPr>
          <p:spPr>
            <a:xfrm rot="1761588">
              <a:off x="7356842" y="2561326"/>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76"/>
            <p:cNvSpPr/>
            <p:nvPr/>
          </p:nvSpPr>
          <p:spPr>
            <a:xfrm rot="1761588">
              <a:off x="7321261" y="2624621"/>
              <a:ext cx="136117" cy="25680"/>
            </a:xfrm>
            <a:custGeom>
              <a:avLst/>
              <a:gdLst/>
              <a:ahLst/>
              <a:cxnLst/>
              <a:rect l="l" t="t" r="r" b="b"/>
              <a:pathLst>
                <a:path w="3016" h="569" fill="none" extrusionOk="0">
                  <a:moveTo>
                    <a:pt x="0" y="0"/>
                  </a:moveTo>
                  <a:cubicBezTo>
                    <a:pt x="0" y="0"/>
                    <a:pt x="1005" y="569"/>
                    <a:pt x="3015" y="56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76"/>
            <p:cNvSpPr/>
            <p:nvPr/>
          </p:nvSpPr>
          <p:spPr>
            <a:xfrm rot="1761588">
              <a:off x="7285679" y="2687826"/>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76"/>
            <p:cNvSpPr/>
            <p:nvPr/>
          </p:nvSpPr>
          <p:spPr>
            <a:xfrm rot="1761588">
              <a:off x="7190659" y="2863685"/>
              <a:ext cx="263072" cy="63545"/>
            </a:xfrm>
            <a:custGeom>
              <a:avLst/>
              <a:gdLst/>
              <a:ahLst/>
              <a:cxnLst/>
              <a:rect l="l" t="t" r="r" b="b"/>
              <a:pathLst>
                <a:path w="5829" h="1408" extrusionOk="0">
                  <a:moveTo>
                    <a:pt x="2915" y="1"/>
                  </a:moveTo>
                  <a:cubicBezTo>
                    <a:pt x="1306" y="1"/>
                    <a:pt x="1" y="315"/>
                    <a:pt x="1" y="704"/>
                  </a:cubicBezTo>
                  <a:cubicBezTo>
                    <a:pt x="1" y="1093"/>
                    <a:pt x="1306" y="1407"/>
                    <a:pt x="2915" y="1407"/>
                  </a:cubicBezTo>
                  <a:cubicBezTo>
                    <a:pt x="4524" y="1407"/>
                    <a:pt x="5829" y="1093"/>
                    <a:pt x="5829" y="704"/>
                  </a:cubicBezTo>
                  <a:cubicBezTo>
                    <a:pt x="5829" y="315"/>
                    <a:pt x="4524" y="1"/>
                    <a:pt x="2915" y="1"/>
                  </a:cubicBezTo>
                  <a:close/>
                </a:path>
              </a:pathLst>
            </a:custGeom>
            <a:solidFill>
              <a:srgbClr val="70B0DB"/>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76"/>
            <p:cNvSpPr/>
            <p:nvPr/>
          </p:nvSpPr>
          <p:spPr>
            <a:xfrm rot="1761588">
              <a:off x="7194543" y="2819693"/>
              <a:ext cx="275032" cy="110843"/>
            </a:xfrm>
            <a:custGeom>
              <a:avLst/>
              <a:gdLst/>
              <a:ahLst/>
              <a:cxnLst/>
              <a:rect l="l" t="t" r="r" b="b"/>
              <a:pathLst>
                <a:path w="6094" h="2456" extrusionOk="0">
                  <a:moveTo>
                    <a:pt x="63" y="0"/>
                  </a:moveTo>
                  <a:lnTo>
                    <a:pt x="1" y="1737"/>
                  </a:lnTo>
                  <a:cubicBezTo>
                    <a:pt x="241" y="1976"/>
                    <a:pt x="959" y="2456"/>
                    <a:pt x="3116" y="2456"/>
                  </a:cubicBezTo>
                  <a:cubicBezTo>
                    <a:pt x="5273" y="2456"/>
                    <a:pt x="6093" y="1828"/>
                    <a:pt x="6093" y="1828"/>
                  </a:cubicBezTo>
                  <a:lnTo>
                    <a:pt x="6084" y="0"/>
                  </a:lnTo>
                  <a:cubicBezTo>
                    <a:pt x="5076" y="379"/>
                    <a:pt x="4072" y="506"/>
                    <a:pt x="3180" y="506"/>
                  </a:cubicBezTo>
                  <a:cubicBezTo>
                    <a:pt x="1396" y="506"/>
                    <a:pt x="63" y="0"/>
                    <a:pt x="63" y="0"/>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76"/>
            <p:cNvSpPr/>
            <p:nvPr/>
          </p:nvSpPr>
          <p:spPr>
            <a:xfrm rot="1761588">
              <a:off x="7250109" y="2751080"/>
              <a:ext cx="136117" cy="25725"/>
            </a:xfrm>
            <a:custGeom>
              <a:avLst/>
              <a:gdLst/>
              <a:ahLst/>
              <a:cxnLst/>
              <a:rect l="l" t="t" r="r" b="b"/>
              <a:pathLst>
                <a:path w="3016" h="570"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76"/>
            <p:cNvSpPr/>
            <p:nvPr/>
          </p:nvSpPr>
          <p:spPr>
            <a:xfrm rot="1761588">
              <a:off x="7214517" y="2814327"/>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76"/>
            <p:cNvSpPr/>
            <p:nvPr/>
          </p:nvSpPr>
          <p:spPr>
            <a:xfrm rot="1761588">
              <a:off x="7605889" y="2118612"/>
              <a:ext cx="136117" cy="25770"/>
            </a:xfrm>
            <a:custGeom>
              <a:avLst/>
              <a:gdLst/>
              <a:ahLst/>
              <a:cxnLst/>
              <a:rect l="l" t="t" r="r" b="b"/>
              <a:pathLst>
                <a:path w="3016" h="571" fill="none" extrusionOk="0">
                  <a:moveTo>
                    <a:pt x="0" y="1"/>
                  </a:moveTo>
                  <a:cubicBezTo>
                    <a:pt x="0" y="1"/>
                    <a:pt x="1005" y="571"/>
                    <a:pt x="3015" y="57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76"/>
            <p:cNvSpPr/>
            <p:nvPr/>
          </p:nvSpPr>
          <p:spPr>
            <a:xfrm rot="1761588">
              <a:off x="7570319" y="2181866"/>
              <a:ext cx="136117" cy="25725"/>
            </a:xfrm>
            <a:custGeom>
              <a:avLst/>
              <a:gdLst/>
              <a:ahLst/>
              <a:cxnLst/>
              <a:rect l="l" t="t" r="r" b="b"/>
              <a:pathLst>
                <a:path w="3016" h="570"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76"/>
            <p:cNvSpPr/>
            <p:nvPr/>
          </p:nvSpPr>
          <p:spPr>
            <a:xfrm rot="1761588">
              <a:off x="7534726" y="2245113"/>
              <a:ext cx="136117" cy="25770"/>
            </a:xfrm>
            <a:custGeom>
              <a:avLst/>
              <a:gdLst/>
              <a:ahLst/>
              <a:cxnLst/>
              <a:rect l="l" t="t" r="r" b="b"/>
              <a:pathLst>
                <a:path w="3016" h="571" fill="none" extrusionOk="0">
                  <a:moveTo>
                    <a:pt x="0" y="1"/>
                  </a:moveTo>
                  <a:cubicBezTo>
                    <a:pt x="0" y="1"/>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76"/>
            <p:cNvSpPr/>
            <p:nvPr/>
          </p:nvSpPr>
          <p:spPr>
            <a:xfrm rot="1761588">
              <a:off x="7499156" y="2308366"/>
              <a:ext cx="136117" cy="25725"/>
            </a:xfrm>
            <a:custGeom>
              <a:avLst/>
              <a:gdLst/>
              <a:ahLst/>
              <a:cxnLst/>
              <a:rect l="l" t="t" r="r" b="b"/>
              <a:pathLst>
                <a:path w="3016" h="570"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76"/>
            <p:cNvSpPr/>
            <p:nvPr/>
          </p:nvSpPr>
          <p:spPr>
            <a:xfrm rot="1761588">
              <a:off x="7463586" y="2371575"/>
              <a:ext cx="136117" cy="25770"/>
            </a:xfrm>
            <a:custGeom>
              <a:avLst/>
              <a:gdLst/>
              <a:ahLst/>
              <a:cxnLst/>
              <a:rect l="l" t="t" r="r" b="b"/>
              <a:pathLst>
                <a:path w="3016" h="571" fill="none" extrusionOk="0">
                  <a:moveTo>
                    <a:pt x="0" y="0"/>
                  </a:moveTo>
                  <a:cubicBezTo>
                    <a:pt x="0" y="0"/>
                    <a:pt x="1005" y="570"/>
                    <a:pt x="3015" y="570"/>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76"/>
            <p:cNvSpPr/>
            <p:nvPr/>
          </p:nvSpPr>
          <p:spPr>
            <a:xfrm rot="1761569">
              <a:off x="7325169" y="1893046"/>
              <a:ext cx="272099" cy="1510599"/>
            </a:xfrm>
            <a:custGeom>
              <a:avLst/>
              <a:gdLst/>
              <a:ahLst/>
              <a:cxnLst/>
              <a:rect l="l" t="t" r="r" b="b"/>
              <a:pathLst>
                <a:path w="6029" h="33365" fill="none" extrusionOk="0">
                  <a:moveTo>
                    <a:pt x="828" y="220"/>
                  </a:moveTo>
                  <a:cubicBezTo>
                    <a:pt x="87" y="459"/>
                    <a:pt x="0" y="804"/>
                    <a:pt x="0" y="804"/>
                  </a:cubicBezTo>
                  <a:lnTo>
                    <a:pt x="0" y="25526"/>
                  </a:lnTo>
                  <a:lnTo>
                    <a:pt x="1809" y="32159"/>
                  </a:lnTo>
                  <a:cubicBezTo>
                    <a:pt x="1809" y="32159"/>
                    <a:pt x="2009" y="33364"/>
                    <a:pt x="3015" y="33364"/>
                  </a:cubicBezTo>
                  <a:cubicBezTo>
                    <a:pt x="4020" y="33364"/>
                    <a:pt x="4221" y="31958"/>
                    <a:pt x="4221" y="31958"/>
                  </a:cubicBezTo>
                  <a:lnTo>
                    <a:pt x="6029" y="25526"/>
                  </a:lnTo>
                  <a:lnTo>
                    <a:pt x="6029" y="804"/>
                  </a:lnTo>
                  <a:cubicBezTo>
                    <a:pt x="6029" y="804"/>
                    <a:pt x="5828" y="0"/>
                    <a:pt x="2612" y="0"/>
                  </a:cubicBezTo>
                  <a:cubicBezTo>
                    <a:pt x="2342" y="0"/>
                    <a:pt x="2098" y="11"/>
                    <a:pt x="1881" y="29"/>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76"/>
            <p:cNvSpPr/>
            <p:nvPr/>
          </p:nvSpPr>
          <p:spPr>
            <a:xfrm rot="1761588">
              <a:off x="7662023" y="2022263"/>
              <a:ext cx="272098" cy="54519"/>
            </a:xfrm>
            <a:custGeom>
              <a:avLst/>
              <a:gdLst/>
              <a:ahLst/>
              <a:cxnLst/>
              <a:rect l="l" t="t" r="r" b="b"/>
              <a:pathLst>
                <a:path w="6029" h="1208" fill="none" extrusionOk="0">
                  <a:moveTo>
                    <a:pt x="0" y="1"/>
                  </a:moveTo>
                  <a:cubicBezTo>
                    <a:pt x="402" y="1007"/>
                    <a:pt x="5225" y="1208"/>
                    <a:pt x="6029" y="1"/>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76"/>
            <p:cNvSpPr/>
            <p:nvPr/>
          </p:nvSpPr>
          <p:spPr>
            <a:xfrm rot="1871112">
              <a:off x="7643831" y="2048200"/>
              <a:ext cx="271175" cy="61651"/>
            </a:xfrm>
            <a:custGeom>
              <a:avLst/>
              <a:gdLst/>
              <a:ahLst/>
              <a:cxnLst/>
              <a:rect l="l" t="t" r="r" b="b"/>
              <a:pathLst>
                <a:path w="6433" h="1408" fill="none" extrusionOk="0">
                  <a:moveTo>
                    <a:pt x="6432" y="1"/>
                  </a:moveTo>
                  <a:cubicBezTo>
                    <a:pt x="6432" y="1"/>
                    <a:pt x="4824" y="1407"/>
                    <a:pt x="0" y="80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76"/>
            <p:cNvSpPr/>
            <p:nvPr/>
          </p:nvSpPr>
          <p:spPr>
            <a:xfrm rot="1871112">
              <a:off x="7625490" y="2087699"/>
              <a:ext cx="271175" cy="52806"/>
            </a:xfrm>
            <a:custGeom>
              <a:avLst/>
              <a:gdLst/>
              <a:ahLst/>
              <a:cxnLst/>
              <a:rect l="l" t="t" r="r" b="b"/>
              <a:pathLst>
                <a:path w="6433" h="1206" fill="none" extrusionOk="0">
                  <a:moveTo>
                    <a:pt x="6432" y="0"/>
                  </a:moveTo>
                  <a:cubicBezTo>
                    <a:pt x="6432" y="0"/>
                    <a:pt x="4824" y="1206"/>
                    <a:pt x="0" y="804"/>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76"/>
            <p:cNvSpPr/>
            <p:nvPr/>
          </p:nvSpPr>
          <p:spPr>
            <a:xfrm rot="1761588">
              <a:off x="7869380" y="1728665"/>
              <a:ext cx="399189" cy="307662"/>
            </a:xfrm>
            <a:custGeom>
              <a:avLst/>
              <a:gdLst/>
              <a:ahLst/>
              <a:cxnLst/>
              <a:rect l="l" t="t" r="r" b="b"/>
              <a:pathLst>
                <a:path w="8845" h="6817" extrusionOk="0">
                  <a:moveTo>
                    <a:pt x="2468" y="0"/>
                  </a:moveTo>
                  <a:cubicBezTo>
                    <a:pt x="1774" y="0"/>
                    <a:pt x="1609" y="332"/>
                    <a:pt x="1609" y="332"/>
                  </a:cubicBezTo>
                  <a:lnTo>
                    <a:pt x="0" y="3146"/>
                  </a:lnTo>
                  <a:cubicBezTo>
                    <a:pt x="0" y="3146"/>
                    <a:pt x="168" y="4203"/>
                    <a:pt x="2614" y="5758"/>
                  </a:cubicBezTo>
                  <a:cubicBezTo>
                    <a:pt x="4021" y="6654"/>
                    <a:pt x="5184" y="6817"/>
                    <a:pt x="5843" y="6817"/>
                  </a:cubicBezTo>
                  <a:cubicBezTo>
                    <a:pt x="6220" y="6817"/>
                    <a:pt x="6432" y="6764"/>
                    <a:pt x="6432" y="6764"/>
                  </a:cubicBezTo>
                  <a:lnTo>
                    <a:pt x="8041" y="4151"/>
                  </a:lnTo>
                  <a:cubicBezTo>
                    <a:pt x="8041" y="4151"/>
                    <a:pt x="8844" y="2945"/>
                    <a:pt x="5628" y="1136"/>
                  </a:cubicBezTo>
                  <a:cubicBezTo>
                    <a:pt x="4039" y="241"/>
                    <a:pt x="3061" y="0"/>
                    <a:pt x="2468" y="0"/>
                  </a:cubicBezTo>
                  <a:close/>
                </a:path>
              </a:pathLst>
            </a:custGeom>
            <a:solidFill>
              <a:schemeClr val="accen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76"/>
            <p:cNvSpPr/>
            <p:nvPr/>
          </p:nvSpPr>
          <p:spPr>
            <a:xfrm rot="1761588">
              <a:off x="7944121" y="1747792"/>
              <a:ext cx="317772" cy="198489"/>
            </a:xfrm>
            <a:custGeom>
              <a:avLst/>
              <a:gdLst/>
              <a:ahLst/>
              <a:cxnLst/>
              <a:rect l="l" t="t" r="r" b="b"/>
              <a:pathLst>
                <a:path w="7041" h="4398" fill="none" extrusionOk="0">
                  <a:moveTo>
                    <a:pt x="619" y="1"/>
                  </a:moveTo>
                  <a:cubicBezTo>
                    <a:pt x="619" y="1"/>
                    <a:pt x="0" y="630"/>
                    <a:pt x="3047" y="2589"/>
                  </a:cubicBezTo>
                  <a:cubicBezTo>
                    <a:pt x="5861" y="4398"/>
                    <a:pt x="7040" y="3724"/>
                    <a:pt x="6953" y="3558"/>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76"/>
            <p:cNvSpPr/>
            <p:nvPr/>
          </p:nvSpPr>
          <p:spPr>
            <a:xfrm rot="1761588">
              <a:off x="8005598" y="1753615"/>
              <a:ext cx="226786" cy="172358"/>
            </a:xfrm>
            <a:custGeom>
              <a:avLst/>
              <a:gdLst/>
              <a:ahLst/>
              <a:cxnLst/>
              <a:rect l="l" t="t" r="r" b="b"/>
              <a:pathLst>
                <a:path w="5025" h="3819" fill="none" extrusionOk="0">
                  <a:moveTo>
                    <a:pt x="1" y="402"/>
                  </a:moveTo>
                  <a:cubicBezTo>
                    <a:pt x="1" y="402"/>
                    <a:pt x="603" y="0"/>
                    <a:pt x="2815" y="1206"/>
                  </a:cubicBezTo>
                  <a:cubicBezTo>
                    <a:pt x="5025" y="2411"/>
                    <a:pt x="5025" y="3216"/>
                    <a:pt x="5025" y="3216"/>
                  </a:cubicBezTo>
                  <a:cubicBezTo>
                    <a:pt x="5025" y="3216"/>
                    <a:pt x="4422" y="3819"/>
                    <a:pt x="2212" y="2411"/>
                  </a:cubicBezTo>
                  <a:cubicBezTo>
                    <a:pt x="1" y="1005"/>
                    <a:pt x="1" y="402"/>
                    <a:pt x="1" y="402"/>
                  </a:cubicBezTo>
                  <a:close/>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76"/>
            <p:cNvSpPr/>
            <p:nvPr/>
          </p:nvSpPr>
          <p:spPr>
            <a:xfrm rot="1761588">
              <a:off x="8014676" y="1778871"/>
              <a:ext cx="200384" cy="123525"/>
            </a:xfrm>
            <a:custGeom>
              <a:avLst/>
              <a:gdLst/>
              <a:ahLst/>
              <a:cxnLst/>
              <a:rect l="l" t="t" r="r" b="b"/>
              <a:pathLst>
                <a:path w="4440" h="2737" fill="none" extrusionOk="0">
                  <a:moveTo>
                    <a:pt x="1" y="211"/>
                  </a:moveTo>
                  <a:cubicBezTo>
                    <a:pt x="582" y="1"/>
                    <a:pt x="3597" y="1206"/>
                    <a:pt x="4440" y="2737"/>
                  </a:cubicBez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76"/>
            <p:cNvSpPr/>
            <p:nvPr/>
          </p:nvSpPr>
          <p:spPr>
            <a:xfrm rot="-10063161">
              <a:off x="7807535" y="1233186"/>
              <a:ext cx="135277" cy="208468"/>
            </a:xfrm>
            <a:custGeom>
              <a:avLst/>
              <a:gdLst/>
              <a:ahLst/>
              <a:cxnLst/>
              <a:rect l="l" t="t" r="r" b="b"/>
              <a:pathLst>
                <a:path w="1627" h="3130" extrusionOk="0">
                  <a:moveTo>
                    <a:pt x="543" y="0"/>
                  </a:moveTo>
                  <a:cubicBezTo>
                    <a:pt x="543" y="0"/>
                    <a:pt x="1" y="1355"/>
                    <a:pt x="273" y="2440"/>
                  </a:cubicBezTo>
                  <a:cubicBezTo>
                    <a:pt x="391" y="2915"/>
                    <a:pt x="666" y="3130"/>
                    <a:pt x="938" y="3130"/>
                  </a:cubicBezTo>
                  <a:cubicBezTo>
                    <a:pt x="1285" y="3130"/>
                    <a:pt x="1627" y="2777"/>
                    <a:pt x="1627" y="2168"/>
                  </a:cubicBezTo>
                  <a:cubicBezTo>
                    <a:pt x="1627" y="1084"/>
                    <a:pt x="1086" y="0"/>
                    <a:pt x="1086" y="0"/>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76"/>
            <p:cNvSpPr/>
            <p:nvPr/>
          </p:nvSpPr>
          <p:spPr>
            <a:xfrm rot="-10063161">
              <a:off x="7798249" y="1210487"/>
              <a:ext cx="90961" cy="152987"/>
            </a:xfrm>
            <a:custGeom>
              <a:avLst/>
              <a:gdLst/>
              <a:ahLst/>
              <a:cxnLst/>
              <a:rect l="l" t="t" r="r" b="b"/>
              <a:pathLst>
                <a:path w="1094" h="2297" extrusionOk="0">
                  <a:moveTo>
                    <a:pt x="720" y="1"/>
                  </a:moveTo>
                  <a:cubicBezTo>
                    <a:pt x="595" y="1"/>
                    <a:pt x="470" y="89"/>
                    <a:pt x="403" y="255"/>
                  </a:cubicBezTo>
                  <a:cubicBezTo>
                    <a:pt x="345" y="398"/>
                    <a:pt x="347" y="559"/>
                    <a:pt x="355" y="712"/>
                  </a:cubicBezTo>
                  <a:cubicBezTo>
                    <a:pt x="363" y="867"/>
                    <a:pt x="377" y="1024"/>
                    <a:pt x="342" y="1176"/>
                  </a:cubicBezTo>
                  <a:cubicBezTo>
                    <a:pt x="285" y="1417"/>
                    <a:pt x="108" y="1614"/>
                    <a:pt x="38" y="1853"/>
                  </a:cubicBezTo>
                  <a:cubicBezTo>
                    <a:pt x="0" y="1984"/>
                    <a:pt x="6" y="2146"/>
                    <a:pt x="113" y="2232"/>
                  </a:cubicBezTo>
                  <a:cubicBezTo>
                    <a:pt x="154" y="2264"/>
                    <a:pt x="206" y="2282"/>
                    <a:pt x="258" y="2290"/>
                  </a:cubicBezTo>
                  <a:cubicBezTo>
                    <a:pt x="284" y="2294"/>
                    <a:pt x="310" y="2296"/>
                    <a:pt x="337" y="2296"/>
                  </a:cubicBezTo>
                  <a:cubicBezTo>
                    <a:pt x="564" y="2296"/>
                    <a:pt x="780" y="2141"/>
                    <a:pt x="899" y="1942"/>
                  </a:cubicBezTo>
                  <a:cubicBezTo>
                    <a:pt x="1030" y="1721"/>
                    <a:pt x="1064" y="1455"/>
                    <a:pt x="1079" y="1197"/>
                  </a:cubicBezTo>
                  <a:cubicBezTo>
                    <a:pt x="1090" y="1010"/>
                    <a:pt x="1094" y="825"/>
                    <a:pt x="1089" y="638"/>
                  </a:cubicBezTo>
                  <a:cubicBezTo>
                    <a:pt x="1087" y="495"/>
                    <a:pt x="1077" y="347"/>
                    <a:pt x="1014" y="218"/>
                  </a:cubicBezTo>
                  <a:cubicBezTo>
                    <a:pt x="944" y="71"/>
                    <a:pt x="832" y="1"/>
                    <a:pt x="720" y="1"/>
                  </a:cubicBezTo>
                  <a:close/>
                </a:path>
              </a:pathLst>
            </a:custGeom>
            <a:solidFill>
              <a:schemeClr val="accen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8" name="Google Shape;2448;p76"/>
          <p:cNvGrpSpPr/>
          <p:nvPr/>
        </p:nvGrpSpPr>
        <p:grpSpPr>
          <a:xfrm rot="-764294">
            <a:off x="483274" y="1543122"/>
            <a:ext cx="1902760" cy="2057235"/>
            <a:chOff x="581729" y="1229393"/>
            <a:chExt cx="1902736" cy="2057209"/>
          </a:xfrm>
        </p:grpSpPr>
        <p:sp>
          <p:nvSpPr>
            <p:cNvPr id="2449" name="Google Shape;2449;p76"/>
            <p:cNvSpPr/>
            <p:nvPr/>
          </p:nvSpPr>
          <p:spPr>
            <a:xfrm rot="-1223277">
              <a:off x="673077" y="2188007"/>
              <a:ext cx="1695283" cy="829273"/>
            </a:xfrm>
            <a:custGeom>
              <a:avLst/>
              <a:gdLst/>
              <a:ahLst/>
              <a:cxnLst/>
              <a:rect l="l" t="t" r="r" b="b"/>
              <a:pathLst>
                <a:path w="32625" h="15959" extrusionOk="0">
                  <a:moveTo>
                    <a:pt x="153" y="1"/>
                  </a:moveTo>
                  <a:cubicBezTo>
                    <a:pt x="68" y="1"/>
                    <a:pt x="1" y="68"/>
                    <a:pt x="1" y="153"/>
                  </a:cubicBezTo>
                  <a:lnTo>
                    <a:pt x="1" y="15806"/>
                  </a:lnTo>
                  <a:cubicBezTo>
                    <a:pt x="1" y="15891"/>
                    <a:pt x="68" y="15958"/>
                    <a:pt x="153" y="15958"/>
                  </a:cubicBezTo>
                  <a:lnTo>
                    <a:pt x="32471" y="15958"/>
                  </a:lnTo>
                  <a:cubicBezTo>
                    <a:pt x="32556" y="15958"/>
                    <a:pt x="32625" y="15891"/>
                    <a:pt x="32625" y="15806"/>
                  </a:cubicBezTo>
                  <a:lnTo>
                    <a:pt x="32625" y="153"/>
                  </a:lnTo>
                  <a:cubicBezTo>
                    <a:pt x="32625" y="68"/>
                    <a:pt x="32556" y="1"/>
                    <a:pt x="32471" y="1"/>
                  </a:cubicBezTo>
                  <a:close/>
                </a:path>
              </a:pathLst>
            </a:custGeom>
            <a:solidFill>
              <a:schemeClr val="l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76"/>
            <p:cNvSpPr/>
            <p:nvPr/>
          </p:nvSpPr>
          <p:spPr>
            <a:xfrm rot="-1223277">
              <a:off x="850259" y="2288265"/>
              <a:ext cx="1414528" cy="637270"/>
            </a:xfrm>
            <a:custGeom>
              <a:avLst/>
              <a:gdLst/>
              <a:ahLst/>
              <a:cxnLst/>
              <a:rect l="l" t="t" r="r" b="b"/>
              <a:pathLst>
                <a:path w="27222" h="12264" extrusionOk="0">
                  <a:moveTo>
                    <a:pt x="23549" y="1"/>
                  </a:moveTo>
                  <a:lnTo>
                    <a:pt x="22343" y="1"/>
                  </a:lnTo>
                  <a:cubicBezTo>
                    <a:pt x="21985" y="1"/>
                    <a:pt x="21633" y="127"/>
                    <a:pt x="21373" y="374"/>
                  </a:cubicBezTo>
                  <a:cubicBezTo>
                    <a:pt x="20814" y="909"/>
                    <a:pt x="19696" y="1256"/>
                    <a:pt x="18972" y="1256"/>
                  </a:cubicBezTo>
                  <a:cubicBezTo>
                    <a:pt x="18249" y="1256"/>
                    <a:pt x="17496" y="937"/>
                    <a:pt x="17032" y="443"/>
                  </a:cubicBezTo>
                  <a:cubicBezTo>
                    <a:pt x="16762" y="156"/>
                    <a:pt x="16379" y="1"/>
                    <a:pt x="15986" y="1"/>
                  </a:cubicBezTo>
                  <a:lnTo>
                    <a:pt x="3674" y="1"/>
                  </a:lnTo>
                  <a:cubicBezTo>
                    <a:pt x="1644" y="1"/>
                    <a:pt x="0" y="1604"/>
                    <a:pt x="0" y="3581"/>
                  </a:cubicBezTo>
                  <a:lnTo>
                    <a:pt x="0" y="8685"/>
                  </a:lnTo>
                  <a:cubicBezTo>
                    <a:pt x="0" y="10661"/>
                    <a:pt x="1645" y="12264"/>
                    <a:pt x="3674" y="12264"/>
                  </a:cubicBezTo>
                  <a:lnTo>
                    <a:pt x="15862" y="12264"/>
                  </a:lnTo>
                  <a:cubicBezTo>
                    <a:pt x="16266" y="12264"/>
                    <a:pt x="16660" y="12109"/>
                    <a:pt x="16936" y="11814"/>
                  </a:cubicBezTo>
                  <a:cubicBezTo>
                    <a:pt x="17451" y="11264"/>
                    <a:pt x="18366" y="10816"/>
                    <a:pt x="19060" y="10816"/>
                  </a:cubicBezTo>
                  <a:cubicBezTo>
                    <a:pt x="19754" y="10816"/>
                    <a:pt x="20709" y="11264"/>
                    <a:pt x="21242" y="11814"/>
                  </a:cubicBezTo>
                  <a:cubicBezTo>
                    <a:pt x="21512" y="12094"/>
                    <a:pt x="21876" y="12264"/>
                    <a:pt x="22265" y="12264"/>
                  </a:cubicBezTo>
                  <a:lnTo>
                    <a:pt x="23547" y="12264"/>
                  </a:lnTo>
                  <a:cubicBezTo>
                    <a:pt x="25578" y="12264"/>
                    <a:pt x="27222" y="10661"/>
                    <a:pt x="27222" y="8685"/>
                  </a:cubicBezTo>
                  <a:lnTo>
                    <a:pt x="27222" y="3581"/>
                  </a:lnTo>
                  <a:cubicBezTo>
                    <a:pt x="27222" y="1604"/>
                    <a:pt x="25577" y="1"/>
                    <a:pt x="23547" y="1"/>
                  </a:cubicBezTo>
                  <a:close/>
                </a:path>
              </a:pathLst>
            </a:custGeom>
            <a:solidFill>
              <a:schemeClr val="accent1"/>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76"/>
            <p:cNvSpPr/>
            <p:nvPr/>
          </p:nvSpPr>
          <p:spPr>
            <a:xfrm rot="-1223277">
              <a:off x="1707468" y="2440212"/>
              <a:ext cx="239652" cy="239652"/>
            </a:xfrm>
            <a:custGeom>
              <a:avLst/>
              <a:gdLst/>
              <a:ahLst/>
              <a:cxnLst/>
              <a:rect l="l" t="t" r="r" b="b"/>
              <a:pathLst>
                <a:path w="4612" h="4612" fill="none" extrusionOk="0">
                  <a:moveTo>
                    <a:pt x="4611" y="2307"/>
                  </a:moveTo>
                  <a:cubicBezTo>
                    <a:pt x="4611" y="3579"/>
                    <a:pt x="3580" y="4611"/>
                    <a:pt x="2306" y="4611"/>
                  </a:cubicBezTo>
                  <a:cubicBezTo>
                    <a:pt x="1033" y="4611"/>
                    <a:pt x="1" y="3579"/>
                    <a:pt x="1" y="2307"/>
                  </a:cubicBezTo>
                  <a:cubicBezTo>
                    <a:pt x="1" y="1034"/>
                    <a:pt x="1033" y="1"/>
                    <a:pt x="2306" y="1"/>
                  </a:cubicBezTo>
                  <a:cubicBezTo>
                    <a:pt x="3580" y="1"/>
                    <a:pt x="4611" y="1034"/>
                    <a:pt x="4611" y="2307"/>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76"/>
            <p:cNvSpPr/>
            <p:nvPr/>
          </p:nvSpPr>
          <p:spPr>
            <a:xfrm rot="-1223277">
              <a:off x="1784638" y="2517428"/>
              <a:ext cx="85323" cy="85271"/>
            </a:xfrm>
            <a:custGeom>
              <a:avLst/>
              <a:gdLst/>
              <a:ahLst/>
              <a:cxnLst/>
              <a:rect l="l" t="t" r="r" b="b"/>
              <a:pathLst>
                <a:path w="1642" h="1641" extrusionOk="0">
                  <a:moveTo>
                    <a:pt x="1642" y="821"/>
                  </a:moveTo>
                  <a:cubicBezTo>
                    <a:pt x="1642" y="1273"/>
                    <a:pt x="1274" y="1641"/>
                    <a:pt x="821" y="1641"/>
                  </a:cubicBezTo>
                  <a:cubicBezTo>
                    <a:pt x="368" y="1641"/>
                    <a:pt x="0" y="1273"/>
                    <a:pt x="0" y="821"/>
                  </a:cubicBezTo>
                  <a:cubicBezTo>
                    <a:pt x="0" y="367"/>
                    <a:pt x="368" y="0"/>
                    <a:pt x="821" y="0"/>
                  </a:cubicBezTo>
                  <a:cubicBezTo>
                    <a:pt x="1274" y="0"/>
                    <a:pt x="1642" y="367"/>
                    <a:pt x="1642" y="821"/>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76"/>
            <p:cNvSpPr/>
            <p:nvPr/>
          </p:nvSpPr>
          <p:spPr>
            <a:xfrm rot="-1223277">
              <a:off x="1101877" y="2608411"/>
              <a:ext cx="551792" cy="237469"/>
            </a:xfrm>
            <a:custGeom>
              <a:avLst/>
              <a:gdLst/>
              <a:ahLst/>
              <a:cxnLst/>
              <a:rect l="l" t="t" r="r" b="b"/>
              <a:pathLst>
                <a:path w="10619" h="4570" extrusionOk="0">
                  <a:moveTo>
                    <a:pt x="8334" y="4569"/>
                  </a:moveTo>
                  <a:lnTo>
                    <a:pt x="2285" y="4569"/>
                  </a:lnTo>
                  <a:cubicBezTo>
                    <a:pt x="1024" y="4569"/>
                    <a:pt x="1" y="3546"/>
                    <a:pt x="1" y="2285"/>
                  </a:cubicBezTo>
                  <a:lnTo>
                    <a:pt x="1" y="2285"/>
                  </a:lnTo>
                  <a:cubicBezTo>
                    <a:pt x="1" y="1022"/>
                    <a:pt x="1024" y="0"/>
                    <a:pt x="2285" y="0"/>
                  </a:cubicBezTo>
                  <a:lnTo>
                    <a:pt x="8334" y="0"/>
                  </a:lnTo>
                  <a:cubicBezTo>
                    <a:pt x="9596" y="0"/>
                    <a:pt x="10618" y="1024"/>
                    <a:pt x="10618" y="2285"/>
                  </a:cubicBezTo>
                  <a:lnTo>
                    <a:pt x="10618" y="2285"/>
                  </a:lnTo>
                  <a:cubicBezTo>
                    <a:pt x="10618" y="3546"/>
                    <a:pt x="9596" y="4569"/>
                    <a:pt x="8334" y="4569"/>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76"/>
            <p:cNvSpPr/>
            <p:nvPr/>
          </p:nvSpPr>
          <p:spPr>
            <a:xfrm rot="-1223277">
              <a:off x="1179225" y="2676966"/>
              <a:ext cx="398086" cy="103042"/>
            </a:xfrm>
            <a:custGeom>
              <a:avLst/>
              <a:gdLst/>
              <a:ahLst/>
              <a:cxnLst/>
              <a:rect l="l" t="t" r="r" b="b"/>
              <a:pathLst>
                <a:path w="7661" h="1983" extrusionOk="0">
                  <a:moveTo>
                    <a:pt x="47" y="0"/>
                  </a:moveTo>
                  <a:cubicBezTo>
                    <a:pt x="21" y="0"/>
                    <a:pt x="0" y="22"/>
                    <a:pt x="0" y="49"/>
                  </a:cubicBezTo>
                  <a:lnTo>
                    <a:pt x="0" y="1934"/>
                  </a:lnTo>
                  <a:cubicBezTo>
                    <a:pt x="0" y="1960"/>
                    <a:pt x="21" y="1982"/>
                    <a:pt x="47" y="1982"/>
                  </a:cubicBezTo>
                  <a:lnTo>
                    <a:pt x="7614" y="1982"/>
                  </a:lnTo>
                  <a:cubicBezTo>
                    <a:pt x="7640" y="1982"/>
                    <a:pt x="7661" y="1960"/>
                    <a:pt x="7661" y="1934"/>
                  </a:cubicBezTo>
                  <a:lnTo>
                    <a:pt x="7661" y="49"/>
                  </a:lnTo>
                  <a:cubicBezTo>
                    <a:pt x="7661" y="22"/>
                    <a:pt x="7640" y="0"/>
                    <a:pt x="7614" y="0"/>
                  </a:cubicBezTo>
                  <a:close/>
                </a:path>
              </a:pathLst>
            </a:custGeom>
            <a:solidFill>
              <a:schemeClr val="accent4"/>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76"/>
            <p:cNvSpPr/>
            <p:nvPr/>
          </p:nvSpPr>
          <p:spPr>
            <a:xfrm rot="-1223277">
              <a:off x="1393291" y="2424267"/>
              <a:ext cx="52" cy="98469"/>
            </a:xfrm>
            <a:custGeom>
              <a:avLst/>
              <a:gdLst/>
              <a:ahLst/>
              <a:cxnLst/>
              <a:rect l="l" t="t" r="r" b="b"/>
              <a:pathLst>
                <a:path w="1" h="1895" fill="none" extrusionOk="0">
                  <a:moveTo>
                    <a:pt x="0" y="1"/>
                  </a:moveTo>
                  <a:lnTo>
                    <a:pt x="0" y="189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76"/>
            <p:cNvSpPr/>
            <p:nvPr/>
          </p:nvSpPr>
          <p:spPr>
            <a:xfrm rot="-1223277">
              <a:off x="1310636" y="2454984"/>
              <a:ext cx="52" cy="98469"/>
            </a:xfrm>
            <a:custGeom>
              <a:avLst/>
              <a:gdLst/>
              <a:ahLst/>
              <a:cxnLst/>
              <a:rect l="l" t="t" r="r" b="b"/>
              <a:pathLst>
                <a:path w="1" h="1895" fill="none" extrusionOk="0">
                  <a:moveTo>
                    <a:pt x="0" y="1"/>
                  </a:moveTo>
                  <a:lnTo>
                    <a:pt x="0" y="189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76"/>
            <p:cNvSpPr/>
            <p:nvPr/>
          </p:nvSpPr>
          <p:spPr>
            <a:xfrm rot="-1223277">
              <a:off x="1227883" y="2485738"/>
              <a:ext cx="52" cy="98469"/>
            </a:xfrm>
            <a:custGeom>
              <a:avLst/>
              <a:gdLst/>
              <a:ahLst/>
              <a:cxnLst/>
              <a:rect l="l" t="t" r="r" b="b"/>
              <a:pathLst>
                <a:path w="1" h="1895" fill="none" extrusionOk="0">
                  <a:moveTo>
                    <a:pt x="1" y="1"/>
                  </a:moveTo>
                  <a:lnTo>
                    <a:pt x="1" y="1894"/>
                  </a:lnTo>
                </a:path>
              </a:pathLst>
            </a:custGeom>
            <a:no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76"/>
            <p:cNvSpPr/>
            <p:nvPr/>
          </p:nvSpPr>
          <p:spPr>
            <a:xfrm rot="-1223277">
              <a:off x="1697413" y="1327633"/>
              <a:ext cx="688246" cy="691000"/>
            </a:xfrm>
            <a:custGeom>
              <a:avLst/>
              <a:gdLst/>
              <a:ahLst/>
              <a:cxnLst/>
              <a:rect l="l" t="t" r="r" b="b"/>
              <a:pathLst>
                <a:path w="13245" h="13298" extrusionOk="0">
                  <a:moveTo>
                    <a:pt x="8272" y="0"/>
                  </a:moveTo>
                  <a:cubicBezTo>
                    <a:pt x="8251" y="0"/>
                    <a:pt x="8230" y="8"/>
                    <a:pt x="8214" y="24"/>
                  </a:cubicBezTo>
                  <a:lnTo>
                    <a:pt x="20" y="8382"/>
                  </a:lnTo>
                  <a:cubicBezTo>
                    <a:pt x="0" y="8402"/>
                    <a:pt x="1" y="8436"/>
                    <a:pt x="22" y="8454"/>
                  </a:cubicBezTo>
                  <a:lnTo>
                    <a:pt x="4946" y="13284"/>
                  </a:lnTo>
                  <a:cubicBezTo>
                    <a:pt x="4956" y="13293"/>
                    <a:pt x="4969" y="13298"/>
                    <a:pt x="4982" y="13298"/>
                  </a:cubicBezTo>
                  <a:cubicBezTo>
                    <a:pt x="4996" y="13298"/>
                    <a:pt x="5009" y="13293"/>
                    <a:pt x="5020" y="13282"/>
                  </a:cubicBezTo>
                  <a:lnTo>
                    <a:pt x="13212" y="4924"/>
                  </a:lnTo>
                  <a:cubicBezTo>
                    <a:pt x="13244" y="4892"/>
                    <a:pt x="13243" y="4840"/>
                    <a:pt x="13211" y="4810"/>
                  </a:cubicBezTo>
                  <a:lnTo>
                    <a:pt x="8329" y="23"/>
                  </a:lnTo>
                  <a:cubicBezTo>
                    <a:pt x="8313" y="8"/>
                    <a:pt x="8292" y="0"/>
                    <a:pt x="8272" y="0"/>
                  </a:cubicBez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76"/>
            <p:cNvSpPr/>
            <p:nvPr/>
          </p:nvSpPr>
          <p:spPr>
            <a:xfrm rot="-1223277">
              <a:off x="1993921" y="1401552"/>
              <a:ext cx="267868" cy="420638"/>
            </a:xfrm>
            <a:custGeom>
              <a:avLst/>
              <a:gdLst/>
              <a:ahLst/>
              <a:cxnLst/>
              <a:rect l="l" t="t" r="r" b="b"/>
              <a:pathLst>
                <a:path w="5155" h="8095" extrusionOk="0">
                  <a:moveTo>
                    <a:pt x="4710" y="4081"/>
                  </a:moveTo>
                  <a:cubicBezTo>
                    <a:pt x="5155" y="3628"/>
                    <a:pt x="5146" y="2901"/>
                    <a:pt x="4694" y="2458"/>
                  </a:cubicBezTo>
                  <a:lnTo>
                    <a:pt x="2641" y="445"/>
                  </a:lnTo>
                  <a:cubicBezTo>
                    <a:pt x="2188" y="1"/>
                    <a:pt x="1461" y="8"/>
                    <a:pt x="1017" y="461"/>
                  </a:cubicBezTo>
                  <a:lnTo>
                    <a:pt x="1" y="1497"/>
                  </a:lnTo>
                  <a:lnTo>
                    <a:pt x="662" y="7984"/>
                  </a:lnTo>
                  <a:lnTo>
                    <a:pt x="776" y="8094"/>
                  </a:lnTo>
                  <a:lnTo>
                    <a:pt x="4710" y="4081"/>
                  </a:ln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76"/>
            <p:cNvSpPr/>
            <p:nvPr/>
          </p:nvSpPr>
          <p:spPr>
            <a:xfrm rot="-1223277">
              <a:off x="1740412" y="1873547"/>
              <a:ext cx="293225" cy="291251"/>
            </a:xfrm>
            <a:custGeom>
              <a:avLst/>
              <a:gdLst/>
              <a:ahLst/>
              <a:cxnLst/>
              <a:rect l="l" t="t" r="r" b="b"/>
              <a:pathLst>
                <a:path w="5643" h="5605" extrusionOk="0">
                  <a:moveTo>
                    <a:pt x="1936" y="1"/>
                  </a:moveTo>
                  <a:lnTo>
                    <a:pt x="19" y="1957"/>
                  </a:lnTo>
                  <a:cubicBezTo>
                    <a:pt x="0" y="1976"/>
                    <a:pt x="0" y="2007"/>
                    <a:pt x="20" y="2026"/>
                  </a:cubicBezTo>
                  <a:lnTo>
                    <a:pt x="3656" y="5590"/>
                  </a:lnTo>
                  <a:cubicBezTo>
                    <a:pt x="3665" y="5600"/>
                    <a:pt x="3678" y="5605"/>
                    <a:pt x="3691" y="5605"/>
                  </a:cubicBezTo>
                  <a:cubicBezTo>
                    <a:pt x="3703" y="5605"/>
                    <a:pt x="3716" y="5600"/>
                    <a:pt x="3726" y="5590"/>
                  </a:cubicBezTo>
                  <a:lnTo>
                    <a:pt x="5642" y="3634"/>
                  </a:lnTo>
                  <a:lnTo>
                    <a:pt x="1936" y="1"/>
                  </a:ln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76"/>
            <p:cNvSpPr/>
            <p:nvPr/>
          </p:nvSpPr>
          <p:spPr>
            <a:xfrm rot="-1223277">
              <a:off x="1734800" y="2027662"/>
              <a:ext cx="205824" cy="204213"/>
            </a:xfrm>
            <a:custGeom>
              <a:avLst/>
              <a:gdLst/>
              <a:ahLst/>
              <a:cxnLst/>
              <a:rect l="l" t="t" r="r" b="b"/>
              <a:pathLst>
                <a:path w="3961" h="3930" extrusionOk="0">
                  <a:moveTo>
                    <a:pt x="1295" y="1"/>
                  </a:moveTo>
                  <a:lnTo>
                    <a:pt x="15" y="1305"/>
                  </a:lnTo>
                  <a:cubicBezTo>
                    <a:pt x="1" y="1320"/>
                    <a:pt x="2" y="1342"/>
                    <a:pt x="15" y="1355"/>
                  </a:cubicBezTo>
                  <a:lnTo>
                    <a:pt x="2632" y="3920"/>
                  </a:lnTo>
                  <a:cubicBezTo>
                    <a:pt x="2639" y="3926"/>
                    <a:pt x="2648" y="3929"/>
                    <a:pt x="2656" y="3929"/>
                  </a:cubicBezTo>
                  <a:cubicBezTo>
                    <a:pt x="2665" y="3929"/>
                    <a:pt x="2674" y="3926"/>
                    <a:pt x="2680" y="3920"/>
                  </a:cubicBezTo>
                  <a:lnTo>
                    <a:pt x="3960" y="2614"/>
                  </a:lnTo>
                  <a:lnTo>
                    <a:pt x="1295" y="1"/>
                  </a:lnTo>
                  <a:close/>
                </a:path>
              </a:pathLst>
            </a:custGeom>
            <a:solidFill>
              <a:schemeClr val="l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76"/>
            <p:cNvSpPr/>
            <p:nvPr/>
          </p:nvSpPr>
          <p:spPr>
            <a:xfrm rot="-1223277">
              <a:off x="1702685" y="2142372"/>
              <a:ext cx="176257" cy="177505"/>
            </a:xfrm>
            <a:custGeom>
              <a:avLst/>
              <a:gdLst/>
              <a:ahLst/>
              <a:cxnLst/>
              <a:rect l="l" t="t" r="r" b="b"/>
              <a:pathLst>
                <a:path w="3392" h="3416" extrusionOk="0">
                  <a:moveTo>
                    <a:pt x="472" y="3416"/>
                  </a:moveTo>
                  <a:lnTo>
                    <a:pt x="3392" y="1688"/>
                  </a:lnTo>
                  <a:lnTo>
                    <a:pt x="1670" y="0"/>
                  </a:lnTo>
                  <a:lnTo>
                    <a:pt x="1" y="2954"/>
                  </a:lnTo>
                  <a:close/>
                </a:path>
              </a:pathLst>
            </a:custGeom>
            <a:solidFill>
              <a:schemeClr val="accent4"/>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76"/>
            <p:cNvSpPr/>
            <p:nvPr/>
          </p:nvSpPr>
          <p:spPr>
            <a:xfrm rot="-1223277">
              <a:off x="1773960" y="2448168"/>
              <a:ext cx="38764" cy="38660"/>
            </a:xfrm>
            <a:custGeom>
              <a:avLst/>
              <a:gdLst/>
              <a:ahLst/>
              <a:cxnLst/>
              <a:rect l="l" t="t" r="r" b="b"/>
              <a:pathLst>
                <a:path w="746" h="744" extrusionOk="0">
                  <a:moveTo>
                    <a:pt x="373" y="0"/>
                  </a:moveTo>
                  <a:cubicBezTo>
                    <a:pt x="167" y="0"/>
                    <a:pt x="1" y="167"/>
                    <a:pt x="1" y="373"/>
                  </a:cubicBezTo>
                  <a:cubicBezTo>
                    <a:pt x="1" y="577"/>
                    <a:pt x="167" y="744"/>
                    <a:pt x="373" y="744"/>
                  </a:cubicBezTo>
                  <a:cubicBezTo>
                    <a:pt x="579" y="744"/>
                    <a:pt x="745" y="577"/>
                    <a:pt x="745" y="373"/>
                  </a:cubicBezTo>
                  <a:cubicBezTo>
                    <a:pt x="745" y="167"/>
                    <a:pt x="579" y="0"/>
                    <a:pt x="373"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76"/>
            <p:cNvSpPr/>
            <p:nvPr/>
          </p:nvSpPr>
          <p:spPr>
            <a:xfrm rot="-1223277">
              <a:off x="1754813" y="2383546"/>
              <a:ext cx="24267" cy="24215"/>
            </a:xfrm>
            <a:custGeom>
              <a:avLst/>
              <a:gdLst/>
              <a:ahLst/>
              <a:cxnLst/>
              <a:rect l="l" t="t" r="r" b="b"/>
              <a:pathLst>
                <a:path w="467" h="466" extrusionOk="0">
                  <a:moveTo>
                    <a:pt x="234" y="0"/>
                  </a:moveTo>
                  <a:cubicBezTo>
                    <a:pt x="105" y="0"/>
                    <a:pt x="1" y="105"/>
                    <a:pt x="1" y="233"/>
                  </a:cubicBezTo>
                  <a:cubicBezTo>
                    <a:pt x="1" y="362"/>
                    <a:pt x="105" y="466"/>
                    <a:pt x="234" y="466"/>
                  </a:cubicBezTo>
                  <a:cubicBezTo>
                    <a:pt x="363" y="466"/>
                    <a:pt x="467" y="362"/>
                    <a:pt x="467" y="233"/>
                  </a:cubicBezTo>
                  <a:cubicBezTo>
                    <a:pt x="467" y="105"/>
                    <a:pt x="363" y="0"/>
                    <a:pt x="234" y="0"/>
                  </a:cubicBezTo>
                  <a:close/>
                </a:path>
              </a:pathLst>
            </a:custGeom>
            <a:solidFill>
              <a:schemeClr val="accent2"/>
            </a:solidFill>
            <a:ln w="95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5" name="Google Shape;2465;p76"/>
          <p:cNvSpPr/>
          <p:nvPr/>
        </p:nvSpPr>
        <p:spPr>
          <a:xfrm>
            <a:off x="7711253" y="572473"/>
            <a:ext cx="818255" cy="778184"/>
          </a:xfrm>
          <a:custGeom>
            <a:avLst/>
            <a:gdLst/>
            <a:ahLst/>
            <a:cxnLst/>
            <a:rect l="l" t="t" r="r" b="b"/>
            <a:pathLst>
              <a:path w="31018" h="29499" extrusionOk="0">
                <a:moveTo>
                  <a:pt x="10717" y="0"/>
                </a:moveTo>
                <a:lnTo>
                  <a:pt x="10952" y="8477"/>
                </a:lnTo>
                <a:lnTo>
                  <a:pt x="2963" y="5634"/>
                </a:lnTo>
                <a:lnTo>
                  <a:pt x="8134" y="12353"/>
                </a:lnTo>
                <a:lnTo>
                  <a:pt x="1" y="14750"/>
                </a:lnTo>
                <a:lnTo>
                  <a:pt x="8134" y="17146"/>
                </a:lnTo>
                <a:lnTo>
                  <a:pt x="2963" y="23864"/>
                </a:lnTo>
                <a:lnTo>
                  <a:pt x="10952" y="21022"/>
                </a:lnTo>
                <a:lnTo>
                  <a:pt x="10717" y="29498"/>
                </a:lnTo>
                <a:lnTo>
                  <a:pt x="10717" y="29498"/>
                </a:lnTo>
                <a:lnTo>
                  <a:pt x="15509" y="22503"/>
                </a:lnTo>
                <a:lnTo>
                  <a:pt x="20302" y="29498"/>
                </a:lnTo>
                <a:lnTo>
                  <a:pt x="20066" y="21022"/>
                </a:lnTo>
                <a:lnTo>
                  <a:pt x="28056" y="23864"/>
                </a:lnTo>
                <a:lnTo>
                  <a:pt x="22884" y="17146"/>
                </a:lnTo>
                <a:lnTo>
                  <a:pt x="31018" y="14750"/>
                </a:lnTo>
                <a:lnTo>
                  <a:pt x="22884" y="12353"/>
                </a:lnTo>
                <a:lnTo>
                  <a:pt x="28056" y="5634"/>
                </a:lnTo>
                <a:lnTo>
                  <a:pt x="20066" y="8477"/>
                </a:lnTo>
                <a:lnTo>
                  <a:pt x="20302" y="0"/>
                </a:lnTo>
                <a:lnTo>
                  <a:pt x="15509" y="6996"/>
                </a:lnTo>
                <a:lnTo>
                  <a:pt x="10717" y="0"/>
                </a:lnTo>
                <a:close/>
              </a:path>
            </a:pathLst>
          </a:custGeom>
          <a:solidFill>
            <a:schemeClr val="lt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76"/>
          <p:cNvSpPr/>
          <p:nvPr/>
        </p:nvSpPr>
        <p:spPr>
          <a:xfrm>
            <a:off x="614492" y="534990"/>
            <a:ext cx="818258" cy="815667"/>
          </a:xfrm>
          <a:custGeom>
            <a:avLst/>
            <a:gdLst/>
            <a:ahLst/>
            <a:cxnLst/>
            <a:rect l="l" t="t" r="r" b="b"/>
            <a:pathLst>
              <a:path w="31270" h="31168" extrusionOk="0">
                <a:moveTo>
                  <a:pt x="16437" y="1"/>
                </a:moveTo>
                <a:cubicBezTo>
                  <a:pt x="14517" y="1"/>
                  <a:pt x="12785" y="2199"/>
                  <a:pt x="12075" y="5286"/>
                </a:cubicBezTo>
                <a:cubicBezTo>
                  <a:pt x="10453" y="4004"/>
                  <a:pt x="8727" y="3293"/>
                  <a:pt x="7310" y="3293"/>
                </a:cubicBezTo>
                <a:cubicBezTo>
                  <a:pt x="6515" y="3293"/>
                  <a:pt x="5817" y="3516"/>
                  <a:pt x="5289" y="3989"/>
                </a:cubicBezTo>
                <a:cubicBezTo>
                  <a:pt x="3827" y="5296"/>
                  <a:pt x="4113" y="8106"/>
                  <a:pt x="5795" y="10834"/>
                </a:cubicBezTo>
                <a:cubicBezTo>
                  <a:pt x="2605" y="11216"/>
                  <a:pt x="220" y="12749"/>
                  <a:pt x="110" y="14710"/>
                </a:cubicBezTo>
                <a:cubicBezTo>
                  <a:pt x="0" y="16683"/>
                  <a:pt x="2221" y="18481"/>
                  <a:pt x="5374" y="19209"/>
                </a:cubicBezTo>
                <a:cubicBezTo>
                  <a:pt x="3357" y="21748"/>
                  <a:pt x="2736" y="24546"/>
                  <a:pt x="4055" y="26022"/>
                </a:cubicBezTo>
                <a:cubicBezTo>
                  <a:pt x="4627" y="26662"/>
                  <a:pt x="5488" y="26967"/>
                  <a:pt x="6502" y="26967"/>
                </a:cubicBezTo>
                <a:cubicBezTo>
                  <a:pt x="7819" y="26967"/>
                  <a:pt x="9395" y="26454"/>
                  <a:pt x="10942" y="25491"/>
                </a:cubicBezTo>
                <a:cubicBezTo>
                  <a:pt x="11327" y="28674"/>
                  <a:pt x="12858" y="31053"/>
                  <a:pt x="14817" y="31163"/>
                </a:cubicBezTo>
                <a:cubicBezTo>
                  <a:pt x="14864" y="31166"/>
                  <a:pt x="14911" y="31167"/>
                  <a:pt x="14958" y="31167"/>
                </a:cubicBezTo>
                <a:cubicBezTo>
                  <a:pt x="16867" y="31167"/>
                  <a:pt x="18591" y="28994"/>
                  <a:pt x="19308" y="25936"/>
                </a:cubicBezTo>
                <a:cubicBezTo>
                  <a:pt x="20909" y="27180"/>
                  <a:pt x="22602" y="27870"/>
                  <a:pt x="23997" y="27870"/>
                </a:cubicBezTo>
                <a:cubicBezTo>
                  <a:pt x="24791" y="27870"/>
                  <a:pt x="25488" y="27646"/>
                  <a:pt x="26015" y="27174"/>
                </a:cubicBezTo>
                <a:cubicBezTo>
                  <a:pt x="27478" y="25866"/>
                  <a:pt x="27191" y="23052"/>
                  <a:pt x="25506" y="20322"/>
                </a:cubicBezTo>
                <a:cubicBezTo>
                  <a:pt x="28680" y="19934"/>
                  <a:pt x="31051" y="18406"/>
                  <a:pt x="31161" y="16450"/>
                </a:cubicBezTo>
                <a:cubicBezTo>
                  <a:pt x="31270" y="14511"/>
                  <a:pt x="29124" y="12744"/>
                  <a:pt x="26057" y="11992"/>
                </a:cubicBezTo>
                <a:cubicBezTo>
                  <a:pt x="28040" y="9467"/>
                  <a:pt x="28641" y="6699"/>
                  <a:pt x="27332" y="5234"/>
                </a:cubicBezTo>
                <a:cubicBezTo>
                  <a:pt x="26760" y="4594"/>
                  <a:pt x="25900" y="4289"/>
                  <a:pt x="24885" y="4289"/>
                </a:cubicBezTo>
                <a:cubicBezTo>
                  <a:pt x="23573" y="4289"/>
                  <a:pt x="22003" y="4798"/>
                  <a:pt x="20462" y="5754"/>
                </a:cubicBezTo>
                <a:cubicBezTo>
                  <a:pt x="20093" y="2531"/>
                  <a:pt x="18554" y="115"/>
                  <a:pt x="16578" y="5"/>
                </a:cubicBezTo>
                <a:cubicBezTo>
                  <a:pt x="16531" y="2"/>
                  <a:pt x="16484" y="1"/>
                  <a:pt x="16437" y="1"/>
                </a:cubicBezTo>
                <a:close/>
              </a:path>
            </a:pathLst>
          </a:cu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7" name="Google Shape;2467;p76"/>
          <p:cNvGrpSpPr/>
          <p:nvPr/>
        </p:nvGrpSpPr>
        <p:grpSpPr>
          <a:xfrm>
            <a:off x="1216859" y="392114"/>
            <a:ext cx="6710281" cy="4067114"/>
            <a:chOff x="1216859" y="392114"/>
            <a:chExt cx="6710281" cy="4067114"/>
          </a:xfrm>
        </p:grpSpPr>
        <p:grpSp>
          <p:nvGrpSpPr>
            <p:cNvPr id="2468" name="Google Shape;2468;p76"/>
            <p:cNvGrpSpPr/>
            <p:nvPr/>
          </p:nvGrpSpPr>
          <p:grpSpPr>
            <a:xfrm>
              <a:off x="7037663" y="534989"/>
              <a:ext cx="389750" cy="385750"/>
              <a:chOff x="3382475" y="1831100"/>
              <a:chExt cx="389750" cy="385750"/>
            </a:xfrm>
          </p:grpSpPr>
          <p:sp>
            <p:nvSpPr>
              <p:cNvPr id="2469" name="Google Shape;2469;p7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7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7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7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3" name="Google Shape;2473;p76"/>
            <p:cNvGrpSpPr/>
            <p:nvPr/>
          </p:nvGrpSpPr>
          <p:grpSpPr>
            <a:xfrm>
              <a:off x="1216859" y="4073477"/>
              <a:ext cx="389750" cy="385750"/>
              <a:chOff x="3382475" y="1831100"/>
              <a:chExt cx="389750" cy="385750"/>
            </a:xfrm>
          </p:grpSpPr>
          <p:sp>
            <p:nvSpPr>
              <p:cNvPr id="2474" name="Google Shape;2474;p7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7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7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7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8" name="Google Shape;2478;p76"/>
            <p:cNvGrpSpPr/>
            <p:nvPr/>
          </p:nvGrpSpPr>
          <p:grpSpPr>
            <a:xfrm>
              <a:off x="7537391" y="4073477"/>
              <a:ext cx="389750" cy="385750"/>
              <a:chOff x="3382475" y="1831100"/>
              <a:chExt cx="389750" cy="385750"/>
            </a:xfrm>
          </p:grpSpPr>
          <p:sp>
            <p:nvSpPr>
              <p:cNvPr id="2479" name="Google Shape;2479;p7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7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7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7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3" name="Google Shape;2483;p76"/>
            <p:cNvGrpSpPr/>
            <p:nvPr/>
          </p:nvGrpSpPr>
          <p:grpSpPr>
            <a:xfrm>
              <a:off x="1716588" y="392114"/>
              <a:ext cx="389750" cy="385750"/>
              <a:chOff x="3382475" y="1831100"/>
              <a:chExt cx="389750" cy="385750"/>
            </a:xfrm>
          </p:grpSpPr>
          <p:sp>
            <p:nvSpPr>
              <p:cNvPr id="2484" name="Google Shape;2484;p7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7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7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7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8" name="Google Shape;2488;p76"/>
            <p:cNvGrpSpPr/>
            <p:nvPr/>
          </p:nvGrpSpPr>
          <p:grpSpPr>
            <a:xfrm>
              <a:off x="6268978" y="2091782"/>
              <a:ext cx="389750" cy="385750"/>
              <a:chOff x="3382475" y="1831100"/>
              <a:chExt cx="389750" cy="385750"/>
            </a:xfrm>
          </p:grpSpPr>
          <p:sp>
            <p:nvSpPr>
              <p:cNvPr id="2489" name="Google Shape;2489;p7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7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7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7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3" name="Google Shape;2493;p76"/>
            <p:cNvGrpSpPr/>
            <p:nvPr/>
          </p:nvGrpSpPr>
          <p:grpSpPr>
            <a:xfrm>
              <a:off x="2485272" y="2091782"/>
              <a:ext cx="389750" cy="385750"/>
              <a:chOff x="3382475" y="1831100"/>
              <a:chExt cx="389750" cy="385750"/>
            </a:xfrm>
          </p:grpSpPr>
          <p:sp>
            <p:nvSpPr>
              <p:cNvPr id="2494" name="Google Shape;2494;p76"/>
              <p:cNvSpPr/>
              <p:nvPr/>
            </p:nvSpPr>
            <p:spPr>
              <a:xfrm>
                <a:off x="3525075" y="1831100"/>
                <a:ext cx="113400" cy="192900"/>
              </a:xfrm>
              <a:custGeom>
                <a:avLst/>
                <a:gdLst/>
                <a:ahLst/>
                <a:cxnLst/>
                <a:rect l="l" t="t" r="r" b="b"/>
                <a:pathLst>
                  <a:path w="4536" h="7716" extrusionOk="0">
                    <a:moveTo>
                      <a:pt x="2372" y="0"/>
                    </a:moveTo>
                    <a:cubicBezTo>
                      <a:pt x="1180" y="0"/>
                      <a:pt x="157" y="1684"/>
                      <a:pt x="79" y="3791"/>
                    </a:cubicBezTo>
                    <a:cubicBezTo>
                      <a:pt x="1" y="5921"/>
                      <a:pt x="2126" y="7715"/>
                      <a:pt x="2126" y="7715"/>
                    </a:cubicBezTo>
                    <a:cubicBezTo>
                      <a:pt x="2126" y="7715"/>
                      <a:pt x="4379" y="6056"/>
                      <a:pt x="4457" y="3926"/>
                    </a:cubicBezTo>
                    <a:cubicBezTo>
                      <a:pt x="4536" y="1795"/>
                      <a:pt x="3619" y="39"/>
                      <a:pt x="2411" y="1"/>
                    </a:cubicBezTo>
                    <a:cubicBezTo>
                      <a:pt x="2398" y="1"/>
                      <a:pt x="2385" y="0"/>
                      <a:pt x="2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76"/>
              <p:cNvSpPr/>
              <p:nvPr/>
            </p:nvSpPr>
            <p:spPr>
              <a:xfrm>
                <a:off x="3576650" y="1972600"/>
                <a:ext cx="195575" cy="108675"/>
              </a:xfrm>
              <a:custGeom>
                <a:avLst/>
                <a:gdLst/>
                <a:ahLst/>
                <a:cxnLst/>
                <a:rect l="l" t="t" r="r" b="b"/>
                <a:pathLst>
                  <a:path w="7823" h="4347" extrusionOk="0">
                    <a:moveTo>
                      <a:pt x="3871" y="1"/>
                    </a:moveTo>
                    <a:cubicBezTo>
                      <a:pt x="1766" y="1"/>
                      <a:pt x="0" y="2054"/>
                      <a:pt x="0" y="2054"/>
                    </a:cubicBezTo>
                    <a:cubicBezTo>
                      <a:pt x="0" y="2054"/>
                      <a:pt x="1662" y="4277"/>
                      <a:pt x="3809" y="4343"/>
                    </a:cubicBezTo>
                    <a:cubicBezTo>
                      <a:pt x="3882" y="4345"/>
                      <a:pt x="3955" y="4347"/>
                      <a:pt x="4027" y="4347"/>
                    </a:cubicBezTo>
                    <a:cubicBezTo>
                      <a:pt x="6076" y="4347"/>
                      <a:pt x="7736" y="3450"/>
                      <a:pt x="7778" y="2293"/>
                    </a:cubicBezTo>
                    <a:cubicBezTo>
                      <a:pt x="7823" y="1093"/>
                      <a:pt x="6118" y="68"/>
                      <a:pt x="3970" y="2"/>
                    </a:cubicBezTo>
                    <a:cubicBezTo>
                      <a:pt x="3937" y="1"/>
                      <a:pt x="3904" y="1"/>
                      <a:pt x="3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76"/>
              <p:cNvSpPr/>
              <p:nvPr/>
            </p:nvSpPr>
            <p:spPr>
              <a:xfrm>
                <a:off x="3517750" y="2023975"/>
                <a:ext cx="113400" cy="192875"/>
              </a:xfrm>
              <a:custGeom>
                <a:avLst/>
                <a:gdLst/>
                <a:ahLst/>
                <a:cxnLst/>
                <a:rect l="l" t="t" r="r" b="b"/>
                <a:pathLst>
                  <a:path w="4536" h="7715" extrusionOk="0">
                    <a:moveTo>
                      <a:pt x="2411" y="0"/>
                    </a:moveTo>
                    <a:cubicBezTo>
                      <a:pt x="2411" y="0"/>
                      <a:pt x="158" y="1659"/>
                      <a:pt x="80" y="3789"/>
                    </a:cubicBezTo>
                    <a:cubicBezTo>
                      <a:pt x="1" y="5920"/>
                      <a:pt x="918" y="7676"/>
                      <a:pt x="2126" y="7714"/>
                    </a:cubicBezTo>
                    <a:cubicBezTo>
                      <a:pt x="2139" y="7714"/>
                      <a:pt x="2151" y="7715"/>
                      <a:pt x="2164" y="7715"/>
                    </a:cubicBezTo>
                    <a:cubicBezTo>
                      <a:pt x="3357" y="7715"/>
                      <a:pt x="4379" y="6031"/>
                      <a:pt x="4458" y="3924"/>
                    </a:cubicBezTo>
                    <a:cubicBezTo>
                      <a:pt x="4536" y="1794"/>
                      <a:pt x="2411" y="0"/>
                      <a:pt x="2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76"/>
              <p:cNvSpPr/>
              <p:nvPr/>
            </p:nvSpPr>
            <p:spPr>
              <a:xfrm>
                <a:off x="3382475" y="1966625"/>
                <a:ext cx="195550" cy="108675"/>
              </a:xfrm>
              <a:custGeom>
                <a:avLst/>
                <a:gdLst/>
                <a:ahLst/>
                <a:cxnLst/>
                <a:rect l="l" t="t" r="r" b="b"/>
                <a:pathLst>
                  <a:path w="7822" h="4347" extrusionOk="0">
                    <a:moveTo>
                      <a:pt x="3796" y="0"/>
                    </a:moveTo>
                    <a:cubicBezTo>
                      <a:pt x="1746" y="0"/>
                      <a:pt x="87" y="897"/>
                      <a:pt x="44" y="2055"/>
                    </a:cubicBezTo>
                    <a:cubicBezTo>
                      <a:pt x="0" y="3254"/>
                      <a:pt x="1706" y="4280"/>
                      <a:pt x="3853" y="4345"/>
                    </a:cubicBezTo>
                    <a:cubicBezTo>
                      <a:pt x="3886" y="4346"/>
                      <a:pt x="3919" y="4346"/>
                      <a:pt x="3952" y="4346"/>
                    </a:cubicBezTo>
                    <a:cubicBezTo>
                      <a:pt x="6056" y="4346"/>
                      <a:pt x="7822" y="2294"/>
                      <a:pt x="7822" y="2294"/>
                    </a:cubicBezTo>
                    <a:cubicBezTo>
                      <a:pt x="7822" y="2294"/>
                      <a:pt x="6161" y="70"/>
                      <a:pt x="4014" y="4"/>
                    </a:cubicBezTo>
                    <a:cubicBezTo>
                      <a:pt x="3941" y="1"/>
                      <a:pt x="3868" y="0"/>
                      <a:pt x="37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98" name="Google Shape;2498;p76"/>
          <p:cNvGrpSpPr/>
          <p:nvPr/>
        </p:nvGrpSpPr>
        <p:grpSpPr>
          <a:xfrm>
            <a:off x="4219203" y="4408338"/>
            <a:ext cx="705593" cy="362075"/>
            <a:chOff x="2339625" y="3726250"/>
            <a:chExt cx="850625" cy="362075"/>
          </a:xfrm>
        </p:grpSpPr>
        <p:sp>
          <p:nvSpPr>
            <p:cNvPr id="2499" name="Google Shape;2499;p76"/>
            <p:cNvSpPr/>
            <p:nvPr/>
          </p:nvSpPr>
          <p:spPr>
            <a:xfrm>
              <a:off x="2339625" y="3913100"/>
              <a:ext cx="849600" cy="25"/>
            </a:xfrm>
            <a:custGeom>
              <a:avLst/>
              <a:gdLst/>
              <a:ahLst/>
              <a:cxnLst/>
              <a:rect l="l" t="t" r="r" b="b"/>
              <a:pathLst>
                <a:path w="33984" h="1" fill="none" extrusionOk="0">
                  <a:moveTo>
                    <a:pt x="0" y="1"/>
                  </a:moveTo>
                  <a:lnTo>
                    <a:pt x="33984" y="1"/>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76"/>
            <p:cNvSpPr/>
            <p:nvPr/>
          </p:nvSpPr>
          <p:spPr>
            <a:xfrm>
              <a:off x="2964525" y="3726250"/>
              <a:ext cx="225725" cy="362075"/>
            </a:xfrm>
            <a:custGeom>
              <a:avLst/>
              <a:gdLst/>
              <a:ahLst/>
              <a:cxnLst/>
              <a:rect l="l" t="t" r="r" b="b"/>
              <a:pathLst>
                <a:path w="9029" h="14483" fill="none" extrusionOk="0">
                  <a:moveTo>
                    <a:pt x="36" y="1"/>
                  </a:moveTo>
                  <a:cubicBezTo>
                    <a:pt x="1543" y="1137"/>
                    <a:pt x="7563" y="6235"/>
                    <a:pt x="8892" y="7362"/>
                  </a:cubicBezTo>
                  <a:cubicBezTo>
                    <a:pt x="9029" y="7477"/>
                    <a:pt x="9016" y="7684"/>
                    <a:pt x="8872" y="7793"/>
                  </a:cubicBezTo>
                  <a:lnTo>
                    <a:pt x="1" y="14482"/>
                  </a:lnTo>
                </a:path>
              </a:pathLst>
            </a:custGeom>
            <a:noFill/>
            <a:ln w="19050" cap="flat" cmpd="sng">
              <a:solidFill>
                <a:schemeClr val="accent3"/>
              </a:solidFill>
              <a:prstDash val="solid"/>
              <a:miter lim="118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Rectangle 3">
            <a:extLst>
              <a:ext uri="{FF2B5EF4-FFF2-40B4-BE49-F238E27FC236}">
                <a16:creationId xmlns:a16="http://schemas.microsoft.com/office/drawing/2014/main" id="{1461B51E-ED3C-4222-A7F3-2A5F2191F732}"/>
              </a:ext>
            </a:extLst>
          </p:cNvPr>
          <p:cNvSpPr/>
          <p:nvPr/>
        </p:nvSpPr>
        <p:spPr>
          <a:xfrm>
            <a:off x="2396096" y="3558518"/>
            <a:ext cx="4190442" cy="610969"/>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edical Trends: At-home lab tests by Slidesgo">
  <a:themeElements>
    <a:clrScheme name="Simple Light">
      <a:dk1>
        <a:srgbClr val="FDECEA"/>
      </a:dk1>
      <a:lt1>
        <a:srgbClr val="F3B6D2"/>
      </a:lt1>
      <a:dk2>
        <a:srgbClr val="F3AA7C"/>
      </a:dk2>
      <a:lt2>
        <a:srgbClr val="E97B67"/>
      </a:lt2>
      <a:accent1>
        <a:srgbClr val="C27BF3"/>
      </a:accent1>
      <a:accent2>
        <a:srgbClr val="60BBB9"/>
      </a:accent2>
      <a:accent3>
        <a:srgbClr val="402663"/>
      </a:accent3>
      <a:accent4>
        <a:srgbClr val="FFFFFF"/>
      </a:accent4>
      <a:accent5>
        <a:srgbClr val="FFFFFF"/>
      </a:accent5>
      <a:accent6>
        <a:srgbClr val="FFFFFF"/>
      </a:accent6>
      <a:hlink>
        <a:srgbClr val="40266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1412</TotalTime>
  <Words>1618</Words>
  <Application>Microsoft Office PowerPoint</Application>
  <PresentationFormat>On-screen Show (16:9)</PresentationFormat>
  <Paragraphs>219</Paragraphs>
  <Slides>40</Slides>
  <Notes>24</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40</vt:i4>
      </vt:variant>
    </vt:vector>
  </HeadingPairs>
  <TitlesOfParts>
    <vt:vector size="56" baseType="lpstr">
      <vt:lpstr>Amasis MT Pro Black</vt:lpstr>
      <vt:lpstr>Arial</vt:lpstr>
      <vt:lpstr>Bebas Neue</vt:lpstr>
      <vt:lpstr>Calibri</vt:lpstr>
      <vt:lpstr>Calisto MT</vt:lpstr>
      <vt:lpstr>Fira Sans</vt:lpstr>
      <vt:lpstr>Fira Sans Extra Condensed Medium</vt:lpstr>
      <vt:lpstr>Fira Sans Extra Condensed SemiBold</vt:lpstr>
      <vt:lpstr>Montserrat</vt:lpstr>
      <vt:lpstr>Montserrat Black</vt:lpstr>
      <vt:lpstr>Montserrat ExtraBold</vt:lpstr>
      <vt:lpstr>Segoe UI Semibold</vt:lpstr>
      <vt:lpstr>Source Sans Pro</vt:lpstr>
      <vt:lpstr>Symbol</vt:lpstr>
      <vt:lpstr>Times New Roman</vt:lpstr>
      <vt:lpstr>Medical Trends: At-home lab tests by Slidesgo</vt:lpstr>
      <vt:lpstr>A WEB-BASED DIAGNOSIS OF COVID-19 BASED ON CHEST X-RAY  USING DEEP LEARNING</vt:lpstr>
      <vt:lpstr>WHO ARE WE !</vt:lpstr>
      <vt:lpstr>CONTENTS OF THIS PRESENTATION </vt:lpstr>
      <vt:lpstr>Abstract </vt:lpstr>
      <vt:lpstr>01</vt:lpstr>
      <vt:lpstr>OVERVIEW</vt:lpstr>
      <vt:lpstr>INTRODUCTION</vt:lpstr>
      <vt:lpstr>DIFFERENCES BETWEEN LABS</vt:lpstr>
      <vt:lpstr>ADVANTAGES OF SYSTEM  </vt:lpstr>
      <vt:lpstr>GOAL</vt:lpstr>
      <vt:lpstr>PowerPoint Presentation</vt:lpstr>
      <vt:lpstr> Theoretical section   </vt:lpstr>
      <vt:lpstr>30%</vt:lpstr>
      <vt:lpstr>6,000</vt:lpstr>
      <vt:lpstr>COVID-19 SYMPTOMS</vt:lpstr>
      <vt:lpstr>Personal protection </vt:lpstr>
      <vt:lpstr>The x-ray has been  in the place  of traditional  test and  it has been used very widely  we choose it because it’s the best choice</vt:lpstr>
      <vt:lpstr>Related works </vt:lpstr>
      <vt:lpstr>SYSTEM STUDY AND ANLAYSIS </vt:lpstr>
      <vt:lpstr>Project idea</vt:lpstr>
      <vt:lpstr>SYSTEM ARCHITECTURE </vt:lpstr>
      <vt:lpstr>METHODOLOGY</vt:lpstr>
      <vt:lpstr>PROPOSED SYSTEM FILTERS </vt:lpstr>
      <vt:lpstr>ARCHITECTURE OF CNN ALGORITHM </vt:lpstr>
      <vt:lpstr>ARCHITECTURE OF CNN ALGORITHM </vt:lpstr>
      <vt:lpstr>CNN layers </vt:lpstr>
      <vt:lpstr>Dataset </vt:lpstr>
      <vt:lpstr>We propose an algorithm that combines deep learning and CNN algorithms to detect and diagnose covid-19, and also allows the use of this system across websites. The functional requirements can be described as the following:-</vt:lpstr>
      <vt:lpstr>NON-FUNCTIONAL REQUIREMENTS </vt:lpstr>
      <vt:lpstr>IMPLEMENTATION TOOLS AND TECHNOLOGY </vt:lpstr>
      <vt:lpstr>Diagrams </vt:lpstr>
      <vt:lpstr>Flowchart </vt:lpstr>
      <vt:lpstr>Use case </vt:lpstr>
      <vt:lpstr>PowerPoint Presentation</vt:lpstr>
      <vt:lpstr>PowerPoint Presentation</vt:lpstr>
      <vt:lpstr>Sequence for register </vt:lpstr>
      <vt:lpstr>Sequence for login </vt:lpstr>
      <vt:lpstr>Sequence for adding image </vt:lpstr>
      <vt:lpstr>conclusion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DIAGNOSIS COVID 19 USING CHEST X-RAY</dc:title>
  <dc:creator>Nen .</dc:creator>
  <cp:lastModifiedBy>Rawan Aldosari</cp:lastModifiedBy>
  <cp:revision>63</cp:revision>
  <dcterms:modified xsi:type="dcterms:W3CDTF">2025-11-04T19:39:19Z</dcterms:modified>
</cp:coreProperties>
</file>